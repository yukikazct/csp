
<file path=[Content_Types].xml><?xml version="1.0" encoding="utf-8"?>
<Types xmlns="http://schemas.openxmlformats.org/package/2006/content-types">
  <Default Extension="bin" ContentType="application/vnd.openxmlformats-officedocument.oleObject"/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3.xml" ContentType="application/vnd.openxmlformats-officedocument.presentationml.tags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4.xml" ContentType="application/vnd.openxmlformats-officedocument.presentationml.tag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6.xml" ContentType="application/vnd.openxmlformats-officedocument.presentationml.tags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ags/tag7.xml" ContentType="application/vnd.openxmlformats-officedocument.presentationml.tags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ags/tag8.xml" ContentType="application/vnd.openxmlformats-officedocument.presentationml.tags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9.xml" ContentType="application/vnd.openxmlformats-officedocument.presentationml.tags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3"/>
  </p:notesMasterIdLst>
  <p:sldIdLst>
    <p:sldId id="256" r:id="rId2"/>
    <p:sldId id="319" r:id="rId3"/>
    <p:sldId id="320" r:id="rId4"/>
    <p:sldId id="315" r:id="rId5"/>
    <p:sldId id="447" r:id="rId6"/>
    <p:sldId id="448" r:id="rId7"/>
    <p:sldId id="321" r:id="rId8"/>
    <p:sldId id="322" r:id="rId9"/>
    <p:sldId id="316" r:id="rId10"/>
    <p:sldId id="323" r:id="rId11"/>
    <p:sldId id="324" r:id="rId12"/>
    <p:sldId id="325" r:id="rId13"/>
    <p:sldId id="326" r:id="rId14"/>
    <p:sldId id="317" r:id="rId15"/>
    <p:sldId id="327" r:id="rId16"/>
    <p:sldId id="456" r:id="rId17"/>
    <p:sldId id="459" r:id="rId18"/>
    <p:sldId id="460" r:id="rId19"/>
    <p:sldId id="328" r:id="rId20"/>
    <p:sldId id="330" r:id="rId21"/>
    <p:sldId id="331" r:id="rId22"/>
    <p:sldId id="332" r:id="rId23"/>
    <p:sldId id="333" r:id="rId24"/>
    <p:sldId id="334" r:id="rId25"/>
    <p:sldId id="446" r:id="rId26"/>
    <p:sldId id="356" r:id="rId27"/>
    <p:sldId id="435" r:id="rId28"/>
    <p:sldId id="419" r:id="rId29"/>
    <p:sldId id="418" r:id="rId30"/>
    <p:sldId id="436" r:id="rId31"/>
    <p:sldId id="437" r:id="rId32"/>
    <p:sldId id="438" r:id="rId33"/>
    <p:sldId id="392" r:id="rId34"/>
    <p:sldId id="439" r:id="rId35"/>
    <p:sldId id="440" r:id="rId36"/>
    <p:sldId id="441" r:id="rId37"/>
    <p:sldId id="442" r:id="rId38"/>
    <p:sldId id="443" r:id="rId39"/>
    <p:sldId id="454" r:id="rId40"/>
    <p:sldId id="455" r:id="rId41"/>
    <p:sldId id="313" r:id="rId4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C4E4B3E6-754F-4922-853D-4064D47BF6D6}">
          <p14:sldIdLst>
            <p14:sldId id="256"/>
          </p14:sldIdLst>
        </p14:section>
        <p14:section name="过渡" id="{B1E171DD-3407-5D48-9054-46CED457A59F}">
          <p14:sldIdLst>
            <p14:sldId id="319"/>
            <p14:sldId id="320"/>
          </p14:sldIdLst>
        </p14:section>
        <p14:section name="内容" id="{1A06948D-5BAD-4FD7-8952-5512C8F60F6C}">
          <p14:sldIdLst>
            <p14:sldId id="315"/>
            <p14:sldId id="447"/>
            <p14:sldId id="448"/>
            <p14:sldId id="321"/>
            <p14:sldId id="322"/>
            <p14:sldId id="316"/>
            <p14:sldId id="323"/>
            <p14:sldId id="324"/>
            <p14:sldId id="325"/>
            <p14:sldId id="326"/>
            <p14:sldId id="317"/>
            <p14:sldId id="327"/>
            <p14:sldId id="456"/>
            <p14:sldId id="459"/>
            <p14:sldId id="460"/>
            <p14:sldId id="328"/>
            <p14:sldId id="330"/>
            <p14:sldId id="331"/>
            <p14:sldId id="332"/>
            <p14:sldId id="333"/>
            <p14:sldId id="334"/>
            <p14:sldId id="446"/>
            <p14:sldId id="356"/>
            <p14:sldId id="435"/>
            <p14:sldId id="419"/>
            <p14:sldId id="418"/>
            <p14:sldId id="436"/>
            <p14:sldId id="437"/>
            <p14:sldId id="438"/>
            <p14:sldId id="392"/>
            <p14:sldId id="439"/>
            <p14:sldId id="440"/>
            <p14:sldId id="441"/>
            <p14:sldId id="442"/>
            <p14:sldId id="443"/>
            <p14:sldId id="454"/>
            <p14:sldId id="455"/>
          </p14:sldIdLst>
        </p14:section>
        <p14:section name="结尾" id="{DBCFFC24-AA36-4141-A726-49E2FB5F1727}">
          <p14:sldIdLst>
            <p14:sldId id="31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TTT" initials="T" lastIdx="0" clrIdx="0">
    <p:extLst>
      <p:ext uri="{19B8F6BF-5375-455C-9EA6-DF929625EA0E}">
        <p15:presenceInfo xmlns:p15="http://schemas.microsoft.com/office/powerpoint/2012/main" userId="TTT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04049"/>
    <a:srgbClr val="F68C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542"/>
    <p:restoredTop sz="84896" autoAdjust="0"/>
  </p:normalViewPr>
  <p:slideViewPr>
    <p:cSldViewPr snapToGrid="0">
      <p:cViewPr varScale="1">
        <p:scale>
          <a:sx n="143" d="100"/>
          <a:sy n="143" d="100"/>
        </p:scale>
        <p:origin x="31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8929692889597258"/>
          <c:y val="7.3329128705328414E-2"/>
          <c:w val="0.57246354402074373"/>
          <c:h val="0.85869506069205093"/>
        </c:manualLayout>
      </c:layout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9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lnSpc>
          <a:spcPct val="120000"/>
        </a:lnSpc>
        <a:spcBef>
          <a:spcPts val="0"/>
        </a:spcBef>
        <a:spcAft>
          <a:spcPts val="0"/>
        </a:spcAft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8929692889597258"/>
          <c:y val="7.3329128705328414E-2"/>
          <c:w val="0.57246354402074373"/>
          <c:h val="0.85869506069205093"/>
        </c:manualLayout>
      </c:layout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9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lnSpc>
          <a:spcPct val="120000"/>
        </a:lnSpc>
        <a:spcBef>
          <a:spcPts val="0"/>
        </a:spcBef>
        <a:spcAft>
          <a:spcPts val="0"/>
        </a:spcAft>
        <a:defRPr/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8929692889597258"/>
          <c:y val="7.3329128705328414E-2"/>
          <c:w val="0.57246354402074373"/>
          <c:h val="0.85869506069205093"/>
        </c:manualLayout>
      </c:layout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9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lnSpc>
          <a:spcPct val="120000"/>
        </a:lnSpc>
        <a:spcBef>
          <a:spcPts val="0"/>
        </a:spcBef>
        <a:spcAft>
          <a:spcPts val="0"/>
        </a:spcAft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8929692889597258"/>
          <c:y val="7.3329128705328414E-2"/>
          <c:w val="0.57246354402074373"/>
          <c:h val="0.85869506069205093"/>
        </c:manualLayout>
      </c:layout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9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lnSpc>
          <a:spcPct val="120000"/>
        </a:lnSpc>
        <a:spcBef>
          <a:spcPts val="0"/>
        </a:spcBef>
        <a:spcAft>
          <a:spcPts val="0"/>
        </a:spcAft>
        <a:defRPr/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8929692889597258"/>
          <c:y val="7.3329128705328414E-2"/>
          <c:w val="0.57246354402074373"/>
          <c:h val="0.85869506069205093"/>
        </c:manualLayout>
      </c:layout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9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lnSpc>
          <a:spcPct val="120000"/>
        </a:lnSpc>
        <a:spcBef>
          <a:spcPts val="0"/>
        </a:spcBef>
        <a:spcAft>
          <a:spcPts val="0"/>
        </a:spcAft>
        <a:defRPr/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8929692889597258"/>
          <c:y val="7.3329128705328414E-2"/>
          <c:w val="0.57246354402074373"/>
          <c:h val="0.85869506069205093"/>
        </c:manualLayout>
      </c:layout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9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lnSpc>
          <a:spcPct val="120000"/>
        </a:lnSpc>
        <a:spcBef>
          <a:spcPts val="0"/>
        </a:spcBef>
        <a:spcAft>
          <a:spcPts val="0"/>
        </a:spcAft>
        <a:defRPr/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8929692889597258"/>
          <c:y val="7.3329128705328414E-2"/>
          <c:w val="0.57246354402074373"/>
          <c:h val="0.85869506069205093"/>
        </c:manualLayout>
      </c:layout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9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lnSpc>
          <a:spcPct val="120000"/>
        </a:lnSpc>
        <a:spcBef>
          <a:spcPts val="0"/>
        </a:spcBef>
        <a:spcAft>
          <a:spcPts val="0"/>
        </a:spcAft>
        <a:defRPr/>
      </a:pPr>
      <a:endParaRPr lang="zh-CN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8929692889597258"/>
          <c:y val="7.3329128705328414E-2"/>
          <c:w val="0.57246354402074373"/>
          <c:h val="0.85869506069205093"/>
        </c:manualLayout>
      </c:layout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90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lnSpc>
          <a:spcPct val="120000"/>
        </a:lnSpc>
        <a:spcBef>
          <a:spcPts val="0"/>
        </a:spcBef>
        <a:spcAft>
          <a:spcPts val="0"/>
        </a:spcAft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55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B5A709-EB46-4B66-995D-04CC2EAF1720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135E1A-7750-451E-955D-00EDD36A4A5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8488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35E1A-7750-451E-955D-00EDD36A4A5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29596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135E1A-7750-451E-955D-00EDD36A4A5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34314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35E1A-7750-451E-955D-00EDD36A4A52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57860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35E1A-7750-451E-955D-00EDD36A4A52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96609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35E1A-7750-451E-955D-00EDD36A4A52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75420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35E1A-7750-451E-955D-00EDD36A4A52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5849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35E1A-7750-451E-955D-00EDD36A4A52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36974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35E1A-7750-451E-955D-00EDD36A4A52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08538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35E1A-7750-451E-955D-00EDD36A4A52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49678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35E1A-7750-451E-955D-00EDD36A4A52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55067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35E1A-7750-451E-955D-00EDD36A4A52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99659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35E1A-7750-451E-955D-00EDD36A4A52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23991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35E1A-7750-451E-955D-00EDD36A4A52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6287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E0B5B8-A714-41E3-8CD7-E1E136242F17}" type="datetime1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0027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AD557-C349-432B-AC06-5737CDF0B6C2}" type="datetime1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4894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3DB3B-37CC-48AE-ADDA-044C6D7C7B29}" type="datetime1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5598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843D5-2157-4FC8-88FA-11B0EA712F2E}" type="datetime1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8752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B32E6B-C89B-483E-B436-A0AB9680BFEB}" type="datetime1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6790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92C17-C3ED-4C0C-B891-F250656790B5}" type="datetime1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013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74298A-D1C4-4A6D-B328-A2698E07AB8C}" type="datetime1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7427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B1918-33A6-49D0-A614-ECE7D67B35E7}" type="datetime1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867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E4CBD-99D9-4F84-A08C-F148E33F007B}" type="datetime1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942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AF6E2-D2EA-459B-9A4B-255C77836FB1}" type="datetime1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0410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A530B-79F9-4CE0-B7E9-C326CD718277}" type="datetime1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79742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结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FD50D881-DD06-4B81-BFD3-5CCD076015CA}"/>
              </a:ext>
            </a:extLst>
          </p:cNvPr>
          <p:cNvSpPr/>
          <p:nvPr userDrawn="1"/>
        </p:nvSpPr>
        <p:spPr>
          <a:xfrm>
            <a:off x="6" y="5725724"/>
            <a:ext cx="9155945" cy="1132276"/>
          </a:xfrm>
          <a:custGeom>
            <a:avLst/>
            <a:gdLst>
              <a:gd name="connsiteX0" fmla="*/ 6250746 w 12207926"/>
              <a:gd name="connsiteY0" fmla="*/ 0 h 1132276"/>
              <a:gd name="connsiteX1" fmla="*/ 12091552 w 12207926"/>
              <a:gd name="connsiteY1" fmla="*/ 758316 h 1132276"/>
              <a:gd name="connsiteX2" fmla="*/ 12207926 w 12207926"/>
              <a:gd name="connsiteY2" fmla="*/ 796047 h 1132276"/>
              <a:gd name="connsiteX3" fmla="*/ 12207926 w 12207926"/>
              <a:gd name="connsiteY3" fmla="*/ 1132276 h 1132276"/>
              <a:gd name="connsiteX4" fmla="*/ 0 w 12207926"/>
              <a:gd name="connsiteY4" fmla="*/ 1132276 h 1132276"/>
              <a:gd name="connsiteX5" fmla="*/ 0 w 12207926"/>
              <a:gd name="connsiteY5" fmla="*/ 894992 h 1132276"/>
              <a:gd name="connsiteX6" fmla="*/ 108249 w 12207926"/>
              <a:gd name="connsiteY6" fmla="*/ 854969 h 1132276"/>
              <a:gd name="connsiteX7" fmla="*/ 6250746 w 12207926"/>
              <a:gd name="connsiteY7" fmla="*/ 0 h 1132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207926" h="1132276">
                <a:moveTo>
                  <a:pt x="6250746" y="0"/>
                </a:moveTo>
                <a:cubicBezTo>
                  <a:pt x="8499613" y="0"/>
                  <a:pt x="10548888" y="287162"/>
                  <a:pt x="12091552" y="758316"/>
                </a:cubicBezTo>
                <a:lnTo>
                  <a:pt x="12207926" y="796047"/>
                </a:lnTo>
                <a:lnTo>
                  <a:pt x="12207926" y="1132276"/>
                </a:lnTo>
                <a:lnTo>
                  <a:pt x="0" y="1132276"/>
                </a:lnTo>
                <a:lnTo>
                  <a:pt x="0" y="894992"/>
                </a:lnTo>
                <a:lnTo>
                  <a:pt x="108249" y="854969"/>
                </a:lnTo>
                <a:cubicBezTo>
                  <a:pt x="1680251" y="326726"/>
                  <a:pt x="3851951" y="0"/>
                  <a:pt x="6250746" y="0"/>
                </a:cubicBezTo>
                <a:close/>
              </a:path>
            </a:pathLst>
          </a:custGeom>
          <a:gradFill>
            <a:gsLst>
              <a:gs pos="28000">
                <a:schemeClr val="accent1"/>
              </a:gs>
              <a:gs pos="100000">
                <a:schemeClr val="accent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350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6FE1CB-0E9A-409C-807E-A2E734761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6116D-CE5F-4888-8D51-6EEBF43B27D5}" type="datetimeFigureOut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973B5C-30FD-497A-B577-2E2D42819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92ADD9-C529-41CA-BE93-A83FAF8EA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AA879B-C656-49A3-9152-FB05D1AEECAE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970DF68D-7EA8-4D65-B92C-C2C72A72EC38}"/>
              </a:ext>
            </a:extLst>
          </p:cNvPr>
          <p:cNvGrpSpPr/>
          <p:nvPr userDrawn="1"/>
        </p:nvGrpSpPr>
        <p:grpSpPr>
          <a:xfrm>
            <a:off x="623101" y="1598512"/>
            <a:ext cx="7905830" cy="2711571"/>
            <a:chOff x="699300" y="1194013"/>
            <a:chExt cx="3703320" cy="4871507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6439C2E1-6B09-4F57-88EB-1AEF4F4F6BAC}"/>
                </a:ext>
              </a:extLst>
            </p:cNvPr>
            <p:cNvGrpSpPr/>
            <p:nvPr userDrawn="1"/>
          </p:nvGrpSpPr>
          <p:grpSpPr>
            <a:xfrm>
              <a:off x="1323113" y="1194013"/>
              <a:ext cx="2555694" cy="4871507"/>
              <a:chOff x="1572053" y="1206663"/>
              <a:chExt cx="2555694" cy="4871507"/>
            </a:xfrm>
            <a:solidFill>
              <a:schemeClr val="bg1"/>
            </a:solidFill>
          </p:grpSpPr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1FBC7239-0CF5-4CAE-A51A-8FEABE93F049}"/>
                  </a:ext>
                </a:extLst>
              </p:cNvPr>
              <p:cNvSpPr/>
              <p:nvPr/>
            </p:nvSpPr>
            <p:spPr>
              <a:xfrm>
                <a:off x="3052660" y="1206664"/>
                <a:ext cx="1075087" cy="4871506"/>
              </a:xfrm>
              <a:prstGeom prst="rect">
                <a:avLst/>
              </a:prstGeom>
              <a:grpFill/>
              <a:ln>
                <a:noFill/>
              </a:ln>
              <a:effectLst>
                <a:outerShdw blurRad="406400" dist="127000" dir="5400000" sx="102000" sy="102000" algn="t" rotWithShape="0">
                  <a:schemeClr val="tx1">
                    <a:lumMod val="75000"/>
                    <a:lumOff val="25000"/>
                    <a:alpha val="6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900000" rtlCol="0" anchor="t"/>
              <a:lstStyle/>
              <a:p>
                <a:pPr algn="ctr">
                  <a:lnSpc>
                    <a:spcPct val="120000"/>
                  </a:lnSpc>
                </a:pPr>
                <a:endParaRPr lang="zh-CN" altLang="en-US" sz="1350" dirty="0">
                  <a:cs typeface="+mn-ea"/>
                  <a:sym typeface="+mn-lt"/>
                </a:endParaRPr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3784630D-C4E0-4767-BA18-327ECE1207FF}"/>
                  </a:ext>
                </a:extLst>
              </p:cNvPr>
              <p:cNvSpPr/>
              <p:nvPr/>
            </p:nvSpPr>
            <p:spPr>
              <a:xfrm>
                <a:off x="1572053" y="1206663"/>
                <a:ext cx="1075087" cy="4871505"/>
              </a:xfrm>
              <a:prstGeom prst="rect">
                <a:avLst/>
              </a:prstGeom>
              <a:grpFill/>
              <a:ln>
                <a:noFill/>
              </a:ln>
              <a:effectLst>
                <a:outerShdw blurRad="406400" dist="127000" dir="5400000" sx="102000" sy="102000" algn="t" rotWithShape="0">
                  <a:schemeClr val="tx1">
                    <a:lumMod val="75000"/>
                    <a:lumOff val="25000"/>
                    <a:alpha val="6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900000" rtlCol="0" anchor="t"/>
              <a:lstStyle/>
              <a:p>
                <a:pPr algn="ctr">
                  <a:lnSpc>
                    <a:spcPct val="120000"/>
                  </a:lnSpc>
                </a:pPr>
                <a:endParaRPr lang="zh-CN" altLang="en-US" sz="1350" dirty="0">
                  <a:cs typeface="+mn-ea"/>
                  <a:sym typeface="+mn-lt"/>
                </a:endParaRPr>
              </a:p>
            </p:txBody>
          </p:sp>
        </p:grp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EE962AFC-A94E-4866-B9DC-E8CF13A87611}"/>
                </a:ext>
              </a:extLst>
            </p:cNvPr>
            <p:cNvSpPr/>
            <p:nvPr userDrawn="1"/>
          </p:nvSpPr>
          <p:spPr>
            <a:xfrm>
              <a:off x="699300" y="1194014"/>
              <a:ext cx="3703320" cy="4871505"/>
            </a:xfrm>
            <a:prstGeom prst="rect">
              <a:avLst/>
            </a:prstGeom>
            <a:ln w="3175"/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lIns="0" tIns="900000" rtlCol="0" anchor="t"/>
            <a:lstStyle/>
            <a:p>
              <a:pPr algn="ctr"/>
              <a:r>
                <a:rPr lang="en-US" altLang="zh-CN" sz="1650" dirty="0">
                  <a:solidFill>
                    <a:schemeClr val="accent1"/>
                  </a:solidFill>
                </a:rPr>
                <a:t>【</a:t>
              </a:r>
              <a:r>
                <a:rPr lang="zh-CN" altLang="en-US" sz="1650" dirty="0">
                  <a:solidFill>
                    <a:schemeClr val="accent1"/>
                  </a:solidFill>
                </a:rPr>
                <a:t>使用说明</a:t>
              </a:r>
              <a:r>
                <a:rPr lang="en-US" altLang="zh-CN" sz="1650" dirty="0">
                  <a:solidFill>
                    <a:schemeClr val="accent1"/>
                  </a:solidFill>
                </a:rPr>
                <a:t>】</a:t>
              </a:r>
            </a:p>
            <a:p>
              <a:pPr algn="ctr"/>
              <a:r>
                <a:rPr lang="en-US" altLang="zh-CN" sz="1650" dirty="0">
                  <a:solidFill>
                    <a:schemeClr val="accent1"/>
                  </a:solidFill>
                </a:rPr>
                <a:t>1.</a:t>
              </a:r>
              <a:r>
                <a:rPr lang="zh-CN" altLang="en-US" sz="1650" dirty="0">
                  <a:solidFill>
                    <a:schemeClr val="accent1"/>
                  </a:solidFill>
                </a:rPr>
                <a:t>点击「图片标志」可以直接添加电脑中的图片</a:t>
              </a:r>
              <a:endParaRPr lang="en-US" altLang="zh-CN" sz="1650" dirty="0">
                <a:solidFill>
                  <a:schemeClr val="accent1"/>
                </a:solidFill>
              </a:endParaRPr>
            </a:p>
            <a:p>
              <a:pPr algn="ctr"/>
              <a:r>
                <a:rPr lang="en-US" altLang="zh-CN" sz="1650" dirty="0">
                  <a:solidFill>
                    <a:schemeClr val="accent1"/>
                  </a:solidFill>
                </a:rPr>
                <a:t>2.</a:t>
              </a:r>
              <a:r>
                <a:rPr lang="zh-CN" altLang="en-US" sz="1650" dirty="0">
                  <a:solidFill>
                    <a:schemeClr val="accent1"/>
                  </a:solidFill>
                </a:rPr>
                <a:t>添加后请将图片「置于底层」</a:t>
              </a:r>
            </a:p>
            <a:p>
              <a:pPr algn="ctr"/>
              <a:r>
                <a:rPr lang="en-US" altLang="zh-CN" sz="1650" dirty="0">
                  <a:solidFill>
                    <a:schemeClr val="accent1"/>
                  </a:solidFill>
                </a:rPr>
                <a:t>3.</a:t>
              </a:r>
              <a:r>
                <a:rPr lang="zh-CN" altLang="en-US" sz="1650" dirty="0">
                  <a:solidFill>
                    <a:schemeClr val="accent1"/>
                  </a:solidFill>
                </a:rPr>
                <a:t>如需调整图片，请用图片的「裁剪」裁剪功能</a:t>
              </a:r>
              <a:endParaRPr lang="en-US" altLang="zh-CN" sz="1650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19" name="图片占位符 14">
            <a:extLst>
              <a:ext uri="{FF2B5EF4-FFF2-40B4-BE49-F238E27FC236}">
                <a16:creationId xmlns:a16="http://schemas.microsoft.com/office/drawing/2014/main" id="{F0F7BC70-B510-48D1-BEC3-28FC37C62AA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6036" y="1047621"/>
            <a:ext cx="8143875" cy="3353186"/>
          </a:xfrm>
          <a:prstGeom prst="roundRect">
            <a:avLst>
              <a:gd name="adj" fmla="val 2153"/>
            </a:avLst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627C6257-37C1-48F0-AC7D-6F24DBFDD9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3682" y="4846056"/>
            <a:ext cx="4616648" cy="415498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 algn="ctr">
              <a:defRPr lang="zh-CN" altLang="en-US" sz="3000" b="1" dirty="0">
                <a:solidFill>
                  <a:schemeClr val="accent1"/>
                </a:solidFill>
                <a:latin typeface="+mn-lt"/>
                <a:ea typeface="+mn-ea"/>
                <a:cs typeface="+mn-ea"/>
              </a:defRPr>
            </a:lvl1pPr>
          </a:lstStyle>
          <a:p>
            <a:pPr lvl="0" algn="dist"/>
            <a:r>
              <a:rPr lang="zh-CN" altLang="en-US" dirty="0"/>
              <a:t>单击此处编辑母版标题样式</a:t>
            </a:r>
          </a:p>
        </p:txBody>
      </p:sp>
      <p:sp>
        <p:nvSpPr>
          <p:cNvPr id="21" name="副标题 2">
            <a:extLst>
              <a:ext uri="{FF2B5EF4-FFF2-40B4-BE49-F238E27FC236}">
                <a16:creationId xmlns:a16="http://schemas.microsoft.com/office/drawing/2014/main" id="{2D5FD67E-61B4-4257-BB3B-D1848BB5F8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46697" y="5385125"/>
            <a:ext cx="2250616" cy="186974"/>
          </a:xfrm>
          <a:prstGeom prst="rect">
            <a:avLst/>
          </a:prstGeom>
          <a:noFill/>
        </p:spPr>
        <p:txBody>
          <a:bodyPr vert="horz" wrap="none" lIns="0" tIns="0" rIns="0" bIns="0" rtlCol="0" anchor="ctr">
            <a:spAutoFit/>
          </a:bodyPr>
          <a:lstStyle>
            <a:lvl1pPr marL="0" indent="0" algn="ctr">
              <a:buNone/>
              <a:defRPr lang="zh-CN" altLang="en-US" sz="1350" b="0" dirty="0">
                <a:solidFill>
                  <a:schemeClr val="bg1">
                    <a:lumMod val="75000"/>
                  </a:schemeClr>
                </a:solidFill>
                <a:cs typeface="+mn-ea"/>
              </a:defRPr>
            </a:lvl1pPr>
          </a:lstStyle>
          <a:p>
            <a:pPr marL="171438" lvl="0" indent="-171438" algn="dist"/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753988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91B8D6-12F1-4AE5-B3C8-4685AA6D8527}" type="datetime1">
              <a:rPr lang="zh-CN" altLang="en-US" smtClean="0"/>
              <a:t>2025/5/25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D9900A-E3A4-43F2-B7EB-E00200672F4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0156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5" Type="http://schemas.openxmlformats.org/officeDocument/2006/relationships/image" Target="../media/image2.jfif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4" Type="http://schemas.openxmlformats.org/officeDocument/2006/relationships/chart" Target="../charts/char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chart" Target="../charts/char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wmf"/><Relationship Id="rId4" Type="http://schemas.openxmlformats.org/officeDocument/2006/relationships/oleObject" Target="../embeddings/oleObject3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chart" Target="../charts/char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chart" Target="../charts/char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chart" Target="../charts/char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chart" Target="../charts/char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矩形: 剪去顶角 152">
            <a:extLst>
              <a:ext uri="{FF2B5EF4-FFF2-40B4-BE49-F238E27FC236}">
                <a16:creationId xmlns:a16="http://schemas.microsoft.com/office/drawing/2014/main" id="{456D6CD9-589A-47BA-AF76-0C0C476E10FB}"/>
              </a:ext>
            </a:extLst>
          </p:cNvPr>
          <p:cNvSpPr/>
          <p:nvPr/>
        </p:nvSpPr>
        <p:spPr>
          <a:xfrm rot="10800000">
            <a:off x="0" y="0"/>
            <a:ext cx="9144000" cy="2301551"/>
          </a:xfrm>
          <a:prstGeom prst="snip2SameRect">
            <a:avLst>
              <a:gd name="adj1" fmla="val 28109"/>
              <a:gd name="adj2" fmla="val 0"/>
            </a:avLst>
          </a:prstGeom>
          <a:solidFill>
            <a:srgbClr val="F040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4" name="矩形: 圆角 153">
            <a:extLst>
              <a:ext uri="{FF2B5EF4-FFF2-40B4-BE49-F238E27FC236}">
                <a16:creationId xmlns:a16="http://schemas.microsoft.com/office/drawing/2014/main" id="{79BFA077-871B-496E-BE45-1930BA63FBFF}"/>
              </a:ext>
            </a:extLst>
          </p:cNvPr>
          <p:cNvSpPr/>
          <p:nvPr/>
        </p:nvSpPr>
        <p:spPr>
          <a:xfrm>
            <a:off x="1126284" y="663489"/>
            <a:ext cx="7322710" cy="1982445"/>
          </a:xfrm>
          <a:prstGeom prst="roundRect">
            <a:avLst>
              <a:gd name="adj" fmla="val 3205"/>
            </a:avLst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sp>
        <p:nvSpPr>
          <p:cNvPr id="155" name="矩形: 圆角 154">
            <a:extLst>
              <a:ext uri="{FF2B5EF4-FFF2-40B4-BE49-F238E27FC236}">
                <a16:creationId xmlns:a16="http://schemas.microsoft.com/office/drawing/2014/main" id="{F5869A70-AE9A-4928-8447-CAECD971C5C3}"/>
              </a:ext>
            </a:extLst>
          </p:cNvPr>
          <p:cNvSpPr/>
          <p:nvPr/>
        </p:nvSpPr>
        <p:spPr>
          <a:xfrm>
            <a:off x="686449" y="778485"/>
            <a:ext cx="8008087" cy="1982445"/>
          </a:xfrm>
          <a:prstGeom prst="roundRect">
            <a:avLst>
              <a:gd name="adj" fmla="val 2053"/>
            </a:avLst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>
              <a:cs typeface="+mn-ea"/>
              <a:sym typeface="+mn-lt"/>
            </a:endParaRPr>
          </a:p>
        </p:txBody>
      </p:sp>
      <p:pic>
        <p:nvPicPr>
          <p:cNvPr id="162" name="图片 1" descr="ABE6E272F2A99A68301EE861A2B_BC29DBB0_F694D">
            <a:extLst>
              <a:ext uri="{FF2B5EF4-FFF2-40B4-BE49-F238E27FC236}">
                <a16:creationId xmlns:a16="http://schemas.microsoft.com/office/drawing/2014/main" id="{4BBC0B3E-9E22-4363-AA5F-E91C0FAE7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934" y="926423"/>
            <a:ext cx="8452980" cy="2497997"/>
          </a:xfrm>
          <a:prstGeom prst="roundRect">
            <a:avLst>
              <a:gd name="adj" fmla="val 2431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" name="矩形 234">
            <a:extLst>
              <a:ext uri="{FF2B5EF4-FFF2-40B4-BE49-F238E27FC236}">
                <a16:creationId xmlns:a16="http://schemas.microsoft.com/office/drawing/2014/main" id="{A94E1998-7524-4598-9CCF-B441B6741F90}"/>
              </a:ext>
            </a:extLst>
          </p:cNvPr>
          <p:cNvSpPr/>
          <p:nvPr/>
        </p:nvSpPr>
        <p:spPr>
          <a:xfrm>
            <a:off x="4023176" y="2301552"/>
            <a:ext cx="8008087" cy="7763441"/>
          </a:xfrm>
          <a:prstGeom prst="rect">
            <a:avLst/>
          </a:prstGeom>
          <a:blipFill dpi="0" rotWithShape="1">
            <a:blip r:embed="rId5">
              <a:alphaModFix amt="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3" name="ba3e13bc-cc22-40db-8abb-361298693e2c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37C83D28-B74F-47D5-9A54-0F2D284B49C2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3536916" y="1028940"/>
            <a:ext cx="1981696" cy="576670"/>
            <a:chOff x="2866708" y="2481344"/>
            <a:chExt cx="6458593" cy="1879440"/>
          </a:xfrm>
          <a:solidFill>
            <a:schemeClr val="bg1"/>
          </a:solidFill>
          <a:effectLst>
            <a:reflection stA="0" endPos="65000" dist="50800" dir="5400000" sy="-100000" algn="bl" rotWithShape="0"/>
          </a:effectLst>
        </p:grpSpPr>
        <p:grpSp>
          <p:nvGrpSpPr>
            <p:cNvPr id="164" name="ïSļïdè">
              <a:extLst>
                <a:ext uri="{FF2B5EF4-FFF2-40B4-BE49-F238E27FC236}">
                  <a16:creationId xmlns:a16="http://schemas.microsoft.com/office/drawing/2014/main" id="{CA6499D8-E8AC-4B56-968A-C88152EF77DC}"/>
                </a:ext>
              </a:extLst>
            </p:cNvPr>
            <p:cNvGrpSpPr/>
            <p:nvPr/>
          </p:nvGrpSpPr>
          <p:grpSpPr>
            <a:xfrm>
              <a:off x="2866708" y="2604783"/>
              <a:ext cx="1724148" cy="1756001"/>
              <a:chOff x="4810125" y="3095626"/>
              <a:chExt cx="687388" cy="700088"/>
            </a:xfrm>
            <a:grpFill/>
          </p:grpSpPr>
          <p:sp>
            <p:nvSpPr>
              <p:cNvPr id="193" name="íşḷidê">
                <a:extLst>
                  <a:ext uri="{FF2B5EF4-FFF2-40B4-BE49-F238E27FC236}">
                    <a16:creationId xmlns:a16="http://schemas.microsoft.com/office/drawing/2014/main" id="{6C71B0AC-FF40-40DE-80F8-6F58D87A2E00}"/>
                  </a:ext>
                </a:extLst>
              </p:cNvPr>
              <p:cNvSpPr/>
              <p:nvPr/>
            </p:nvSpPr>
            <p:spPr bwMode="auto">
              <a:xfrm>
                <a:off x="4810125" y="3095626"/>
                <a:ext cx="687388" cy="700088"/>
              </a:xfrm>
              <a:custGeom>
                <a:avLst/>
                <a:gdLst>
                  <a:gd name="T0" fmla="*/ 104 w 208"/>
                  <a:gd name="T1" fmla="*/ 207 h 210"/>
                  <a:gd name="T2" fmla="*/ 4 w 208"/>
                  <a:gd name="T3" fmla="*/ 105 h 210"/>
                  <a:gd name="T4" fmla="*/ 104 w 208"/>
                  <a:gd name="T5" fmla="*/ 4 h 210"/>
                  <a:gd name="T6" fmla="*/ 204 w 208"/>
                  <a:gd name="T7" fmla="*/ 105 h 210"/>
                  <a:gd name="T8" fmla="*/ 104 w 208"/>
                  <a:gd name="T9" fmla="*/ 207 h 210"/>
                  <a:gd name="T10" fmla="*/ 104 w 208"/>
                  <a:gd name="T11" fmla="*/ 0 h 210"/>
                  <a:gd name="T12" fmla="*/ 0 w 208"/>
                  <a:gd name="T13" fmla="*/ 105 h 210"/>
                  <a:gd name="T14" fmla="*/ 104 w 208"/>
                  <a:gd name="T15" fmla="*/ 210 h 210"/>
                  <a:gd name="T16" fmla="*/ 208 w 208"/>
                  <a:gd name="T17" fmla="*/ 105 h 210"/>
                  <a:gd name="T18" fmla="*/ 104 w 208"/>
                  <a:gd name="T19" fmla="*/ 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8" h="210">
                    <a:moveTo>
                      <a:pt x="104" y="207"/>
                    </a:moveTo>
                    <a:cubicBezTo>
                      <a:pt x="49" y="207"/>
                      <a:pt x="4" y="161"/>
                      <a:pt x="4" y="105"/>
                    </a:cubicBezTo>
                    <a:cubicBezTo>
                      <a:pt x="4" y="49"/>
                      <a:pt x="49" y="4"/>
                      <a:pt x="104" y="4"/>
                    </a:cubicBezTo>
                    <a:cubicBezTo>
                      <a:pt x="159" y="4"/>
                      <a:pt x="204" y="49"/>
                      <a:pt x="204" y="105"/>
                    </a:cubicBezTo>
                    <a:cubicBezTo>
                      <a:pt x="204" y="161"/>
                      <a:pt x="159" y="207"/>
                      <a:pt x="104" y="207"/>
                    </a:cubicBezTo>
                    <a:close/>
                    <a:moveTo>
                      <a:pt x="104" y="0"/>
                    </a:moveTo>
                    <a:cubicBezTo>
                      <a:pt x="47" y="0"/>
                      <a:pt x="0" y="47"/>
                      <a:pt x="0" y="105"/>
                    </a:cubicBezTo>
                    <a:cubicBezTo>
                      <a:pt x="0" y="163"/>
                      <a:pt x="47" y="210"/>
                      <a:pt x="104" y="210"/>
                    </a:cubicBezTo>
                    <a:cubicBezTo>
                      <a:pt x="161" y="210"/>
                      <a:pt x="208" y="163"/>
                      <a:pt x="208" y="105"/>
                    </a:cubicBezTo>
                    <a:cubicBezTo>
                      <a:pt x="208" y="47"/>
                      <a:pt x="161" y="0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194" name="íSľïdé">
                <a:extLst>
                  <a:ext uri="{FF2B5EF4-FFF2-40B4-BE49-F238E27FC236}">
                    <a16:creationId xmlns:a16="http://schemas.microsoft.com/office/drawing/2014/main" id="{B886CB7C-176D-4025-AB4D-62D9B3B1A666}"/>
                  </a:ext>
                </a:extLst>
              </p:cNvPr>
              <p:cNvSpPr/>
              <p:nvPr/>
            </p:nvSpPr>
            <p:spPr bwMode="auto">
              <a:xfrm>
                <a:off x="5384800" y="3559176"/>
                <a:ext cx="46038" cy="30163"/>
              </a:xfrm>
              <a:custGeom>
                <a:avLst/>
                <a:gdLst>
                  <a:gd name="T0" fmla="*/ 29 w 29"/>
                  <a:gd name="T1" fmla="*/ 13 h 19"/>
                  <a:gd name="T2" fmla="*/ 27 w 29"/>
                  <a:gd name="T3" fmla="*/ 19 h 19"/>
                  <a:gd name="T4" fmla="*/ 0 w 29"/>
                  <a:gd name="T5" fmla="*/ 6 h 19"/>
                  <a:gd name="T6" fmla="*/ 4 w 29"/>
                  <a:gd name="T7" fmla="*/ 0 h 19"/>
                  <a:gd name="T8" fmla="*/ 29 w 29"/>
                  <a:gd name="T9" fmla="*/ 13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19">
                    <a:moveTo>
                      <a:pt x="29" y="13"/>
                    </a:moveTo>
                    <a:lnTo>
                      <a:pt x="27" y="19"/>
                    </a:lnTo>
                    <a:lnTo>
                      <a:pt x="0" y="6"/>
                    </a:lnTo>
                    <a:lnTo>
                      <a:pt x="4" y="0"/>
                    </a:lnTo>
                    <a:lnTo>
                      <a:pt x="29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195" name="ïslíḋê">
                <a:extLst>
                  <a:ext uri="{FF2B5EF4-FFF2-40B4-BE49-F238E27FC236}">
                    <a16:creationId xmlns:a16="http://schemas.microsoft.com/office/drawing/2014/main" id="{D5659532-0317-409C-BF5A-5982D82D4960}"/>
                  </a:ext>
                </a:extLst>
              </p:cNvPr>
              <p:cNvSpPr/>
              <p:nvPr/>
            </p:nvSpPr>
            <p:spPr bwMode="auto">
              <a:xfrm>
                <a:off x="5405438" y="3479801"/>
                <a:ext cx="49213" cy="42863"/>
              </a:xfrm>
              <a:custGeom>
                <a:avLst/>
                <a:gdLst>
                  <a:gd name="T0" fmla="*/ 31 w 31"/>
                  <a:gd name="T1" fmla="*/ 14 h 27"/>
                  <a:gd name="T2" fmla="*/ 29 w 31"/>
                  <a:gd name="T3" fmla="*/ 21 h 27"/>
                  <a:gd name="T4" fmla="*/ 19 w 31"/>
                  <a:gd name="T5" fmla="*/ 18 h 27"/>
                  <a:gd name="T6" fmla="*/ 0 w 31"/>
                  <a:gd name="T7" fmla="*/ 27 h 27"/>
                  <a:gd name="T8" fmla="*/ 2 w 31"/>
                  <a:gd name="T9" fmla="*/ 18 h 27"/>
                  <a:gd name="T10" fmla="*/ 14 w 31"/>
                  <a:gd name="T11" fmla="*/ 14 h 27"/>
                  <a:gd name="T12" fmla="*/ 4 w 31"/>
                  <a:gd name="T13" fmla="*/ 6 h 27"/>
                  <a:gd name="T14" fmla="*/ 4 w 31"/>
                  <a:gd name="T15" fmla="*/ 0 h 27"/>
                  <a:gd name="T16" fmla="*/ 19 w 31"/>
                  <a:gd name="T17" fmla="*/ 12 h 27"/>
                  <a:gd name="T18" fmla="*/ 31 w 31"/>
                  <a:gd name="T19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" h="27">
                    <a:moveTo>
                      <a:pt x="31" y="14"/>
                    </a:moveTo>
                    <a:lnTo>
                      <a:pt x="29" y="21"/>
                    </a:lnTo>
                    <a:lnTo>
                      <a:pt x="19" y="18"/>
                    </a:lnTo>
                    <a:lnTo>
                      <a:pt x="0" y="27"/>
                    </a:lnTo>
                    <a:lnTo>
                      <a:pt x="2" y="18"/>
                    </a:lnTo>
                    <a:lnTo>
                      <a:pt x="14" y="14"/>
                    </a:lnTo>
                    <a:lnTo>
                      <a:pt x="4" y="6"/>
                    </a:lnTo>
                    <a:lnTo>
                      <a:pt x="4" y="0"/>
                    </a:lnTo>
                    <a:lnTo>
                      <a:pt x="19" y="12"/>
                    </a:lnTo>
                    <a:lnTo>
                      <a:pt x="31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196" name="işļïḍè">
                <a:extLst>
                  <a:ext uri="{FF2B5EF4-FFF2-40B4-BE49-F238E27FC236}">
                    <a16:creationId xmlns:a16="http://schemas.microsoft.com/office/drawing/2014/main" id="{C1C59D77-89FA-4402-8B63-E54A9332E6EA}"/>
                  </a:ext>
                </a:extLst>
              </p:cNvPr>
              <p:cNvSpPr/>
              <p:nvPr/>
            </p:nvSpPr>
            <p:spPr bwMode="auto">
              <a:xfrm>
                <a:off x="5391150" y="3522663"/>
                <a:ext cx="50800" cy="36513"/>
              </a:xfrm>
              <a:custGeom>
                <a:avLst/>
                <a:gdLst>
                  <a:gd name="T0" fmla="*/ 32 w 32"/>
                  <a:gd name="T1" fmla="*/ 17 h 23"/>
                  <a:gd name="T2" fmla="*/ 32 w 32"/>
                  <a:gd name="T3" fmla="*/ 23 h 23"/>
                  <a:gd name="T4" fmla="*/ 9 w 32"/>
                  <a:gd name="T5" fmla="*/ 15 h 23"/>
                  <a:gd name="T6" fmla="*/ 7 w 32"/>
                  <a:gd name="T7" fmla="*/ 23 h 23"/>
                  <a:gd name="T8" fmla="*/ 0 w 32"/>
                  <a:gd name="T9" fmla="*/ 21 h 23"/>
                  <a:gd name="T10" fmla="*/ 9 w 32"/>
                  <a:gd name="T11" fmla="*/ 0 h 23"/>
                  <a:gd name="T12" fmla="*/ 13 w 32"/>
                  <a:gd name="T13" fmla="*/ 2 h 23"/>
                  <a:gd name="T14" fmla="*/ 11 w 32"/>
                  <a:gd name="T15" fmla="*/ 8 h 23"/>
                  <a:gd name="T16" fmla="*/ 32 w 32"/>
                  <a:gd name="T17" fmla="*/ 17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" h="23">
                    <a:moveTo>
                      <a:pt x="32" y="17"/>
                    </a:moveTo>
                    <a:lnTo>
                      <a:pt x="32" y="23"/>
                    </a:lnTo>
                    <a:lnTo>
                      <a:pt x="9" y="15"/>
                    </a:lnTo>
                    <a:lnTo>
                      <a:pt x="7" y="23"/>
                    </a:lnTo>
                    <a:lnTo>
                      <a:pt x="0" y="21"/>
                    </a:lnTo>
                    <a:lnTo>
                      <a:pt x="9" y="0"/>
                    </a:lnTo>
                    <a:lnTo>
                      <a:pt x="13" y="2"/>
                    </a:lnTo>
                    <a:lnTo>
                      <a:pt x="11" y="8"/>
                    </a:lnTo>
                    <a:lnTo>
                      <a:pt x="32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197" name="í$ļîḓé">
                <a:extLst>
                  <a:ext uri="{FF2B5EF4-FFF2-40B4-BE49-F238E27FC236}">
                    <a16:creationId xmlns:a16="http://schemas.microsoft.com/office/drawing/2014/main" id="{C17CC641-3871-4E7F-B00A-EA4945D08FB5}"/>
                  </a:ext>
                </a:extLst>
              </p:cNvPr>
              <p:cNvSpPr/>
              <p:nvPr/>
            </p:nvSpPr>
            <p:spPr bwMode="auto">
              <a:xfrm>
                <a:off x="5368925" y="3579813"/>
                <a:ext cx="46038" cy="46038"/>
              </a:xfrm>
              <a:custGeom>
                <a:avLst/>
                <a:gdLst>
                  <a:gd name="T0" fmla="*/ 0 w 14"/>
                  <a:gd name="T1" fmla="*/ 6 h 14"/>
                  <a:gd name="T2" fmla="*/ 1 w 14"/>
                  <a:gd name="T3" fmla="*/ 3 h 14"/>
                  <a:gd name="T4" fmla="*/ 4 w 14"/>
                  <a:gd name="T5" fmla="*/ 1 h 14"/>
                  <a:gd name="T6" fmla="*/ 8 w 14"/>
                  <a:gd name="T7" fmla="*/ 1 h 14"/>
                  <a:gd name="T8" fmla="*/ 6 w 14"/>
                  <a:gd name="T9" fmla="*/ 4 h 14"/>
                  <a:gd name="T10" fmla="*/ 5 w 14"/>
                  <a:gd name="T11" fmla="*/ 3 h 14"/>
                  <a:gd name="T12" fmla="*/ 3 w 14"/>
                  <a:gd name="T13" fmla="*/ 5 h 14"/>
                  <a:gd name="T14" fmla="*/ 3 w 14"/>
                  <a:gd name="T15" fmla="*/ 6 h 14"/>
                  <a:gd name="T16" fmla="*/ 3 w 14"/>
                  <a:gd name="T17" fmla="*/ 7 h 14"/>
                  <a:gd name="T18" fmla="*/ 4 w 14"/>
                  <a:gd name="T19" fmla="*/ 7 h 14"/>
                  <a:gd name="T20" fmla="*/ 6 w 14"/>
                  <a:gd name="T21" fmla="*/ 6 h 14"/>
                  <a:gd name="T22" fmla="*/ 9 w 14"/>
                  <a:gd name="T23" fmla="*/ 4 h 14"/>
                  <a:gd name="T24" fmla="*/ 11 w 14"/>
                  <a:gd name="T25" fmla="*/ 3 h 14"/>
                  <a:gd name="T26" fmla="*/ 13 w 14"/>
                  <a:gd name="T27" fmla="*/ 4 h 14"/>
                  <a:gd name="T28" fmla="*/ 14 w 14"/>
                  <a:gd name="T29" fmla="*/ 6 h 14"/>
                  <a:gd name="T30" fmla="*/ 14 w 14"/>
                  <a:gd name="T31" fmla="*/ 8 h 14"/>
                  <a:gd name="T32" fmla="*/ 13 w 14"/>
                  <a:gd name="T33" fmla="*/ 11 h 14"/>
                  <a:gd name="T34" fmla="*/ 10 w 14"/>
                  <a:gd name="T35" fmla="*/ 14 h 14"/>
                  <a:gd name="T36" fmla="*/ 6 w 14"/>
                  <a:gd name="T37" fmla="*/ 13 h 14"/>
                  <a:gd name="T38" fmla="*/ 7 w 14"/>
                  <a:gd name="T39" fmla="*/ 11 h 14"/>
                  <a:gd name="T40" fmla="*/ 10 w 14"/>
                  <a:gd name="T41" fmla="*/ 11 h 14"/>
                  <a:gd name="T42" fmla="*/ 11 w 14"/>
                  <a:gd name="T43" fmla="*/ 10 h 14"/>
                  <a:gd name="T44" fmla="*/ 12 w 14"/>
                  <a:gd name="T45" fmla="*/ 8 h 14"/>
                  <a:gd name="T46" fmla="*/ 11 w 14"/>
                  <a:gd name="T47" fmla="*/ 6 h 14"/>
                  <a:gd name="T48" fmla="*/ 10 w 14"/>
                  <a:gd name="T49" fmla="*/ 6 h 14"/>
                  <a:gd name="T50" fmla="*/ 9 w 14"/>
                  <a:gd name="T51" fmla="*/ 7 h 14"/>
                  <a:gd name="T52" fmla="*/ 7 w 14"/>
                  <a:gd name="T53" fmla="*/ 8 h 14"/>
                  <a:gd name="T54" fmla="*/ 5 w 14"/>
                  <a:gd name="T55" fmla="*/ 10 h 14"/>
                  <a:gd name="T56" fmla="*/ 2 w 14"/>
                  <a:gd name="T57" fmla="*/ 9 h 14"/>
                  <a:gd name="T58" fmla="*/ 0 w 14"/>
                  <a:gd name="T59" fmla="*/ 8 h 14"/>
                  <a:gd name="T60" fmla="*/ 0 w 14"/>
                  <a:gd name="T61" fmla="*/ 6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4" h="14">
                    <a:moveTo>
                      <a:pt x="0" y="6"/>
                    </a:moveTo>
                    <a:cubicBezTo>
                      <a:pt x="0" y="5"/>
                      <a:pt x="1" y="4"/>
                      <a:pt x="1" y="3"/>
                    </a:cubicBezTo>
                    <a:cubicBezTo>
                      <a:pt x="2" y="2"/>
                      <a:pt x="3" y="1"/>
                      <a:pt x="4" y="1"/>
                    </a:cubicBezTo>
                    <a:cubicBezTo>
                      <a:pt x="5" y="0"/>
                      <a:pt x="7" y="1"/>
                      <a:pt x="8" y="1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3"/>
                      <a:pt x="5" y="3"/>
                      <a:pt x="5" y="3"/>
                    </a:cubicBezTo>
                    <a:cubicBezTo>
                      <a:pt x="4" y="4"/>
                      <a:pt x="4" y="4"/>
                      <a:pt x="3" y="5"/>
                    </a:cubicBezTo>
                    <a:cubicBezTo>
                      <a:pt x="3" y="5"/>
                      <a:pt x="2" y="6"/>
                      <a:pt x="3" y="6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3" y="7"/>
                      <a:pt x="4" y="7"/>
                      <a:pt x="4" y="7"/>
                    </a:cubicBezTo>
                    <a:cubicBezTo>
                      <a:pt x="4" y="7"/>
                      <a:pt x="5" y="7"/>
                      <a:pt x="6" y="6"/>
                    </a:cubicBezTo>
                    <a:cubicBezTo>
                      <a:pt x="7" y="5"/>
                      <a:pt x="8" y="4"/>
                      <a:pt x="9" y="4"/>
                    </a:cubicBezTo>
                    <a:cubicBezTo>
                      <a:pt x="9" y="4"/>
                      <a:pt x="10" y="3"/>
                      <a:pt x="11" y="3"/>
                    </a:cubicBezTo>
                    <a:cubicBezTo>
                      <a:pt x="11" y="3"/>
                      <a:pt x="12" y="4"/>
                      <a:pt x="13" y="4"/>
                    </a:cubicBezTo>
                    <a:cubicBezTo>
                      <a:pt x="13" y="5"/>
                      <a:pt x="14" y="5"/>
                      <a:pt x="14" y="6"/>
                    </a:cubicBezTo>
                    <a:cubicBezTo>
                      <a:pt x="14" y="7"/>
                      <a:pt x="14" y="7"/>
                      <a:pt x="14" y="8"/>
                    </a:cubicBezTo>
                    <a:cubicBezTo>
                      <a:pt x="14" y="9"/>
                      <a:pt x="14" y="10"/>
                      <a:pt x="13" y="11"/>
                    </a:cubicBezTo>
                    <a:cubicBezTo>
                      <a:pt x="12" y="12"/>
                      <a:pt x="11" y="13"/>
                      <a:pt x="10" y="14"/>
                    </a:cubicBezTo>
                    <a:cubicBezTo>
                      <a:pt x="9" y="14"/>
                      <a:pt x="7" y="14"/>
                      <a:pt x="6" y="13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8" y="11"/>
                      <a:pt x="9" y="11"/>
                      <a:pt x="10" y="11"/>
                    </a:cubicBezTo>
                    <a:cubicBezTo>
                      <a:pt x="10" y="11"/>
                      <a:pt x="11" y="10"/>
                      <a:pt x="11" y="10"/>
                    </a:cubicBezTo>
                    <a:cubicBezTo>
                      <a:pt x="12" y="9"/>
                      <a:pt x="12" y="8"/>
                      <a:pt x="12" y="8"/>
                    </a:cubicBezTo>
                    <a:cubicBezTo>
                      <a:pt x="12" y="7"/>
                      <a:pt x="12" y="7"/>
                      <a:pt x="11" y="6"/>
                    </a:cubicBezTo>
                    <a:cubicBezTo>
                      <a:pt x="11" y="6"/>
                      <a:pt x="11" y="6"/>
                      <a:pt x="10" y="6"/>
                    </a:cubicBezTo>
                    <a:cubicBezTo>
                      <a:pt x="10" y="6"/>
                      <a:pt x="10" y="6"/>
                      <a:pt x="9" y="7"/>
                    </a:cubicBezTo>
                    <a:cubicBezTo>
                      <a:pt x="9" y="7"/>
                      <a:pt x="8" y="7"/>
                      <a:pt x="7" y="8"/>
                    </a:cubicBezTo>
                    <a:cubicBezTo>
                      <a:pt x="6" y="9"/>
                      <a:pt x="5" y="10"/>
                      <a:pt x="5" y="10"/>
                    </a:cubicBezTo>
                    <a:cubicBezTo>
                      <a:pt x="4" y="10"/>
                      <a:pt x="3" y="10"/>
                      <a:pt x="2" y="9"/>
                    </a:cubicBezTo>
                    <a:cubicBezTo>
                      <a:pt x="1" y="9"/>
                      <a:pt x="1" y="9"/>
                      <a:pt x="0" y="8"/>
                    </a:cubicBezTo>
                    <a:cubicBezTo>
                      <a:pt x="0" y="7"/>
                      <a:pt x="0" y="7"/>
                      <a:pt x="0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198" name="íşļíḑè">
                <a:extLst>
                  <a:ext uri="{FF2B5EF4-FFF2-40B4-BE49-F238E27FC236}">
                    <a16:creationId xmlns:a16="http://schemas.microsoft.com/office/drawing/2014/main" id="{C53DE603-813D-47F2-995E-BA0903659EEE}"/>
                  </a:ext>
                </a:extLst>
              </p:cNvPr>
              <p:cNvSpPr/>
              <p:nvPr/>
            </p:nvSpPr>
            <p:spPr bwMode="auto">
              <a:xfrm>
                <a:off x="5335588" y="3616326"/>
                <a:ext cx="60325" cy="52388"/>
              </a:xfrm>
              <a:custGeom>
                <a:avLst/>
                <a:gdLst>
                  <a:gd name="T0" fmla="*/ 12 w 18"/>
                  <a:gd name="T1" fmla="*/ 9 h 16"/>
                  <a:gd name="T2" fmla="*/ 10 w 18"/>
                  <a:gd name="T3" fmla="*/ 8 h 16"/>
                  <a:gd name="T4" fmla="*/ 9 w 18"/>
                  <a:gd name="T5" fmla="*/ 9 h 16"/>
                  <a:gd name="T6" fmla="*/ 8 w 18"/>
                  <a:gd name="T7" fmla="*/ 9 h 16"/>
                  <a:gd name="T8" fmla="*/ 8 w 18"/>
                  <a:gd name="T9" fmla="*/ 10 h 16"/>
                  <a:gd name="T10" fmla="*/ 12 w 18"/>
                  <a:gd name="T11" fmla="*/ 14 h 16"/>
                  <a:gd name="T12" fmla="*/ 10 w 18"/>
                  <a:gd name="T13" fmla="*/ 16 h 16"/>
                  <a:gd name="T14" fmla="*/ 0 w 18"/>
                  <a:gd name="T15" fmla="*/ 7 h 16"/>
                  <a:gd name="T16" fmla="*/ 4 w 18"/>
                  <a:gd name="T17" fmla="*/ 2 h 16"/>
                  <a:gd name="T18" fmla="*/ 6 w 18"/>
                  <a:gd name="T19" fmla="*/ 0 h 16"/>
                  <a:gd name="T20" fmla="*/ 8 w 18"/>
                  <a:gd name="T21" fmla="*/ 0 h 16"/>
                  <a:gd name="T22" fmla="*/ 10 w 18"/>
                  <a:gd name="T23" fmla="*/ 1 h 16"/>
                  <a:gd name="T24" fmla="*/ 12 w 18"/>
                  <a:gd name="T25" fmla="*/ 3 h 16"/>
                  <a:gd name="T26" fmla="*/ 11 w 18"/>
                  <a:gd name="T27" fmla="*/ 6 h 16"/>
                  <a:gd name="T28" fmla="*/ 12 w 18"/>
                  <a:gd name="T29" fmla="*/ 6 h 16"/>
                  <a:gd name="T30" fmla="*/ 15 w 18"/>
                  <a:gd name="T31" fmla="*/ 6 h 16"/>
                  <a:gd name="T32" fmla="*/ 18 w 18"/>
                  <a:gd name="T33" fmla="*/ 7 h 16"/>
                  <a:gd name="T34" fmla="*/ 16 w 18"/>
                  <a:gd name="T35" fmla="*/ 9 h 16"/>
                  <a:gd name="T36" fmla="*/ 12 w 18"/>
                  <a:gd name="T37" fmla="*/ 9 h 16"/>
                  <a:gd name="T38" fmla="*/ 9 w 18"/>
                  <a:gd name="T39" fmla="*/ 5 h 16"/>
                  <a:gd name="T40" fmla="*/ 9 w 18"/>
                  <a:gd name="T41" fmla="*/ 4 h 16"/>
                  <a:gd name="T42" fmla="*/ 8 w 18"/>
                  <a:gd name="T43" fmla="*/ 3 h 16"/>
                  <a:gd name="T44" fmla="*/ 7 w 18"/>
                  <a:gd name="T45" fmla="*/ 3 h 16"/>
                  <a:gd name="T46" fmla="*/ 6 w 18"/>
                  <a:gd name="T47" fmla="*/ 3 h 16"/>
                  <a:gd name="T48" fmla="*/ 5 w 18"/>
                  <a:gd name="T49" fmla="*/ 5 h 16"/>
                  <a:gd name="T50" fmla="*/ 3 w 18"/>
                  <a:gd name="T51" fmla="*/ 6 h 16"/>
                  <a:gd name="T52" fmla="*/ 6 w 18"/>
                  <a:gd name="T53" fmla="*/ 8 h 16"/>
                  <a:gd name="T54" fmla="*/ 7 w 18"/>
                  <a:gd name="T55" fmla="*/ 7 h 16"/>
                  <a:gd name="T56" fmla="*/ 9 w 18"/>
                  <a:gd name="T57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" h="16">
                    <a:moveTo>
                      <a:pt x="12" y="9"/>
                    </a:moveTo>
                    <a:cubicBezTo>
                      <a:pt x="11" y="8"/>
                      <a:pt x="10" y="8"/>
                      <a:pt x="10" y="8"/>
                    </a:cubicBezTo>
                    <a:cubicBezTo>
                      <a:pt x="10" y="8"/>
                      <a:pt x="9" y="8"/>
                      <a:pt x="9" y="9"/>
                    </a:cubicBezTo>
                    <a:cubicBezTo>
                      <a:pt x="9" y="9"/>
                      <a:pt x="8" y="9"/>
                      <a:pt x="8" y="9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12" y="14"/>
                      <a:pt x="12" y="14"/>
                      <a:pt x="12" y="14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1"/>
                      <a:pt x="6" y="1"/>
                      <a:pt x="6" y="0"/>
                    </a:cubicBezTo>
                    <a:cubicBezTo>
                      <a:pt x="7" y="0"/>
                      <a:pt x="8" y="0"/>
                      <a:pt x="8" y="0"/>
                    </a:cubicBezTo>
                    <a:cubicBezTo>
                      <a:pt x="9" y="0"/>
                      <a:pt x="10" y="1"/>
                      <a:pt x="10" y="1"/>
                    </a:cubicBezTo>
                    <a:cubicBezTo>
                      <a:pt x="11" y="2"/>
                      <a:pt x="11" y="3"/>
                      <a:pt x="12" y="3"/>
                    </a:cubicBezTo>
                    <a:cubicBezTo>
                      <a:pt x="12" y="4"/>
                      <a:pt x="11" y="5"/>
                      <a:pt x="11" y="6"/>
                    </a:cubicBezTo>
                    <a:cubicBezTo>
                      <a:pt x="11" y="6"/>
                      <a:pt x="12" y="6"/>
                      <a:pt x="12" y="6"/>
                    </a:cubicBezTo>
                    <a:cubicBezTo>
                      <a:pt x="13" y="6"/>
                      <a:pt x="14" y="6"/>
                      <a:pt x="15" y="6"/>
                    </a:cubicBezTo>
                    <a:cubicBezTo>
                      <a:pt x="18" y="7"/>
                      <a:pt x="18" y="7"/>
                      <a:pt x="18" y="7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2" y="9"/>
                      <a:pt x="12" y="9"/>
                      <a:pt x="12" y="9"/>
                    </a:cubicBezTo>
                    <a:close/>
                    <a:moveTo>
                      <a:pt x="9" y="5"/>
                    </a:moveTo>
                    <a:cubicBezTo>
                      <a:pt x="9" y="5"/>
                      <a:pt x="9" y="4"/>
                      <a:pt x="9" y="4"/>
                    </a:cubicBezTo>
                    <a:cubicBezTo>
                      <a:pt x="9" y="4"/>
                      <a:pt x="9" y="4"/>
                      <a:pt x="8" y="3"/>
                    </a:cubicBezTo>
                    <a:cubicBezTo>
                      <a:pt x="8" y="3"/>
                      <a:pt x="8" y="3"/>
                      <a:pt x="7" y="3"/>
                    </a:cubicBezTo>
                    <a:cubicBezTo>
                      <a:pt x="7" y="3"/>
                      <a:pt x="7" y="3"/>
                      <a:pt x="6" y="3"/>
                    </a:cubicBez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8" y="6"/>
                      <a:pt x="9" y="5"/>
                      <a:pt x="9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199" name="î$1îḋé">
                <a:extLst>
                  <a:ext uri="{FF2B5EF4-FFF2-40B4-BE49-F238E27FC236}">
                    <a16:creationId xmlns:a16="http://schemas.microsoft.com/office/drawing/2014/main" id="{382D5406-A164-4FC1-BEB9-93383412E9D3}"/>
                  </a:ext>
                </a:extLst>
              </p:cNvPr>
              <p:cNvSpPr/>
              <p:nvPr/>
            </p:nvSpPr>
            <p:spPr bwMode="auto">
              <a:xfrm>
                <a:off x="5302250" y="3641726"/>
                <a:ext cx="57150" cy="57150"/>
              </a:xfrm>
              <a:custGeom>
                <a:avLst/>
                <a:gdLst>
                  <a:gd name="T0" fmla="*/ 19 w 36"/>
                  <a:gd name="T1" fmla="*/ 36 h 36"/>
                  <a:gd name="T2" fmla="*/ 0 w 36"/>
                  <a:gd name="T3" fmla="*/ 15 h 36"/>
                  <a:gd name="T4" fmla="*/ 17 w 36"/>
                  <a:gd name="T5" fmla="*/ 0 h 36"/>
                  <a:gd name="T6" fmla="*/ 19 w 36"/>
                  <a:gd name="T7" fmla="*/ 5 h 36"/>
                  <a:gd name="T8" fmla="*/ 9 w 36"/>
                  <a:gd name="T9" fmla="*/ 15 h 36"/>
                  <a:gd name="T10" fmla="*/ 13 w 36"/>
                  <a:gd name="T11" fmla="*/ 19 h 36"/>
                  <a:gd name="T12" fmla="*/ 23 w 36"/>
                  <a:gd name="T13" fmla="*/ 11 h 36"/>
                  <a:gd name="T14" fmla="*/ 25 w 36"/>
                  <a:gd name="T15" fmla="*/ 15 h 36"/>
                  <a:gd name="T16" fmla="*/ 15 w 36"/>
                  <a:gd name="T17" fmla="*/ 24 h 36"/>
                  <a:gd name="T18" fmla="*/ 19 w 36"/>
                  <a:gd name="T19" fmla="*/ 30 h 36"/>
                  <a:gd name="T20" fmla="*/ 31 w 36"/>
                  <a:gd name="T21" fmla="*/ 19 h 36"/>
                  <a:gd name="T22" fmla="*/ 36 w 36"/>
                  <a:gd name="T23" fmla="*/ 24 h 36"/>
                  <a:gd name="T24" fmla="*/ 19 w 36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" h="36">
                    <a:moveTo>
                      <a:pt x="19" y="36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19" y="5"/>
                    </a:lnTo>
                    <a:lnTo>
                      <a:pt x="9" y="15"/>
                    </a:lnTo>
                    <a:lnTo>
                      <a:pt x="13" y="19"/>
                    </a:lnTo>
                    <a:lnTo>
                      <a:pt x="23" y="11"/>
                    </a:lnTo>
                    <a:lnTo>
                      <a:pt x="25" y="15"/>
                    </a:lnTo>
                    <a:lnTo>
                      <a:pt x="15" y="24"/>
                    </a:lnTo>
                    <a:lnTo>
                      <a:pt x="19" y="30"/>
                    </a:lnTo>
                    <a:lnTo>
                      <a:pt x="31" y="19"/>
                    </a:lnTo>
                    <a:lnTo>
                      <a:pt x="36" y="24"/>
                    </a:lnTo>
                    <a:lnTo>
                      <a:pt x="19" y="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00" name="isļiḋê">
                <a:extLst>
                  <a:ext uri="{FF2B5EF4-FFF2-40B4-BE49-F238E27FC236}">
                    <a16:creationId xmlns:a16="http://schemas.microsoft.com/office/drawing/2014/main" id="{F7069E46-53AE-4C61-B56C-2D2843FCABA6}"/>
                  </a:ext>
                </a:extLst>
              </p:cNvPr>
              <p:cNvSpPr/>
              <p:nvPr/>
            </p:nvSpPr>
            <p:spPr bwMode="auto">
              <a:xfrm>
                <a:off x="5262563" y="3665538"/>
                <a:ext cx="46038" cy="53975"/>
              </a:xfrm>
              <a:custGeom>
                <a:avLst/>
                <a:gdLst>
                  <a:gd name="T0" fmla="*/ 23 w 29"/>
                  <a:gd name="T1" fmla="*/ 0 h 34"/>
                  <a:gd name="T2" fmla="*/ 29 w 29"/>
                  <a:gd name="T3" fmla="*/ 30 h 34"/>
                  <a:gd name="T4" fmla="*/ 23 w 29"/>
                  <a:gd name="T5" fmla="*/ 34 h 34"/>
                  <a:gd name="T6" fmla="*/ 0 w 29"/>
                  <a:gd name="T7" fmla="*/ 15 h 34"/>
                  <a:gd name="T8" fmla="*/ 7 w 29"/>
                  <a:gd name="T9" fmla="*/ 11 h 34"/>
                  <a:gd name="T10" fmla="*/ 23 w 29"/>
                  <a:gd name="T11" fmla="*/ 25 h 34"/>
                  <a:gd name="T12" fmla="*/ 19 w 29"/>
                  <a:gd name="T13" fmla="*/ 4 h 34"/>
                  <a:gd name="T14" fmla="*/ 23 w 29"/>
                  <a:gd name="T15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9" h="34">
                    <a:moveTo>
                      <a:pt x="23" y="0"/>
                    </a:moveTo>
                    <a:lnTo>
                      <a:pt x="29" y="30"/>
                    </a:lnTo>
                    <a:lnTo>
                      <a:pt x="23" y="34"/>
                    </a:lnTo>
                    <a:lnTo>
                      <a:pt x="0" y="15"/>
                    </a:lnTo>
                    <a:lnTo>
                      <a:pt x="7" y="11"/>
                    </a:lnTo>
                    <a:lnTo>
                      <a:pt x="23" y="25"/>
                    </a:lnTo>
                    <a:lnTo>
                      <a:pt x="19" y="4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01" name="íşḷíďè">
                <a:extLst>
                  <a:ext uri="{FF2B5EF4-FFF2-40B4-BE49-F238E27FC236}">
                    <a16:creationId xmlns:a16="http://schemas.microsoft.com/office/drawing/2014/main" id="{B20C4A57-DED3-4BB4-B0DE-3647CDC988E7}"/>
                  </a:ext>
                </a:extLst>
              </p:cNvPr>
              <p:cNvSpPr/>
              <p:nvPr/>
            </p:nvSpPr>
            <p:spPr bwMode="auto">
              <a:xfrm>
                <a:off x="5249863" y="3689351"/>
                <a:ext cx="26988" cy="42863"/>
              </a:xfrm>
              <a:custGeom>
                <a:avLst/>
                <a:gdLst>
                  <a:gd name="T0" fmla="*/ 17 w 17"/>
                  <a:gd name="T1" fmla="*/ 25 h 27"/>
                  <a:gd name="T2" fmla="*/ 12 w 17"/>
                  <a:gd name="T3" fmla="*/ 27 h 27"/>
                  <a:gd name="T4" fmla="*/ 0 w 17"/>
                  <a:gd name="T5" fmla="*/ 2 h 27"/>
                  <a:gd name="T6" fmla="*/ 6 w 17"/>
                  <a:gd name="T7" fmla="*/ 0 h 27"/>
                  <a:gd name="T8" fmla="*/ 17 w 17"/>
                  <a:gd name="T9" fmla="*/ 2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7">
                    <a:moveTo>
                      <a:pt x="17" y="25"/>
                    </a:moveTo>
                    <a:lnTo>
                      <a:pt x="12" y="27"/>
                    </a:lnTo>
                    <a:lnTo>
                      <a:pt x="0" y="2"/>
                    </a:lnTo>
                    <a:lnTo>
                      <a:pt x="6" y="0"/>
                    </a:lnTo>
                    <a:lnTo>
                      <a:pt x="17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02" name="ïṩľíḓê">
                <a:extLst>
                  <a:ext uri="{FF2B5EF4-FFF2-40B4-BE49-F238E27FC236}">
                    <a16:creationId xmlns:a16="http://schemas.microsoft.com/office/drawing/2014/main" id="{357DB665-262F-41AD-BFF3-01C30F7D4044}"/>
                  </a:ext>
                </a:extLst>
              </p:cNvPr>
              <p:cNvSpPr/>
              <p:nvPr/>
            </p:nvSpPr>
            <p:spPr bwMode="auto">
              <a:xfrm>
                <a:off x="5207000" y="3695701"/>
                <a:ext cx="46038" cy="53975"/>
              </a:xfrm>
              <a:custGeom>
                <a:avLst/>
                <a:gdLst>
                  <a:gd name="T0" fmla="*/ 23 w 29"/>
                  <a:gd name="T1" fmla="*/ 0 h 34"/>
                  <a:gd name="T2" fmla="*/ 29 w 29"/>
                  <a:gd name="T3" fmla="*/ 27 h 34"/>
                  <a:gd name="T4" fmla="*/ 25 w 29"/>
                  <a:gd name="T5" fmla="*/ 29 h 34"/>
                  <a:gd name="T6" fmla="*/ 8 w 29"/>
                  <a:gd name="T7" fmla="*/ 15 h 34"/>
                  <a:gd name="T8" fmla="*/ 12 w 29"/>
                  <a:gd name="T9" fmla="*/ 32 h 34"/>
                  <a:gd name="T10" fmla="*/ 8 w 29"/>
                  <a:gd name="T11" fmla="*/ 34 h 34"/>
                  <a:gd name="T12" fmla="*/ 0 w 29"/>
                  <a:gd name="T13" fmla="*/ 6 h 34"/>
                  <a:gd name="T14" fmla="*/ 6 w 29"/>
                  <a:gd name="T15" fmla="*/ 4 h 34"/>
                  <a:gd name="T16" fmla="*/ 23 w 29"/>
                  <a:gd name="T17" fmla="*/ 19 h 34"/>
                  <a:gd name="T18" fmla="*/ 17 w 29"/>
                  <a:gd name="T19" fmla="*/ 2 h 34"/>
                  <a:gd name="T20" fmla="*/ 23 w 29"/>
                  <a:gd name="T21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9" h="34">
                    <a:moveTo>
                      <a:pt x="23" y="0"/>
                    </a:moveTo>
                    <a:lnTo>
                      <a:pt x="29" y="27"/>
                    </a:lnTo>
                    <a:lnTo>
                      <a:pt x="25" y="29"/>
                    </a:lnTo>
                    <a:lnTo>
                      <a:pt x="8" y="15"/>
                    </a:lnTo>
                    <a:lnTo>
                      <a:pt x="12" y="32"/>
                    </a:lnTo>
                    <a:lnTo>
                      <a:pt x="8" y="34"/>
                    </a:lnTo>
                    <a:lnTo>
                      <a:pt x="0" y="6"/>
                    </a:lnTo>
                    <a:lnTo>
                      <a:pt x="6" y="4"/>
                    </a:lnTo>
                    <a:lnTo>
                      <a:pt x="23" y="19"/>
                    </a:lnTo>
                    <a:lnTo>
                      <a:pt x="17" y="2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03" name="íšlïḑe">
                <a:extLst>
                  <a:ext uri="{FF2B5EF4-FFF2-40B4-BE49-F238E27FC236}">
                    <a16:creationId xmlns:a16="http://schemas.microsoft.com/office/drawing/2014/main" id="{B877212B-AC1B-433C-9588-BD8A2797468C}"/>
                  </a:ext>
                </a:extLst>
              </p:cNvPr>
              <p:cNvSpPr/>
              <p:nvPr/>
            </p:nvSpPr>
            <p:spPr bwMode="auto">
              <a:xfrm>
                <a:off x="5164138" y="3705226"/>
                <a:ext cx="36513" cy="50800"/>
              </a:xfrm>
              <a:custGeom>
                <a:avLst/>
                <a:gdLst>
                  <a:gd name="T0" fmla="*/ 9 w 11"/>
                  <a:gd name="T1" fmla="*/ 8 h 15"/>
                  <a:gd name="T2" fmla="*/ 8 w 11"/>
                  <a:gd name="T3" fmla="*/ 1 h 15"/>
                  <a:gd name="T4" fmla="*/ 11 w 11"/>
                  <a:gd name="T5" fmla="*/ 0 h 15"/>
                  <a:gd name="T6" fmla="*/ 11 w 11"/>
                  <a:gd name="T7" fmla="*/ 7 h 15"/>
                  <a:gd name="T8" fmla="*/ 11 w 11"/>
                  <a:gd name="T9" fmla="*/ 11 h 15"/>
                  <a:gd name="T10" fmla="*/ 11 w 11"/>
                  <a:gd name="T11" fmla="*/ 13 h 15"/>
                  <a:gd name="T12" fmla="*/ 9 w 11"/>
                  <a:gd name="T13" fmla="*/ 14 h 15"/>
                  <a:gd name="T14" fmla="*/ 7 w 11"/>
                  <a:gd name="T15" fmla="*/ 14 h 15"/>
                  <a:gd name="T16" fmla="*/ 4 w 11"/>
                  <a:gd name="T17" fmla="*/ 14 h 15"/>
                  <a:gd name="T18" fmla="*/ 2 w 11"/>
                  <a:gd name="T19" fmla="*/ 13 h 15"/>
                  <a:gd name="T20" fmla="*/ 1 w 11"/>
                  <a:gd name="T21" fmla="*/ 12 h 15"/>
                  <a:gd name="T22" fmla="*/ 1 w 11"/>
                  <a:gd name="T23" fmla="*/ 8 h 15"/>
                  <a:gd name="T24" fmla="*/ 0 w 11"/>
                  <a:gd name="T25" fmla="*/ 1 h 15"/>
                  <a:gd name="T26" fmla="*/ 3 w 11"/>
                  <a:gd name="T27" fmla="*/ 1 h 15"/>
                  <a:gd name="T28" fmla="*/ 3 w 11"/>
                  <a:gd name="T29" fmla="*/ 8 h 15"/>
                  <a:gd name="T30" fmla="*/ 4 w 11"/>
                  <a:gd name="T31" fmla="*/ 11 h 15"/>
                  <a:gd name="T32" fmla="*/ 4 w 11"/>
                  <a:gd name="T33" fmla="*/ 12 h 15"/>
                  <a:gd name="T34" fmla="*/ 6 w 11"/>
                  <a:gd name="T35" fmla="*/ 12 h 15"/>
                  <a:gd name="T36" fmla="*/ 8 w 11"/>
                  <a:gd name="T37" fmla="*/ 12 h 15"/>
                  <a:gd name="T38" fmla="*/ 9 w 11"/>
                  <a:gd name="T39" fmla="*/ 10 h 15"/>
                  <a:gd name="T40" fmla="*/ 9 w 11"/>
                  <a:gd name="T41" fmla="*/ 8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1" h="15">
                    <a:moveTo>
                      <a:pt x="9" y="8"/>
                    </a:moveTo>
                    <a:cubicBezTo>
                      <a:pt x="8" y="1"/>
                      <a:pt x="8" y="1"/>
                      <a:pt x="8" y="1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11" y="10"/>
                      <a:pt x="11" y="11"/>
                    </a:cubicBezTo>
                    <a:cubicBezTo>
                      <a:pt x="11" y="12"/>
                      <a:pt x="11" y="12"/>
                      <a:pt x="11" y="13"/>
                    </a:cubicBezTo>
                    <a:cubicBezTo>
                      <a:pt x="10" y="13"/>
                      <a:pt x="10" y="14"/>
                      <a:pt x="9" y="14"/>
                    </a:cubicBezTo>
                    <a:cubicBezTo>
                      <a:pt x="9" y="14"/>
                      <a:pt x="8" y="14"/>
                      <a:pt x="7" y="14"/>
                    </a:cubicBezTo>
                    <a:cubicBezTo>
                      <a:pt x="5" y="15"/>
                      <a:pt x="4" y="15"/>
                      <a:pt x="4" y="14"/>
                    </a:cubicBezTo>
                    <a:cubicBezTo>
                      <a:pt x="3" y="14"/>
                      <a:pt x="2" y="14"/>
                      <a:pt x="2" y="13"/>
                    </a:cubicBezTo>
                    <a:cubicBezTo>
                      <a:pt x="2" y="13"/>
                      <a:pt x="1" y="12"/>
                      <a:pt x="1" y="12"/>
                    </a:cubicBezTo>
                    <a:cubicBezTo>
                      <a:pt x="1" y="11"/>
                      <a:pt x="1" y="10"/>
                      <a:pt x="1" y="8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3" y="9"/>
                      <a:pt x="3" y="10"/>
                      <a:pt x="4" y="11"/>
                    </a:cubicBezTo>
                    <a:cubicBezTo>
                      <a:pt x="4" y="11"/>
                      <a:pt x="4" y="12"/>
                      <a:pt x="4" y="12"/>
                    </a:cubicBezTo>
                    <a:cubicBezTo>
                      <a:pt x="5" y="12"/>
                      <a:pt x="6" y="12"/>
                      <a:pt x="6" y="12"/>
                    </a:cubicBezTo>
                    <a:cubicBezTo>
                      <a:pt x="7" y="12"/>
                      <a:pt x="8" y="12"/>
                      <a:pt x="8" y="12"/>
                    </a:cubicBezTo>
                    <a:cubicBezTo>
                      <a:pt x="8" y="11"/>
                      <a:pt x="9" y="11"/>
                      <a:pt x="9" y="10"/>
                    </a:cubicBezTo>
                    <a:cubicBezTo>
                      <a:pt x="9" y="10"/>
                      <a:pt x="9" y="9"/>
                      <a:pt x="9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04" name="iṥļïḓê">
                <a:extLst>
                  <a:ext uri="{FF2B5EF4-FFF2-40B4-BE49-F238E27FC236}">
                    <a16:creationId xmlns:a16="http://schemas.microsoft.com/office/drawing/2014/main" id="{D22BF7FE-FB4E-4BDF-BD10-0C95AC12F2E3}"/>
                  </a:ext>
                </a:extLst>
              </p:cNvPr>
              <p:cNvSpPr/>
              <p:nvPr/>
            </p:nvSpPr>
            <p:spPr bwMode="auto">
              <a:xfrm>
                <a:off x="5091113" y="3705226"/>
                <a:ext cx="42863" cy="47625"/>
              </a:xfrm>
              <a:custGeom>
                <a:avLst/>
                <a:gdLst>
                  <a:gd name="T0" fmla="*/ 9 w 13"/>
                  <a:gd name="T1" fmla="*/ 11 h 14"/>
                  <a:gd name="T2" fmla="*/ 10 w 13"/>
                  <a:gd name="T3" fmla="*/ 9 h 14"/>
                  <a:gd name="T4" fmla="*/ 7 w 13"/>
                  <a:gd name="T5" fmla="*/ 9 h 14"/>
                  <a:gd name="T6" fmla="*/ 7 w 13"/>
                  <a:gd name="T7" fmla="*/ 6 h 14"/>
                  <a:gd name="T8" fmla="*/ 13 w 13"/>
                  <a:gd name="T9" fmla="*/ 7 h 14"/>
                  <a:gd name="T10" fmla="*/ 12 w 13"/>
                  <a:gd name="T11" fmla="*/ 13 h 14"/>
                  <a:gd name="T12" fmla="*/ 9 w 13"/>
                  <a:gd name="T13" fmla="*/ 14 h 14"/>
                  <a:gd name="T14" fmla="*/ 6 w 13"/>
                  <a:gd name="T15" fmla="*/ 14 h 14"/>
                  <a:gd name="T16" fmla="*/ 2 w 13"/>
                  <a:gd name="T17" fmla="*/ 12 h 14"/>
                  <a:gd name="T18" fmla="*/ 0 w 13"/>
                  <a:gd name="T19" fmla="*/ 9 h 14"/>
                  <a:gd name="T20" fmla="*/ 0 w 13"/>
                  <a:gd name="T21" fmla="*/ 6 h 14"/>
                  <a:gd name="T22" fmla="*/ 2 w 13"/>
                  <a:gd name="T23" fmla="*/ 2 h 14"/>
                  <a:gd name="T24" fmla="*/ 5 w 13"/>
                  <a:gd name="T25" fmla="*/ 0 h 14"/>
                  <a:gd name="T26" fmla="*/ 8 w 13"/>
                  <a:gd name="T27" fmla="*/ 0 h 14"/>
                  <a:gd name="T28" fmla="*/ 12 w 13"/>
                  <a:gd name="T29" fmla="*/ 2 h 14"/>
                  <a:gd name="T30" fmla="*/ 13 w 13"/>
                  <a:gd name="T31" fmla="*/ 5 h 14"/>
                  <a:gd name="T32" fmla="*/ 10 w 13"/>
                  <a:gd name="T33" fmla="*/ 5 h 14"/>
                  <a:gd name="T34" fmla="*/ 9 w 13"/>
                  <a:gd name="T35" fmla="*/ 3 h 14"/>
                  <a:gd name="T36" fmla="*/ 8 w 13"/>
                  <a:gd name="T37" fmla="*/ 2 h 14"/>
                  <a:gd name="T38" fmla="*/ 5 w 13"/>
                  <a:gd name="T39" fmla="*/ 3 h 14"/>
                  <a:gd name="T40" fmla="*/ 3 w 13"/>
                  <a:gd name="T41" fmla="*/ 6 h 14"/>
                  <a:gd name="T42" fmla="*/ 4 w 13"/>
                  <a:gd name="T43" fmla="*/ 10 h 14"/>
                  <a:gd name="T44" fmla="*/ 6 w 13"/>
                  <a:gd name="T45" fmla="*/ 11 h 14"/>
                  <a:gd name="T46" fmla="*/ 8 w 13"/>
                  <a:gd name="T47" fmla="*/ 11 h 14"/>
                  <a:gd name="T48" fmla="*/ 9 w 13"/>
                  <a:gd name="T49" fmla="*/ 11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3" h="14">
                    <a:moveTo>
                      <a:pt x="9" y="11"/>
                    </a:moveTo>
                    <a:cubicBezTo>
                      <a:pt x="10" y="9"/>
                      <a:pt x="10" y="9"/>
                      <a:pt x="10" y="9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13"/>
                      <a:pt x="12" y="13"/>
                      <a:pt x="12" y="13"/>
                    </a:cubicBezTo>
                    <a:cubicBezTo>
                      <a:pt x="11" y="13"/>
                      <a:pt x="10" y="13"/>
                      <a:pt x="9" y="14"/>
                    </a:cubicBezTo>
                    <a:cubicBezTo>
                      <a:pt x="8" y="14"/>
                      <a:pt x="7" y="14"/>
                      <a:pt x="6" y="14"/>
                    </a:cubicBezTo>
                    <a:cubicBezTo>
                      <a:pt x="5" y="14"/>
                      <a:pt x="3" y="13"/>
                      <a:pt x="2" y="12"/>
                    </a:cubicBezTo>
                    <a:cubicBezTo>
                      <a:pt x="1" y="12"/>
                      <a:pt x="1" y="11"/>
                      <a:pt x="0" y="9"/>
                    </a:cubicBezTo>
                    <a:cubicBezTo>
                      <a:pt x="0" y="8"/>
                      <a:pt x="0" y="7"/>
                      <a:pt x="0" y="6"/>
                    </a:cubicBezTo>
                    <a:cubicBezTo>
                      <a:pt x="0" y="4"/>
                      <a:pt x="1" y="3"/>
                      <a:pt x="2" y="2"/>
                    </a:cubicBezTo>
                    <a:cubicBezTo>
                      <a:pt x="2" y="1"/>
                      <a:pt x="3" y="1"/>
                      <a:pt x="5" y="0"/>
                    </a:cubicBezTo>
                    <a:cubicBezTo>
                      <a:pt x="6" y="0"/>
                      <a:pt x="7" y="0"/>
                      <a:pt x="8" y="0"/>
                    </a:cubicBezTo>
                    <a:cubicBezTo>
                      <a:pt x="10" y="0"/>
                      <a:pt x="11" y="1"/>
                      <a:pt x="12" y="2"/>
                    </a:cubicBezTo>
                    <a:cubicBezTo>
                      <a:pt x="13" y="2"/>
                      <a:pt x="13" y="3"/>
                      <a:pt x="13" y="5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0" y="4"/>
                      <a:pt x="10" y="4"/>
                      <a:pt x="9" y="3"/>
                    </a:cubicBezTo>
                    <a:cubicBezTo>
                      <a:pt x="9" y="3"/>
                      <a:pt x="8" y="2"/>
                      <a:pt x="8" y="2"/>
                    </a:cubicBezTo>
                    <a:cubicBezTo>
                      <a:pt x="6" y="2"/>
                      <a:pt x="5" y="2"/>
                      <a:pt x="5" y="3"/>
                    </a:cubicBezTo>
                    <a:cubicBezTo>
                      <a:pt x="4" y="4"/>
                      <a:pt x="3" y="5"/>
                      <a:pt x="3" y="6"/>
                    </a:cubicBezTo>
                    <a:cubicBezTo>
                      <a:pt x="3" y="8"/>
                      <a:pt x="3" y="9"/>
                      <a:pt x="4" y="10"/>
                    </a:cubicBezTo>
                    <a:cubicBezTo>
                      <a:pt x="4" y="11"/>
                      <a:pt x="5" y="11"/>
                      <a:pt x="6" y="11"/>
                    </a:cubicBezTo>
                    <a:cubicBezTo>
                      <a:pt x="7" y="12"/>
                      <a:pt x="7" y="12"/>
                      <a:pt x="8" y="11"/>
                    </a:cubicBezTo>
                    <a:cubicBezTo>
                      <a:pt x="9" y="11"/>
                      <a:pt x="9" y="11"/>
                      <a:pt x="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05" name="îṩḷïḓè">
                <a:extLst>
                  <a:ext uri="{FF2B5EF4-FFF2-40B4-BE49-F238E27FC236}">
                    <a16:creationId xmlns:a16="http://schemas.microsoft.com/office/drawing/2014/main" id="{B0711878-7BA0-46E6-9093-7FBCD816A5FF}"/>
                  </a:ext>
                </a:extLst>
              </p:cNvPr>
              <p:cNvSpPr/>
              <p:nvPr/>
            </p:nvSpPr>
            <p:spPr bwMode="auto">
              <a:xfrm>
                <a:off x="5038725" y="3689351"/>
                <a:ext cx="49213" cy="52388"/>
              </a:xfrm>
              <a:custGeom>
                <a:avLst/>
                <a:gdLst>
                  <a:gd name="T0" fmla="*/ 21 w 31"/>
                  <a:gd name="T1" fmla="*/ 23 h 33"/>
                  <a:gd name="T2" fmla="*/ 27 w 31"/>
                  <a:gd name="T3" fmla="*/ 6 h 33"/>
                  <a:gd name="T4" fmla="*/ 31 w 31"/>
                  <a:gd name="T5" fmla="*/ 8 h 33"/>
                  <a:gd name="T6" fmla="*/ 23 w 31"/>
                  <a:gd name="T7" fmla="*/ 33 h 33"/>
                  <a:gd name="T8" fmla="*/ 16 w 31"/>
                  <a:gd name="T9" fmla="*/ 31 h 33"/>
                  <a:gd name="T10" fmla="*/ 12 w 31"/>
                  <a:gd name="T11" fmla="*/ 10 h 33"/>
                  <a:gd name="T12" fmla="*/ 6 w 31"/>
                  <a:gd name="T13" fmla="*/ 29 h 33"/>
                  <a:gd name="T14" fmla="*/ 0 w 31"/>
                  <a:gd name="T15" fmla="*/ 27 h 33"/>
                  <a:gd name="T16" fmla="*/ 10 w 31"/>
                  <a:gd name="T17" fmla="*/ 0 h 33"/>
                  <a:gd name="T18" fmla="*/ 14 w 31"/>
                  <a:gd name="T19" fmla="*/ 2 h 33"/>
                  <a:gd name="T20" fmla="*/ 21 w 31"/>
                  <a:gd name="T21" fmla="*/ 2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1" h="33">
                    <a:moveTo>
                      <a:pt x="21" y="23"/>
                    </a:moveTo>
                    <a:lnTo>
                      <a:pt x="27" y="6"/>
                    </a:lnTo>
                    <a:lnTo>
                      <a:pt x="31" y="8"/>
                    </a:lnTo>
                    <a:lnTo>
                      <a:pt x="23" y="33"/>
                    </a:lnTo>
                    <a:lnTo>
                      <a:pt x="16" y="31"/>
                    </a:lnTo>
                    <a:lnTo>
                      <a:pt x="12" y="10"/>
                    </a:lnTo>
                    <a:lnTo>
                      <a:pt x="6" y="29"/>
                    </a:lnTo>
                    <a:lnTo>
                      <a:pt x="0" y="27"/>
                    </a:lnTo>
                    <a:lnTo>
                      <a:pt x="10" y="0"/>
                    </a:lnTo>
                    <a:lnTo>
                      <a:pt x="14" y="2"/>
                    </a:lnTo>
                    <a:lnTo>
                      <a:pt x="21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06" name="ïśḻïdê">
                <a:extLst>
                  <a:ext uri="{FF2B5EF4-FFF2-40B4-BE49-F238E27FC236}">
                    <a16:creationId xmlns:a16="http://schemas.microsoft.com/office/drawing/2014/main" id="{0E89A813-1716-4D6E-9296-25BD4FE70E91}"/>
                  </a:ext>
                </a:extLst>
              </p:cNvPr>
              <p:cNvSpPr/>
              <p:nvPr/>
            </p:nvSpPr>
            <p:spPr bwMode="auto">
              <a:xfrm>
                <a:off x="4995863" y="3671888"/>
                <a:ext cx="46038" cy="47625"/>
              </a:xfrm>
              <a:custGeom>
                <a:avLst/>
                <a:gdLst>
                  <a:gd name="T0" fmla="*/ 6 w 14"/>
                  <a:gd name="T1" fmla="*/ 3 h 14"/>
                  <a:gd name="T2" fmla="*/ 4 w 14"/>
                  <a:gd name="T3" fmla="*/ 5 h 14"/>
                  <a:gd name="T4" fmla="*/ 3 w 14"/>
                  <a:gd name="T5" fmla="*/ 9 h 14"/>
                  <a:gd name="T6" fmla="*/ 5 w 14"/>
                  <a:gd name="T7" fmla="*/ 11 h 14"/>
                  <a:gd name="T8" fmla="*/ 7 w 14"/>
                  <a:gd name="T9" fmla="*/ 11 h 14"/>
                  <a:gd name="T10" fmla="*/ 10 w 14"/>
                  <a:gd name="T11" fmla="*/ 9 h 14"/>
                  <a:gd name="T12" fmla="*/ 11 w 14"/>
                  <a:gd name="T13" fmla="*/ 6 h 14"/>
                  <a:gd name="T14" fmla="*/ 9 w 14"/>
                  <a:gd name="T15" fmla="*/ 3 h 14"/>
                  <a:gd name="T16" fmla="*/ 6 w 14"/>
                  <a:gd name="T17" fmla="*/ 3 h 14"/>
                  <a:gd name="T18" fmla="*/ 8 w 14"/>
                  <a:gd name="T19" fmla="*/ 14 h 14"/>
                  <a:gd name="T20" fmla="*/ 3 w 14"/>
                  <a:gd name="T21" fmla="*/ 13 h 14"/>
                  <a:gd name="T22" fmla="*/ 0 w 14"/>
                  <a:gd name="T23" fmla="*/ 9 h 14"/>
                  <a:gd name="T24" fmla="*/ 1 w 14"/>
                  <a:gd name="T25" fmla="*/ 4 h 14"/>
                  <a:gd name="T26" fmla="*/ 4 w 14"/>
                  <a:gd name="T27" fmla="*/ 1 h 14"/>
                  <a:gd name="T28" fmla="*/ 6 w 14"/>
                  <a:gd name="T29" fmla="*/ 0 h 14"/>
                  <a:gd name="T30" fmla="*/ 8 w 14"/>
                  <a:gd name="T31" fmla="*/ 0 h 14"/>
                  <a:gd name="T32" fmla="*/ 11 w 14"/>
                  <a:gd name="T33" fmla="*/ 1 h 14"/>
                  <a:gd name="T34" fmla="*/ 14 w 14"/>
                  <a:gd name="T35" fmla="*/ 5 h 14"/>
                  <a:gd name="T36" fmla="*/ 13 w 14"/>
                  <a:gd name="T37" fmla="*/ 11 h 14"/>
                  <a:gd name="T38" fmla="*/ 8 w 14"/>
                  <a:gd name="T39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4" h="14">
                    <a:moveTo>
                      <a:pt x="6" y="3"/>
                    </a:move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3" y="8"/>
                      <a:pt x="3" y="9"/>
                    </a:cubicBezTo>
                    <a:cubicBezTo>
                      <a:pt x="3" y="10"/>
                      <a:pt x="4" y="11"/>
                      <a:pt x="5" y="11"/>
                    </a:cubicBezTo>
                    <a:cubicBezTo>
                      <a:pt x="5" y="12"/>
                      <a:pt x="6" y="12"/>
                      <a:pt x="7" y="11"/>
                    </a:cubicBezTo>
                    <a:cubicBezTo>
                      <a:pt x="8" y="11"/>
                      <a:pt x="9" y="10"/>
                      <a:pt x="10" y="9"/>
                    </a:cubicBezTo>
                    <a:cubicBezTo>
                      <a:pt x="11" y="8"/>
                      <a:pt x="11" y="7"/>
                      <a:pt x="11" y="6"/>
                    </a:cubicBezTo>
                    <a:cubicBezTo>
                      <a:pt x="11" y="5"/>
                      <a:pt x="10" y="4"/>
                      <a:pt x="9" y="3"/>
                    </a:cubicBezTo>
                    <a:cubicBezTo>
                      <a:pt x="8" y="3"/>
                      <a:pt x="7" y="2"/>
                      <a:pt x="6" y="3"/>
                    </a:cubicBezTo>
                    <a:close/>
                    <a:moveTo>
                      <a:pt x="8" y="14"/>
                    </a:moveTo>
                    <a:cubicBezTo>
                      <a:pt x="7" y="14"/>
                      <a:pt x="5" y="14"/>
                      <a:pt x="3" y="13"/>
                    </a:cubicBezTo>
                    <a:cubicBezTo>
                      <a:pt x="2" y="12"/>
                      <a:pt x="1" y="11"/>
                      <a:pt x="0" y="9"/>
                    </a:cubicBezTo>
                    <a:cubicBezTo>
                      <a:pt x="0" y="7"/>
                      <a:pt x="0" y="6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4" y="1"/>
                      <a:pt x="5" y="0"/>
                      <a:pt x="6" y="0"/>
                    </a:cubicBezTo>
                    <a:cubicBezTo>
                      <a:pt x="6" y="0"/>
                      <a:pt x="7" y="0"/>
                      <a:pt x="8" y="0"/>
                    </a:cubicBezTo>
                    <a:cubicBezTo>
                      <a:pt x="9" y="0"/>
                      <a:pt x="10" y="1"/>
                      <a:pt x="11" y="1"/>
                    </a:cubicBezTo>
                    <a:cubicBezTo>
                      <a:pt x="12" y="2"/>
                      <a:pt x="13" y="4"/>
                      <a:pt x="14" y="5"/>
                    </a:cubicBezTo>
                    <a:cubicBezTo>
                      <a:pt x="14" y="7"/>
                      <a:pt x="14" y="9"/>
                      <a:pt x="13" y="11"/>
                    </a:cubicBezTo>
                    <a:cubicBezTo>
                      <a:pt x="11" y="12"/>
                      <a:pt x="10" y="13"/>
                      <a:pt x="8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07" name="ïSḻíḑe">
                <a:extLst>
                  <a:ext uri="{FF2B5EF4-FFF2-40B4-BE49-F238E27FC236}">
                    <a16:creationId xmlns:a16="http://schemas.microsoft.com/office/drawing/2014/main" id="{9414411B-BAC5-4B9E-9063-394F0E3D1B84}"/>
                  </a:ext>
                </a:extLst>
              </p:cNvPr>
              <p:cNvSpPr/>
              <p:nvPr/>
            </p:nvSpPr>
            <p:spPr bwMode="auto">
              <a:xfrm>
                <a:off x="4948238" y="3638551"/>
                <a:ext cx="50800" cy="50800"/>
              </a:xfrm>
              <a:custGeom>
                <a:avLst/>
                <a:gdLst>
                  <a:gd name="T0" fmla="*/ 9 w 15"/>
                  <a:gd name="T1" fmla="*/ 3 h 15"/>
                  <a:gd name="T2" fmla="*/ 3 w 15"/>
                  <a:gd name="T3" fmla="*/ 10 h 15"/>
                  <a:gd name="T4" fmla="*/ 5 w 15"/>
                  <a:gd name="T5" fmla="*/ 11 h 15"/>
                  <a:gd name="T6" fmla="*/ 6 w 15"/>
                  <a:gd name="T7" fmla="*/ 12 h 15"/>
                  <a:gd name="T8" fmla="*/ 7 w 15"/>
                  <a:gd name="T9" fmla="*/ 13 h 15"/>
                  <a:gd name="T10" fmla="*/ 9 w 15"/>
                  <a:gd name="T11" fmla="*/ 12 h 15"/>
                  <a:gd name="T12" fmla="*/ 11 w 15"/>
                  <a:gd name="T13" fmla="*/ 10 h 15"/>
                  <a:gd name="T14" fmla="*/ 12 w 15"/>
                  <a:gd name="T15" fmla="*/ 8 h 15"/>
                  <a:gd name="T16" fmla="*/ 12 w 15"/>
                  <a:gd name="T17" fmla="*/ 7 h 15"/>
                  <a:gd name="T18" fmla="*/ 12 w 15"/>
                  <a:gd name="T19" fmla="*/ 6 h 15"/>
                  <a:gd name="T20" fmla="*/ 10 w 15"/>
                  <a:gd name="T21" fmla="*/ 4 h 15"/>
                  <a:gd name="T22" fmla="*/ 9 w 15"/>
                  <a:gd name="T23" fmla="*/ 3 h 15"/>
                  <a:gd name="T24" fmla="*/ 11 w 15"/>
                  <a:gd name="T25" fmla="*/ 14 h 15"/>
                  <a:gd name="T26" fmla="*/ 8 w 15"/>
                  <a:gd name="T27" fmla="*/ 15 h 15"/>
                  <a:gd name="T28" fmla="*/ 6 w 15"/>
                  <a:gd name="T29" fmla="*/ 15 h 15"/>
                  <a:gd name="T30" fmla="*/ 4 w 15"/>
                  <a:gd name="T31" fmla="*/ 13 h 15"/>
                  <a:gd name="T32" fmla="*/ 0 w 15"/>
                  <a:gd name="T33" fmla="*/ 10 h 15"/>
                  <a:gd name="T34" fmla="*/ 9 w 15"/>
                  <a:gd name="T35" fmla="*/ 0 h 15"/>
                  <a:gd name="T36" fmla="*/ 12 w 15"/>
                  <a:gd name="T37" fmla="*/ 3 h 15"/>
                  <a:gd name="T38" fmla="*/ 14 w 15"/>
                  <a:gd name="T39" fmla="*/ 5 h 15"/>
                  <a:gd name="T40" fmla="*/ 15 w 15"/>
                  <a:gd name="T41" fmla="*/ 7 h 15"/>
                  <a:gd name="T42" fmla="*/ 14 w 15"/>
                  <a:gd name="T43" fmla="*/ 10 h 15"/>
                  <a:gd name="T44" fmla="*/ 13 w 15"/>
                  <a:gd name="T45" fmla="*/ 12 h 15"/>
                  <a:gd name="T46" fmla="*/ 11 w 15"/>
                  <a:gd name="T47" fmla="*/ 14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5" h="15">
                    <a:moveTo>
                      <a:pt x="9" y="3"/>
                    </a:moveTo>
                    <a:cubicBezTo>
                      <a:pt x="3" y="10"/>
                      <a:pt x="3" y="10"/>
                      <a:pt x="3" y="10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5" y="12"/>
                      <a:pt x="6" y="12"/>
                      <a:pt x="6" y="12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3"/>
                      <a:pt x="8" y="13"/>
                      <a:pt x="9" y="12"/>
                    </a:cubicBezTo>
                    <a:cubicBezTo>
                      <a:pt x="9" y="12"/>
                      <a:pt x="10" y="11"/>
                      <a:pt x="11" y="10"/>
                    </a:cubicBezTo>
                    <a:cubicBezTo>
                      <a:pt x="11" y="10"/>
                      <a:pt x="12" y="9"/>
                      <a:pt x="12" y="8"/>
                    </a:cubicBezTo>
                    <a:cubicBezTo>
                      <a:pt x="12" y="8"/>
                      <a:pt x="12" y="7"/>
                      <a:pt x="12" y="7"/>
                    </a:cubicBezTo>
                    <a:cubicBezTo>
                      <a:pt x="12" y="7"/>
                      <a:pt x="12" y="6"/>
                      <a:pt x="12" y="6"/>
                    </a:cubicBezTo>
                    <a:cubicBezTo>
                      <a:pt x="11" y="5"/>
                      <a:pt x="11" y="5"/>
                      <a:pt x="10" y="4"/>
                    </a:cubicBezTo>
                    <a:cubicBezTo>
                      <a:pt x="9" y="3"/>
                      <a:pt x="9" y="3"/>
                      <a:pt x="9" y="3"/>
                    </a:cubicBezTo>
                    <a:close/>
                    <a:moveTo>
                      <a:pt x="11" y="14"/>
                    </a:moveTo>
                    <a:cubicBezTo>
                      <a:pt x="10" y="15"/>
                      <a:pt x="9" y="15"/>
                      <a:pt x="8" y="15"/>
                    </a:cubicBezTo>
                    <a:cubicBezTo>
                      <a:pt x="7" y="15"/>
                      <a:pt x="7" y="15"/>
                      <a:pt x="6" y="15"/>
                    </a:cubicBezTo>
                    <a:cubicBezTo>
                      <a:pt x="5" y="14"/>
                      <a:pt x="4" y="14"/>
                      <a:pt x="4" y="13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3" y="4"/>
                      <a:pt x="14" y="4"/>
                      <a:pt x="14" y="5"/>
                    </a:cubicBezTo>
                    <a:cubicBezTo>
                      <a:pt x="15" y="6"/>
                      <a:pt x="15" y="6"/>
                      <a:pt x="15" y="7"/>
                    </a:cubicBezTo>
                    <a:cubicBezTo>
                      <a:pt x="15" y="8"/>
                      <a:pt x="15" y="9"/>
                      <a:pt x="14" y="10"/>
                    </a:cubicBezTo>
                    <a:cubicBezTo>
                      <a:pt x="14" y="10"/>
                      <a:pt x="14" y="11"/>
                      <a:pt x="13" y="12"/>
                    </a:cubicBezTo>
                    <a:cubicBezTo>
                      <a:pt x="12" y="13"/>
                      <a:pt x="11" y="14"/>
                      <a:pt x="11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08" name="ïsľíḋè">
                <a:extLst>
                  <a:ext uri="{FF2B5EF4-FFF2-40B4-BE49-F238E27FC236}">
                    <a16:creationId xmlns:a16="http://schemas.microsoft.com/office/drawing/2014/main" id="{0A50FBAB-7FDD-467F-9933-80C470648CFD}"/>
                  </a:ext>
                </a:extLst>
              </p:cNvPr>
              <p:cNvSpPr/>
              <p:nvPr/>
            </p:nvSpPr>
            <p:spPr bwMode="auto">
              <a:xfrm>
                <a:off x="4913313" y="3605213"/>
                <a:ext cx="58738" cy="57150"/>
              </a:xfrm>
              <a:custGeom>
                <a:avLst/>
                <a:gdLst>
                  <a:gd name="T0" fmla="*/ 37 w 37"/>
                  <a:gd name="T1" fmla="*/ 17 h 36"/>
                  <a:gd name="T2" fmla="*/ 14 w 37"/>
                  <a:gd name="T3" fmla="*/ 36 h 36"/>
                  <a:gd name="T4" fmla="*/ 10 w 37"/>
                  <a:gd name="T5" fmla="*/ 32 h 36"/>
                  <a:gd name="T6" fmla="*/ 18 w 37"/>
                  <a:gd name="T7" fmla="*/ 11 h 36"/>
                  <a:gd name="T8" fmla="*/ 4 w 37"/>
                  <a:gd name="T9" fmla="*/ 21 h 36"/>
                  <a:gd name="T10" fmla="*/ 0 w 37"/>
                  <a:gd name="T11" fmla="*/ 19 h 36"/>
                  <a:gd name="T12" fmla="*/ 20 w 37"/>
                  <a:gd name="T13" fmla="*/ 0 h 36"/>
                  <a:gd name="T14" fmla="*/ 25 w 37"/>
                  <a:gd name="T15" fmla="*/ 5 h 36"/>
                  <a:gd name="T16" fmla="*/ 18 w 37"/>
                  <a:gd name="T17" fmla="*/ 26 h 36"/>
                  <a:gd name="T18" fmla="*/ 33 w 37"/>
                  <a:gd name="T19" fmla="*/ 13 h 36"/>
                  <a:gd name="T20" fmla="*/ 37 w 37"/>
                  <a:gd name="T21" fmla="*/ 1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7" h="36">
                    <a:moveTo>
                      <a:pt x="37" y="17"/>
                    </a:moveTo>
                    <a:lnTo>
                      <a:pt x="14" y="36"/>
                    </a:lnTo>
                    <a:lnTo>
                      <a:pt x="10" y="32"/>
                    </a:lnTo>
                    <a:lnTo>
                      <a:pt x="18" y="11"/>
                    </a:lnTo>
                    <a:lnTo>
                      <a:pt x="4" y="21"/>
                    </a:lnTo>
                    <a:lnTo>
                      <a:pt x="0" y="19"/>
                    </a:lnTo>
                    <a:lnTo>
                      <a:pt x="20" y="0"/>
                    </a:lnTo>
                    <a:lnTo>
                      <a:pt x="25" y="5"/>
                    </a:lnTo>
                    <a:lnTo>
                      <a:pt x="18" y="26"/>
                    </a:lnTo>
                    <a:lnTo>
                      <a:pt x="33" y="13"/>
                    </a:lnTo>
                    <a:lnTo>
                      <a:pt x="37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09" name="iśļídé">
                <a:extLst>
                  <a:ext uri="{FF2B5EF4-FFF2-40B4-BE49-F238E27FC236}">
                    <a16:creationId xmlns:a16="http://schemas.microsoft.com/office/drawing/2014/main" id="{7EB5133D-FDA9-4A9C-95D6-5700DFE9E368}"/>
                  </a:ext>
                </a:extLst>
              </p:cNvPr>
              <p:cNvSpPr/>
              <p:nvPr/>
            </p:nvSpPr>
            <p:spPr bwMode="auto">
              <a:xfrm>
                <a:off x="4883150" y="3579813"/>
                <a:ext cx="52388" cy="46038"/>
              </a:xfrm>
              <a:custGeom>
                <a:avLst/>
                <a:gdLst>
                  <a:gd name="T0" fmla="*/ 0 w 33"/>
                  <a:gd name="T1" fmla="*/ 4 h 29"/>
                  <a:gd name="T2" fmla="*/ 31 w 33"/>
                  <a:gd name="T3" fmla="*/ 0 h 29"/>
                  <a:gd name="T4" fmla="*/ 33 w 33"/>
                  <a:gd name="T5" fmla="*/ 4 h 29"/>
                  <a:gd name="T6" fmla="*/ 14 w 33"/>
                  <a:gd name="T7" fmla="*/ 29 h 29"/>
                  <a:gd name="T8" fmla="*/ 10 w 33"/>
                  <a:gd name="T9" fmla="*/ 23 h 29"/>
                  <a:gd name="T10" fmla="*/ 16 w 33"/>
                  <a:gd name="T11" fmla="*/ 16 h 29"/>
                  <a:gd name="T12" fmla="*/ 10 w 33"/>
                  <a:gd name="T13" fmla="*/ 8 h 29"/>
                  <a:gd name="T14" fmla="*/ 4 w 33"/>
                  <a:gd name="T15" fmla="*/ 8 h 29"/>
                  <a:gd name="T16" fmla="*/ 0 w 33"/>
                  <a:gd name="T17" fmla="*/ 4 h 29"/>
                  <a:gd name="T18" fmla="*/ 0 w 33"/>
                  <a:gd name="T19" fmla="*/ 4 h 29"/>
                  <a:gd name="T20" fmla="*/ 19 w 33"/>
                  <a:gd name="T21" fmla="*/ 14 h 29"/>
                  <a:gd name="T22" fmla="*/ 27 w 33"/>
                  <a:gd name="T23" fmla="*/ 4 h 29"/>
                  <a:gd name="T24" fmla="*/ 14 w 33"/>
                  <a:gd name="T25" fmla="*/ 6 h 29"/>
                  <a:gd name="T26" fmla="*/ 19 w 33"/>
                  <a:gd name="T27" fmla="*/ 14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3" h="29">
                    <a:moveTo>
                      <a:pt x="0" y="4"/>
                    </a:moveTo>
                    <a:lnTo>
                      <a:pt x="31" y="0"/>
                    </a:lnTo>
                    <a:lnTo>
                      <a:pt x="33" y="4"/>
                    </a:lnTo>
                    <a:lnTo>
                      <a:pt x="14" y="29"/>
                    </a:lnTo>
                    <a:lnTo>
                      <a:pt x="10" y="23"/>
                    </a:lnTo>
                    <a:lnTo>
                      <a:pt x="16" y="16"/>
                    </a:lnTo>
                    <a:lnTo>
                      <a:pt x="10" y="8"/>
                    </a:lnTo>
                    <a:lnTo>
                      <a:pt x="4" y="8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  <a:moveTo>
                      <a:pt x="19" y="14"/>
                    </a:moveTo>
                    <a:lnTo>
                      <a:pt x="27" y="4"/>
                    </a:lnTo>
                    <a:lnTo>
                      <a:pt x="14" y="6"/>
                    </a:lnTo>
                    <a:lnTo>
                      <a:pt x="19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10" name="iṥlïḑé">
                <a:extLst>
                  <a:ext uri="{FF2B5EF4-FFF2-40B4-BE49-F238E27FC236}">
                    <a16:creationId xmlns:a16="http://schemas.microsoft.com/office/drawing/2014/main" id="{6233EA29-3233-4C91-9EDC-6676EA70248F}"/>
                  </a:ext>
                </a:extLst>
              </p:cNvPr>
              <p:cNvSpPr/>
              <p:nvPr/>
            </p:nvSpPr>
            <p:spPr bwMode="auto">
              <a:xfrm>
                <a:off x="4865688" y="3525838"/>
                <a:ext cx="53975" cy="49213"/>
              </a:xfrm>
              <a:custGeom>
                <a:avLst/>
                <a:gdLst>
                  <a:gd name="T0" fmla="*/ 15 w 34"/>
                  <a:gd name="T1" fmla="*/ 10 h 31"/>
                  <a:gd name="T2" fmla="*/ 2 w 34"/>
                  <a:gd name="T3" fmla="*/ 15 h 31"/>
                  <a:gd name="T4" fmla="*/ 0 w 34"/>
                  <a:gd name="T5" fmla="*/ 8 h 31"/>
                  <a:gd name="T6" fmla="*/ 27 w 34"/>
                  <a:gd name="T7" fmla="*/ 0 h 31"/>
                  <a:gd name="T8" fmla="*/ 30 w 34"/>
                  <a:gd name="T9" fmla="*/ 4 h 31"/>
                  <a:gd name="T10" fmla="*/ 19 w 34"/>
                  <a:gd name="T11" fmla="*/ 8 h 31"/>
                  <a:gd name="T12" fmla="*/ 21 w 34"/>
                  <a:gd name="T13" fmla="*/ 19 h 31"/>
                  <a:gd name="T14" fmla="*/ 34 w 34"/>
                  <a:gd name="T15" fmla="*/ 15 h 31"/>
                  <a:gd name="T16" fmla="*/ 34 w 34"/>
                  <a:gd name="T17" fmla="*/ 21 h 31"/>
                  <a:gd name="T18" fmla="*/ 9 w 34"/>
                  <a:gd name="T19" fmla="*/ 31 h 31"/>
                  <a:gd name="T20" fmla="*/ 7 w 34"/>
                  <a:gd name="T21" fmla="*/ 25 h 31"/>
                  <a:gd name="T22" fmla="*/ 17 w 34"/>
                  <a:gd name="T23" fmla="*/ 21 h 31"/>
                  <a:gd name="T24" fmla="*/ 15 w 34"/>
                  <a:gd name="T25" fmla="*/ 1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4" h="31">
                    <a:moveTo>
                      <a:pt x="15" y="10"/>
                    </a:moveTo>
                    <a:lnTo>
                      <a:pt x="2" y="15"/>
                    </a:lnTo>
                    <a:lnTo>
                      <a:pt x="0" y="8"/>
                    </a:lnTo>
                    <a:lnTo>
                      <a:pt x="27" y="0"/>
                    </a:lnTo>
                    <a:lnTo>
                      <a:pt x="30" y="4"/>
                    </a:lnTo>
                    <a:lnTo>
                      <a:pt x="19" y="8"/>
                    </a:lnTo>
                    <a:lnTo>
                      <a:pt x="21" y="19"/>
                    </a:lnTo>
                    <a:lnTo>
                      <a:pt x="34" y="15"/>
                    </a:lnTo>
                    <a:lnTo>
                      <a:pt x="34" y="21"/>
                    </a:lnTo>
                    <a:lnTo>
                      <a:pt x="9" y="31"/>
                    </a:lnTo>
                    <a:lnTo>
                      <a:pt x="7" y="25"/>
                    </a:lnTo>
                    <a:lnTo>
                      <a:pt x="17" y="21"/>
                    </a:lnTo>
                    <a:lnTo>
                      <a:pt x="15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11" name="îṧḷiḑé">
                <a:extLst>
                  <a:ext uri="{FF2B5EF4-FFF2-40B4-BE49-F238E27FC236}">
                    <a16:creationId xmlns:a16="http://schemas.microsoft.com/office/drawing/2014/main" id="{24D8F684-FDF0-4B25-8162-4C91355F0CA6}"/>
                  </a:ext>
                </a:extLst>
              </p:cNvPr>
              <p:cNvSpPr/>
              <p:nvPr/>
            </p:nvSpPr>
            <p:spPr bwMode="auto">
              <a:xfrm>
                <a:off x="4856163" y="3486151"/>
                <a:ext cx="49213" cy="39688"/>
              </a:xfrm>
              <a:custGeom>
                <a:avLst/>
                <a:gdLst>
                  <a:gd name="T0" fmla="*/ 4 w 15"/>
                  <a:gd name="T1" fmla="*/ 1 h 12"/>
                  <a:gd name="T2" fmla="*/ 5 w 15"/>
                  <a:gd name="T3" fmla="*/ 3 h 12"/>
                  <a:gd name="T4" fmla="*/ 3 w 15"/>
                  <a:gd name="T5" fmla="*/ 4 h 12"/>
                  <a:gd name="T6" fmla="*/ 3 w 15"/>
                  <a:gd name="T7" fmla="*/ 6 h 12"/>
                  <a:gd name="T8" fmla="*/ 4 w 15"/>
                  <a:gd name="T9" fmla="*/ 8 h 12"/>
                  <a:gd name="T10" fmla="*/ 5 w 15"/>
                  <a:gd name="T11" fmla="*/ 9 h 12"/>
                  <a:gd name="T12" fmla="*/ 6 w 15"/>
                  <a:gd name="T13" fmla="*/ 8 h 12"/>
                  <a:gd name="T14" fmla="*/ 6 w 15"/>
                  <a:gd name="T15" fmla="*/ 7 h 12"/>
                  <a:gd name="T16" fmla="*/ 6 w 15"/>
                  <a:gd name="T17" fmla="*/ 5 h 12"/>
                  <a:gd name="T18" fmla="*/ 7 w 15"/>
                  <a:gd name="T19" fmla="*/ 2 h 12"/>
                  <a:gd name="T20" fmla="*/ 10 w 15"/>
                  <a:gd name="T21" fmla="*/ 0 h 12"/>
                  <a:gd name="T22" fmla="*/ 12 w 15"/>
                  <a:gd name="T23" fmla="*/ 0 h 12"/>
                  <a:gd name="T24" fmla="*/ 13 w 15"/>
                  <a:gd name="T25" fmla="*/ 2 h 12"/>
                  <a:gd name="T26" fmla="*/ 14 w 15"/>
                  <a:gd name="T27" fmla="*/ 4 h 12"/>
                  <a:gd name="T28" fmla="*/ 14 w 15"/>
                  <a:gd name="T29" fmla="*/ 8 h 12"/>
                  <a:gd name="T30" fmla="*/ 11 w 15"/>
                  <a:gd name="T31" fmla="*/ 10 h 12"/>
                  <a:gd name="T32" fmla="*/ 11 w 15"/>
                  <a:gd name="T33" fmla="*/ 7 h 12"/>
                  <a:gd name="T34" fmla="*/ 12 w 15"/>
                  <a:gd name="T35" fmla="*/ 6 h 12"/>
                  <a:gd name="T36" fmla="*/ 12 w 15"/>
                  <a:gd name="T37" fmla="*/ 5 h 12"/>
                  <a:gd name="T38" fmla="*/ 11 w 15"/>
                  <a:gd name="T39" fmla="*/ 3 h 12"/>
                  <a:gd name="T40" fmla="*/ 10 w 15"/>
                  <a:gd name="T41" fmla="*/ 3 h 12"/>
                  <a:gd name="T42" fmla="*/ 10 w 15"/>
                  <a:gd name="T43" fmla="*/ 3 h 12"/>
                  <a:gd name="T44" fmla="*/ 9 w 15"/>
                  <a:gd name="T45" fmla="*/ 6 h 12"/>
                  <a:gd name="T46" fmla="*/ 9 w 15"/>
                  <a:gd name="T47" fmla="*/ 9 h 12"/>
                  <a:gd name="T48" fmla="*/ 8 w 15"/>
                  <a:gd name="T49" fmla="*/ 10 h 12"/>
                  <a:gd name="T50" fmla="*/ 6 w 15"/>
                  <a:gd name="T51" fmla="*/ 11 h 12"/>
                  <a:gd name="T52" fmla="*/ 3 w 15"/>
                  <a:gd name="T53" fmla="*/ 11 h 12"/>
                  <a:gd name="T54" fmla="*/ 1 w 15"/>
                  <a:gd name="T55" fmla="*/ 10 h 12"/>
                  <a:gd name="T56" fmla="*/ 0 w 15"/>
                  <a:gd name="T57" fmla="*/ 7 h 12"/>
                  <a:gd name="T58" fmla="*/ 1 w 15"/>
                  <a:gd name="T59" fmla="*/ 3 h 12"/>
                  <a:gd name="T60" fmla="*/ 4 w 15"/>
                  <a:gd name="T61" fmla="*/ 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" h="12">
                    <a:moveTo>
                      <a:pt x="4" y="1"/>
                    </a:moveTo>
                    <a:cubicBezTo>
                      <a:pt x="5" y="3"/>
                      <a:pt x="5" y="3"/>
                      <a:pt x="5" y="3"/>
                    </a:cubicBezTo>
                    <a:cubicBezTo>
                      <a:pt x="4" y="3"/>
                      <a:pt x="3" y="4"/>
                      <a:pt x="3" y="4"/>
                    </a:cubicBezTo>
                    <a:cubicBezTo>
                      <a:pt x="3" y="5"/>
                      <a:pt x="3" y="6"/>
                      <a:pt x="3" y="6"/>
                    </a:cubicBezTo>
                    <a:cubicBezTo>
                      <a:pt x="3" y="7"/>
                      <a:pt x="3" y="8"/>
                      <a:pt x="4" y="8"/>
                    </a:cubicBezTo>
                    <a:cubicBezTo>
                      <a:pt x="4" y="9"/>
                      <a:pt x="5" y="9"/>
                      <a:pt x="5" y="9"/>
                    </a:cubicBezTo>
                    <a:cubicBezTo>
                      <a:pt x="5" y="9"/>
                      <a:pt x="6" y="8"/>
                      <a:pt x="6" y="8"/>
                    </a:cubicBezTo>
                    <a:cubicBezTo>
                      <a:pt x="6" y="8"/>
                      <a:pt x="6" y="8"/>
                      <a:pt x="6" y="7"/>
                    </a:cubicBezTo>
                    <a:cubicBezTo>
                      <a:pt x="6" y="7"/>
                      <a:pt x="6" y="6"/>
                      <a:pt x="6" y="5"/>
                    </a:cubicBezTo>
                    <a:cubicBezTo>
                      <a:pt x="7" y="3"/>
                      <a:pt x="7" y="2"/>
                      <a:pt x="7" y="2"/>
                    </a:cubicBezTo>
                    <a:cubicBezTo>
                      <a:pt x="8" y="1"/>
                      <a:pt x="9" y="0"/>
                      <a:pt x="10" y="0"/>
                    </a:cubicBezTo>
                    <a:cubicBezTo>
                      <a:pt x="10" y="0"/>
                      <a:pt x="11" y="0"/>
                      <a:pt x="12" y="0"/>
                    </a:cubicBezTo>
                    <a:cubicBezTo>
                      <a:pt x="12" y="1"/>
                      <a:pt x="13" y="1"/>
                      <a:pt x="13" y="2"/>
                    </a:cubicBezTo>
                    <a:cubicBezTo>
                      <a:pt x="14" y="2"/>
                      <a:pt x="14" y="3"/>
                      <a:pt x="14" y="4"/>
                    </a:cubicBezTo>
                    <a:cubicBezTo>
                      <a:pt x="15" y="6"/>
                      <a:pt x="14" y="7"/>
                      <a:pt x="14" y="8"/>
                    </a:cubicBezTo>
                    <a:cubicBezTo>
                      <a:pt x="13" y="9"/>
                      <a:pt x="12" y="10"/>
                      <a:pt x="11" y="10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1" y="7"/>
                      <a:pt x="12" y="7"/>
                      <a:pt x="12" y="6"/>
                    </a:cubicBezTo>
                    <a:cubicBezTo>
                      <a:pt x="12" y="6"/>
                      <a:pt x="12" y="5"/>
                      <a:pt x="12" y="5"/>
                    </a:cubicBezTo>
                    <a:cubicBezTo>
                      <a:pt x="12" y="4"/>
                      <a:pt x="12" y="3"/>
                      <a:pt x="11" y="3"/>
                    </a:cubicBezTo>
                    <a:cubicBezTo>
                      <a:pt x="11" y="3"/>
                      <a:pt x="11" y="2"/>
                      <a:pt x="10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9" y="3"/>
                      <a:pt x="9" y="4"/>
                      <a:pt x="9" y="6"/>
                    </a:cubicBezTo>
                    <a:cubicBezTo>
                      <a:pt x="9" y="7"/>
                      <a:pt x="9" y="8"/>
                      <a:pt x="9" y="9"/>
                    </a:cubicBezTo>
                    <a:cubicBezTo>
                      <a:pt x="8" y="9"/>
                      <a:pt x="8" y="10"/>
                      <a:pt x="8" y="10"/>
                    </a:cubicBezTo>
                    <a:cubicBezTo>
                      <a:pt x="7" y="11"/>
                      <a:pt x="6" y="11"/>
                      <a:pt x="6" y="11"/>
                    </a:cubicBezTo>
                    <a:cubicBezTo>
                      <a:pt x="5" y="12"/>
                      <a:pt x="4" y="11"/>
                      <a:pt x="3" y="11"/>
                    </a:cubicBezTo>
                    <a:cubicBezTo>
                      <a:pt x="3" y="11"/>
                      <a:pt x="2" y="10"/>
                      <a:pt x="1" y="10"/>
                    </a:cubicBezTo>
                    <a:cubicBezTo>
                      <a:pt x="1" y="9"/>
                      <a:pt x="1" y="8"/>
                      <a:pt x="0" y="7"/>
                    </a:cubicBezTo>
                    <a:cubicBezTo>
                      <a:pt x="0" y="5"/>
                      <a:pt x="0" y="4"/>
                      <a:pt x="1" y="3"/>
                    </a:cubicBezTo>
                    <a:cubicBezTo>
                      <a:pt x="2" y="2"/>
                      <a:pt x="3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12" name="ïṣḷîďé">
                <a:extLst>
                  <a:ext uri="{FF2B5EF4-FFF2-40B4-BE49-F238E27FC236}">
                    <a16:creationId xmlns:a16="http://schemas.microsoft.com/office/drawing/2014/main" id="{24EC18F9-BEF4-4B73-99C4-C6F9937BE8B2}"/>
                  </a:ext>
                </a:extLst>
              </p:cNvPr>
              <p:cNvSpPr/>
              <p:nvPr/>
            </p:nvSpPr>
            <p:spPr bwMode="auto">
              <a:xfrm>
                <a:off x="4916488" y="3205163"/>
                <a:ext cx="474663" cy="477838"/>
              </a:xfrm>
              <a:custGeom>
                <a:avLst/>
                <a:gdLst>
                  <a:gd name="T0" fmla="*/ 72 w 144"/>
                  <a:gd name="T1" fmla="*/ 143 h 143"/>
                  <a:gd name="T2" fmla="*/ 0 w 144"/>
                  <a:gd name="T3" fmla="*/ 72 h 143"/>
                  <a:gd name="T4" fmla="*/ 72 w 144"/>
                  <a:gd name="T5" fmla="*/ 0 h 143"/>
                  <a:gd name="T6" fmla="*/ 144 w 144"/>
                  <a:gd name="T7" fmla="*/ 72 h 143"/>
                  <a:gd name="T8" fmla="*/ 72 w 144"/>
                  <a:gd name="T9" fmla="*/ 143 h 143"/>
                  <a:gd name="T10" fmla="*/ 3 w 144"/>
                  <a:gd name="T11" fmla="*/ 72 h 143"/>
                  <a:gd name="T12" fmla="*/ 10 w 144"/>
                  <a:gd name="T13" fmla="*/ 102 h 143"/>
                  <a:gd name="T14" fmla="*/ 133 w 144"/>
                  <a:gd name="T15" fmla="*/ 102 h 143"/>
                  <a:gd name="T16" fmla="*/ 141 w 144"/>
                  <a:gd name="T17" fmla="*/ 72 h 143"/>
                  <a:gd name="T18" fmla="*/ 72 w 144"/>
                  <a:gd name="T19" fmla="*/ 3 h 143"/>
                  <a:gd name="T20" fmla="*/ 3 w 144"/>
                  <a:gd name="T21" fmla="*/ 72 h 143"/>
                  <a:gd name="T22" fmla="*/ 132 w 144"/>
                  <a:gd name="T23" fmla="*/ 106 h 143"/>
                  <a:gd name="T24" fmla="*/ 12 w 144"/>
                  <a:gd name="T25" fmla="*/ 106 h 143"/>
                  <a:gd name="T26" fmla="*/ 72 w 144"/>
                  <a:gd name="T27" fmla="*/ 140 h 143"/>
                  <a:gd name="T28" fmla="*/ 132 w 144"/>
                  <a:gd name="T29" fmla="*/ 106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4" h="143">
                    <a:moveTo>
                      <a:pt x="72" y="143"/>
                    </a:moveTo>
                    <a:cubicBezTo>
                      <a:pt x="32" y="143"/>
                      <a:pt x="0" y="111"/>
                      <a:pt x="0" y="72"/>
                    </a:cubicBezTo>
                    <a:cubicBezTo>
                      <a:pt x="0" y="32"/>
                      <a:pt x="32" y="0"/>
                      <a:pt x="72" y="0"/>
                    </a:cubicBezTo>
                    <a:cubicBezTo>
                      <a:pt x="111" y="0"/>
                      <a:pt x="144" y="32"/>
                      <a:pt x="144" y="72"/>
                    </a:cubicBezTo>
                    <a:cubicBezTo>
                      <a:pt x="144" y="111"/>
                      <a:pt x="111" y="143"/>
                      <a:pt x="72" y="143"/>
                    </a:cubicBezTo>
                    <a:close/>
                    <a:moveTo>
                      <a:pt x="3" y="72"/>
                    </a:moveTo>
                    <a:cubicBezTo>
                      <a:pt x="3" y="83"/>
                      <a:pt x="6" y="93"/>
                      <a:pt x="10" y="102"/>
                    </a:cubicBezTo>
                    <a:cubicBezTo>
                      <a:pt x="133" y="102"/>
                      <a:pt x="133" y="102"/>
                      <a:pt x="133" y="102"/>
                    </a:cubicBezTo>
                    <a:cubicBezTo>
                      <a:pt x="138" y="93"/>
                      <a:pt x="141" y="83"/>
                      <a:pt x="141" y="72"/>
                    </a:cubicBezTo>
                    <a:cubicBezTo>
                      <a:pt x="141" y="34"/>
                      <a:pt x="110" y="3"/>
                      <a:pt x="72" y="3"/>
                    </a:cubicBezTo>
                    <a:cubicBezTo>
                      <a:pt x="34" y="3"/>
                      <a:pt x="3" y="34"/>
                      <a:pt x="3" y="72"/>
                    </a:cubicBezTo>
                    <a:close/>
                    <a:moveTo>
                      <a:pt x="132" y="106"/>
                    </a:moveTo>
                    <a:cubicBezTo>
                      <a:pt x="12" y="106"/>
                      <a:pt x="12" y="106"/>
                      <a:pt x="12" y="106"/>
                    </a:cubicBezTo>
                    <a:cubicBezTo>
                      <a:pt x="24" y="126"/>
                      <a:pt x="46" y="140"/>
                      <a:pt x="72" y="140"/>
                    </a:cubicBezTo>
                    <a:cubicBezTo>
                      <a:pt x="97" y="140"/>
                      <a:pt x="120" y="126"/>
                      <a:pt x="132" y="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13" name="iṧḻîďé">
                <a:extLst>
                  <a:ext uri="{FF2B5EF4-FFF2-40B4-BE49-F238E27FC236}">
                    <a16:creationId xmlns:a16="http://schemas.microsoft.com/office/drawing/2014/main" id="{7CC8730D-5C98-4119-8FC0-4C75FE442CBD}"/>
                  </a:ext>
                </a:extLst>
              </p:cNvPr>
              <p:cNvSpPr/>
              <p:nvPr/>
            </p:nvSpPr>
            <p:spPr bwMode="auto">
              <a:xfrm>
                <a:off x="4948238" y="3235326"/>
                <a:ext cx="411163" cy="306388"/>
              </a:xfrm>
              <a:custGeom>
                <a:avLst/>
                <a:gdLst>
                  <a:gd name="T0" fmla="*/ 114 w 124"/>
                  <a:gd name="T1" fmla="*/ 68 h 92"/>
                  <a:gd name="T2" fmla="*/ 103 w 124"/>
                  <a:gd name="T3" fmla="*/ 62 h 92"/>
                  <a:gd name="T4" fmla="*/ 95 w 124"/>
                  <a:gd name="T5" fmla="*/ 68 h 92"/>
                  <a:gd name="T6" fmla="*/ 83 w 124"/>
                  <a:gd name="T7" fmla="*/ 62 h 92"/>
                  <a:gd name="T8" fmla="*/ 70 w 124"/>
                  <a:gd name="T9" fmla="*/ 81 h 92"/>
                  <a:gd name="T10" fmla="*/ 104 w 124"/>
                  <a:gd name="T11" fmla="*/ 76 h 92"/>
                  <a:gd name="T12" fmla="*/ 124 w 124"/>
                  <a:gd name="T13" fmla="*/ 83 h 92"/>
                  <a:gd name="T14" fmla="*/ 81 w 124"/>
                  <a:gd name="T15" fmla="*/ 84 h 92"/>
                  <a:gd name="T16" fmla="*/ 43 w 124"/>
                  <a:gd name="T17" fmla="*/ 84 h 92"/>
                  <a:gd name="T18" fmla="*/ 0 w 124"/>
                  <a:gd name="T19" fmla="*/ 83 h 92"/>
                  <a:gd name="T20" fmla="*/ 19 w 124"/>
                  <a:gd name="T21" fmla="*/ 76 h 92"/>
                  <a:gd name="T22" fmla="*/ 54 w 124"/>
                  <a:gd name="T23" fmla="*/ 81 h 92"/>
                  <a:gd name="T24" fmla="*/ 53 w 124"/>
                  <a:gd name="T25" fmla="*/ 62 h 92"/>
                  <a:gd name="T26" fmla="*/ 44 w 124"/>
                  <a:gd name="T27" fmla="*/ 55 h 92"/>
                  <a:gd name="T28" fmla="*/ 30 w 124"/>
                  <a:gd name="T29" fmla="*/ 66 h 92"/>
                  <a:gd name="T30" fmla="*/ 24 w 124"/>
                  <a:gd name="T31" fmla="*/ 55 h 92"/>
                  <a:gd name="T32" fmla="*/ 10 w 124"/>
                  <a:gd name="T33" fmla="*/ 66 h 92"/>
                  <a:gd name="T34" fmla="*/ 4 w 124"/>
                  <a:gd name="T35" fmla="*/ 56 h 92"/>
                  <a:gd name="T36" fmla="*/ 20 w 124"/>
                  <a:gd name="T37" fmla="*/ 47 h 92"/>
                  <a:gd name="T38" fmla="*/ 45 w 124"/>
                  <a:gd name="T39" fmla="*/ 35 h 92"/>
                  <a:gd name="T40" fmla="*/ 79 w 124"/>
                  <a:gd name="T41" fmla="*/ 35 h 92"/>
                  <a:gd name="T42" fmla="*/ 107 w 124"/>
                  <a:gd name="T43" fmla="*/ 53 h 92"/>
                  <a:gd name="T44" fmla="*/ 120 w 124"/>
                  <a:gd name="T45" fmla="*/ 62 h 92"/>
                  <a:gd name="T46" fmla="*/ 47 w 124"/>
                  <a:gd name="T47" fmla="*/ 47 h 92"/>
                  <a:gd name="T48" fmla="*/ 60 w 124"/>
                  <a:gd name="T49" fmla="*/ 37 h 92"/>
                  <a:gd name="T50" fmla="*/ 65 w 124"/>
                  <a:gd name="T51" fmla="*/ 48 h 92"/>
                  <a:gd name="T52" fmla="*/ 66 w 124"/>
                  <a:gd name="T53" fmla="*/ 55 h 92"/>
                  <a:gd name="T54" fmla="*/ 62 w 124"/>
                  <a:gd name="T55" fmla="*/ 17 h 92"/>
                  <a:gd name="T56" fmla="*/ 90 w 124"/>
                  <a:gd name="T57" fmla="*/ 35 h 92"/>
                  <a:gd name="T58" fmla="*/ 88 w 124"/>
                  <a:gd name="T59" fmla="*/ 54 h 92"/>
                  <a:gd name="T60" fmla="*/ 90 w 124"/>
                  <a:gd name="T61" fmla="*/ 35 h 92"/>
                  <a:gd name="T62" fmla="*/ 29 w 124"/>
                  <a:gd name="T63" fmla="*/ 47 h 92"/>
                  <a:gd name="T64" fmla="*/ 41 w 124"/>
                  <a:gd name="T65" fmla="*/ 42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24" h="92">
                    <a:moveTo>
                      <a:pt x="112" y="62"/>
                    </a:moveTo>
                    <a:cubicBezTo>
                      <a:pt x="114" y="68"/>
                      <a:pt x="114" y="68"/>
                      <a:pt x="114" y="68"/>
                    </a:cubicBezTo>
                    <a:cubicBezTo>
                      <a:pt x="105" y="68"/>
                      <a:pt x="105" y="68"/>
                      <a:pt x="105" y="68"/>
                    </a:cubicBezTo>
                    <a:cubicBezTo>
                      <a:pt x="103" y="62"/>
                      <a:pt x="103" y="62"/>
                      <a:pt x="103" y="62"/>
                    </a:cubicBezTo>
                    <a:cubicBezTo>
                      <a:pt x="92" y="62"/>
                      <a:pt x="92" y="62"/>
                      <a:pt x="92" y="62"/>
                    </a:cubicBezTo>
                    <a:cubicBezTo>
                      <a:pt x="95" y="68"/>
                      <a:pt x="95" y="68"/>
                      <a:pt x="95" y="68"/>
                    </a:cubicBezTo>
                    <a:cubicBezTo>
                      <a:pt x="86" y="68"/>
                      <a:pt x="86" y="68"/>
                      <a:pt x="86" y="68"/>
                    </a:cubicBezTo>
                    <a:cubicBezTo>
                      <a:pt x="83" y="62"/>
                      <a:pt x="83" y="62"/>
                      <a:pt x="83" y="62"/>
                    </a:cubicBezTo>
                    <a:cubicBezTo>
                      <a:pt x="67" y="62"/>
                      <a:pt x="67" y="62"/>
                      <a:pt x="67" y="62"/>
                    </a:cubicBezTo>
                    <a:cubicBezTo>
                      <a:pt x="70" y="81"/>
                      <a:pt x="70" y="81"/>
                      <a:pt x="70" y="81"/>
                    </a:cubicBezTo>
                    <a:cubicBezTo>
                      <a:pt x="70" y="81"/>
                      <a:pt x="73" y="83"/>
                      <a:pt x="81" y="77"/>
                    </a:cubicBezTo>
                    <a:cubicBezTo>
                      <a:pt x="81" y="77"/>
                      <a:pt x="92" y="88"/>
                      <a:pt x="104" y="76"/>
                    </a:cubicBezTo>
                    <a:cubicBezTo>
                      <a:pt x="104" y="76"/>
                      <a:pt x="112" y="85"/>
                      <a:pt x="122" y="77"/>
                    </a:cubicBezTo>
                    <a:cubicBezTo>
                      <a:pt x="124" y="83"/>
                      <a:pt x="124" y="83"/>
                      <a:pt x="124" y="83"/>
                    </a:cubicBezTo>
                    <a:cubicBezTo>
                      <a:pt x="124" y="83"/>
                      <a:pt x="115" y="90"/>
                      <a:pt x="104" y="84"/>
                    </a:cubicBezTo>
                    <a:cubicBezTo>
                      <a:pt x="104" y="84"/>
                      <a:pt x="92" y="92"/>
                      <a:pt x="81" y="84"/>
                    </a:cubicBezTo>
                    <a:cubicBezTo>
                      <a:pt x="81" y="84"/>
                      <a:pt x="70" y="92"/>
                      <a:pt x="62" y="84"/>
                    </a:cubicBezTo>
                    <a:cubicBezTo>
                      <a:pt x="62" y="84"/>
                      <a:pt x="56" y="92"/>
                      <a:pt x="43" y="84"/>
                    </a:cubicBezTo>
                    <a:cubicBezTo>
                      <a:pt x="43" y="84"/>
                      <a:pt x="33" y="92"/>
                      <a:pt x="19" y="83"/>
                    </a:cubicBezTo>
                    <a:cubicBezTo>
                      <a:pt x="19" y="83"/>
                      <a:pt x="10" y="90"/>
                      <a:pt x="0" y="83"/>
                    </a:cubicBezTo>
                    <a:cubicBezTo>
                      <a:pt x="2" y="78"/>
                      <a:pt x="2" y="78"/>
                      <a:pt x="2" y="78"/>
                    </a:cubicBezTo>
                    <a:cubicBezTo>
                      <a:pt x="2" y="78"/>
                      <a:pt x="11" y="85"/>
                      <a:pt x="19" y="76"/>
                    </a:cubicBezTo>
                    <a:cubicBezTo>
                      <a:pt x="19" y="76"/>
                      <a:pt x="30" y="88"/>
                      <a:pt x="43" y="77"/>
                    </a:cubicBezTo>
                    <a:cubicBezTo>
                      <a:pt x="43" y="77"/>
                      <a:pt x="50" y="82"/>
                      <a:pt x="54" y="81"/>
                    </a:cubicBezTo>
                    <a:cubicBezTo>
                      <a:pt x="57" y="62"/>
                      <a:pt x="57" y="62"/>
                      <a:pt x="57" y="62"/>
                    </a:cubicBezTo>
                    <a:cubicBezTo>
                      <a:pt x="53" y="62"/>
                      <a:pt x="53" y="62"/>
                      <a:pt x="53" y="62"/>
                    </a:cubicBezTo>
                    <a:cubicBezTo>
                      <a:pt x="58" y="55"/>
                      <a:pt x="58" y="55"/>
                      <a:pt x="58" y="55"/>
                    </a:cubicBezTo>
                    <a:cubicBezTo>
                      <a:pt x="44" y="55"/>
                      <a:pt x="44" y="55"/>
                      <a:pt x="44" y="55"/>
                    </a:cubicBezTo>
                    <a:cubicBezTo>
                      <a:pt x="39" y="66"/>
                      <a:pt x="39" y="66"/>
                      <a:pt x="39" y="66"/>
                    </a:cubicBezTo>
                    <a:cubicBezTo>
                      <a:pt x="30" y="66"/>
                      <a:pt x="30" y="66"/>
                      <a:pt x="30" y="66"/>
                    </a:cubicBezTo>
                    <a:cubicBezTo>
                      <a:pt x="35" y="55"/>
                      <a:pt x="35" y="55"/>
                      <a:pt x="35" y="55"/>
                    </a:cubicBezTo>
                    <a:cubicBezTo>
                      <a:pt x="24" y="55"/>
                      <a:pt x="24" y="55"/>
                      <a:pt x="24" y="55"/>
                    </a:cubicBezTo>
                    <a:cubicBezTo>
                      <a:pt x="19" y="66"/>
                      <a:pt x="19" y="66"/>
                      <a:pt x="19" y="66"/>
                    </a:cubicBezTo>
                    <a:cubicBezTo>
                      <a:pt x="10" y="66"/>
                      <a:pt x="10" y="66"/>
                      <a:pt x="10" y="66"/>
                    </a:cubicBezTo>
                    <a:cubicBezTo>
                      <a:pt x="15" y="55"/>
                      <a:pt x="15" y="55"/>
                      <a:pt x="15" y="55"/>
                    </a:cubicBezTo>
                    <a:cubicBezTo>
                      <a:pt x="4" y="56"/>
                      <a:pt x="4" y="56"/>
                      <a:pt x="4" y="5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20" y="47"/>
                      <a:pt x="20" y="47"/>
                      <a:pt x="20" y="47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45" y="35"/>
                      <a:pt x="45" y="35"/>
                      <a:pt x="45" y="35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79" y="35"/>
                      <a:pt x="79" y="35"/>
                      <a:pt x="79" y="35"/>
                    </a:cubicBezTo>
                    <a:cubicBezTo>
                      <a:pt x="92" y="22"/>
                      <a:pt x="92" y="22"/>
                      <a:pt x="92" y="22"/>
                    </a:cubicBezTo>
                    <a:cubicBezTo>
                      <a:pt x="107" y="53"/>
                      <a:pt x="107" y="53"/>
                      <a:pt x="107" y="53"/>
                    </a:cubicBezTo>
                    <a:cubicBezTo>
                      <a:pt x="120" y="53"/>
                      <a:pt x="120" y="53"/>
                      <a:pt x="120" y="53"/>
                    </a:cubicBezTo>
                    <a:cubicBezTo>
                      <a:pt x="120" y="62"/>
                      <a:pt x="120" y="62"/>
                      <a:pt x="120" y="62"/>
                    </a:cubicBezTo>
                    <a:cubicBezTo>
                      <a:pt x="112" y="62"/>
                      <a:pt x="112" y="62"/>
                      <a:pt x="112" y="62"/>
                    </a:cubicBezTo>
                    <a:close/>
                    <a:moveTo>
                      <a:pt x="47" y="47"/>
                    </a:moveTo>
                    <a:cubicBezTo>
                      <a:pt x="58" y="48"/>
                      <a:pt x="58" y="48"/>
                      <a:pt x="58" y="48"/>
                    </a:cubicBezTo>
                    <a:cubicBezTo>
                      <a:pt x="60" y="37"/>
                      <a:pt x="60" y="37"/>
                      <a:pt x="60" y="37"/>
                    </a:cubicBezTo>
                    <a:cubicBezTo>
                      <a:pt x="64" y="37"/>
                      <a:pt x="64" y="37"/>
                      <a:pt x="64" y="37"/>
                    </a:cubicBezTo>
                    <a:cubicBezTo>
                      <a:pt x="65" y="48"/>
                      <a:pt x="65" y="48"/>
                      <a:pt x="65" y="48"/>
                    </a:cubicBezTo>
                    <a:cubicBezTo>
                      <a:pt x="71" y="48"/>
                      <a:pt x="71" y="48"/>
                      <a:pt x="71" y="48"/>
                    </a:cubicBezTo>
                    <a:cubicBezTo>
                      <a:pt x="66" y="55"/>
                      <a:pt x="66" y="55"/>
                      <a:pt x="66" y="55"/>
                    </a:cubicBezTo>
                    <a:cubicBezTo>
                      <a:pt x="79" y="54"/>
                      <a:pt x="79" y="54"/>
                      <a:pt x="79" y="54"/>
                    </a:cubicBezTo>
                    <a:cubicBezTo>
                      <a:pt x="62" y="17"/>
                      <a:pt x="62" y="17"/>
                      <a:pt x="62" y="17"/>
                    </a:cubicBezTo>
                    <a:cubicBezTo>
                      <a:pt x="47" y="47"/>
                      <a:pt x="47" y="47"/>
                      <a:pt x="47" y="47"/>
                    </a:cubicBezTo>
                    <a:close/>
                    <a:moveTo>
                      <a:pt x="90" y="35"/>
                    </a:moveTo>
                    <a:cubicBezTo>
                      <a:pt x="83" y="42"/>
                      <a:pt x="83" y="42"/>
                      <a:pt x="83" y="42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99" y="54"/>
                      <a:pt x="99" y="54"/>
                      <a:pt x="99" y="54"/>
                    </a:cubicBezTo>
                    <a:cubicBezTo>
                      <a:pt x="90" y="35"/>
                      <a:pt x="90" y="35"/>
                      <a:pt x="90" y="35"/>
                    </a:cubicBezTo>
                    <a:close/>
                    <a:moveTo>
                      <a:pt x="34" y="35"/>
                    </a:moveTo>
                    <a:cubicBezTo>
                      <a:pt x="29" y="47"/>
                      <a:pt x="29" y="47"/>
                      <a:pt x="29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41" y="42"/>
                      <a:pt x="41" y="42"/>
                      <a:pt x="41" y="42"/>
                    </a:cubicBezTo>
                    <a:lnTo>
                      <a:pt x="34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14" name="îṡ1íḓè">
                <a:extLst>
                  <a:ext uri="{FF2B5EF4-FFF2-40B4-BE49-F238E27FC236}">
                    <a16:creationId xmlns:a16="http://schemas.microsoft.com/office/drawing/2014/main" id="{1ECE5BD1-1EAF-4A22-9A33-D74114EE2259}"/>
                  </a:ext>
                </a:extLst>
              </p:cNvPr>
              <p:cNvSpPr/>
              <p:nvPr/>
            </p:nvSpPr>
            <p:spPr bwMode="auto">
              <a:xfrm>
                <a:off x="5375275" y="3316288"/>
                <a:ext cx="88900" cy="58738"/>
              </a:xfrm>
              <a:custGeom>
                <a:avLst/>
                <a:gdLst>
                  <a:gd name="T0" fmla="*/ 2 w 27"/>
                  <a:gd name="T1" fmla="*/ 7 h 18"/>
                  <a:gd name="T2" fmla="*/ 4 w 27"/>
                  <a:gd name="T3" fmla="*/ 12 h 18"/>
                  <a:gd name="T4" fmla="*/ 6 w 27"/>
                  <a:gd name="T5" fmla="*/ 10 h 18"/>
                  <a:gd name="T6" fmla="*/ 5 w 27"/>
                  <a:gd name="T7" fmla="*/ 8 h 18"/>
                  <a:gd name="T8" fmla="*/ 2 w 27"/>
                  <a:gd name="T9" fmla="*/ 7 h 18"/>
                  <a:gd name="T10" fmla="*/ 4 w 27"/>
                  <a:gd name="T11" fmla="*/ 13 h 18"/>
                  <a:gd name="T12" fmla="*/ 1 w 27"/>
                  <a:gd name="T13" fmla="*/ 10 h 18"/>
                  <a:gd name="T14" fmla="*/ 3 w 27"/>
                  <a:gd name="T15" fmla="*/ 2 h 18"/>
                  <a:gd name="T16" fmla="*/ 9 w 27"/>
                  <a:gd name="T17" fmla="*/ 11 h 18"/>
                  <a:gd name="T18" fmla="*/ 9 w 27"/>
                  <a:gd name="T19" fmla="*/ 8 h 18"/>
                  <a:gd name="T20" fmla="*/ 10 w 27"/>
                  <a:gd name="T21" fmla="*/ 6 h 18"/>
                  <a:gd name="T22" fmla="*/ 12 w 27"/>
                  <a:gd name="T23" fmla="*/ 6 h 18"/>
                  <a:gd name="T24" fmla="*/ 10 w 27"/>
                  <a:gd name="T25" fmla="*/ 5 h 18"/>
                  <a:gd name="T26" fmla="*/ 10 w 27"/>
                  <a:gd name="T27" fmla="*/ 3 h 18"/>
                  <a:gd name="T28" fmla="*/ 12 w 27"/>
                  <a:gd name="T29" fmla="*/ 3 h 18"/>
                  <a:gd name="T30" fmla="*/ 20 w 27"/>
                  <a:gd name="T31" fmla="*/ 7 h 18"/>
                  <a:gd name="T32" fmla="*/ 21 w 27"/>
                  <a:gd name="T33" fmla="*/ 7 h 18"/>
                  <a:gd name="T34" fmla="*/ 21 w 27"/>
                  <a:gd name="T35" fmla="*/ 5 h 18"/>
                  <a:gd name="T36" fmla="*/ 18 w 27"/>
                  <a:gd name="T37" fmla="*/ 3 h 18"/>
                  <a:gd name="T38" fmla="*/ 17 w 27"/>
                  <a:gd name="T39" fmla="*/ 1 h 18"/>
                  <a:gd name="T40" fmla="*/ 19 w 27"/>
                  <a:gd name="T41" fmla="*/ 0 h 18"/>
                  <a:gd name="T42" fmla="*/ 20 w 27"/>
                  <a:gd name="T43" fmla="*/ 1 h 18"/>
                  <a:gd name="T44" fmla="*/ 19 w 27"/>
                  <a:gd name="T45" fmla="*/ 2 h 18"/>
                  <a:gd name="T46" fmla="*/ 22 w 27"/>
                  <a:gd name="T47" fmla="*/ 5 h 18"/>
                  <a:gd name="T48" fmla="*/ 23 w 27"/>
                  <a:gd name="T49" fmla="*/ 5 h 18"/>
                  <a:gd name="T50" fmla="*/ 24 w 27"/>
                  <a:gd name="T51" fmla="*/ 7 h 18"/>
                  <a:gd name="T52" fmla="*/ 26 w 27"/>
                  <a:gd name="T53" fmla="*/ 8 h 18"/>
                  <a:gd name="T54" fmla="*/ 27 w 27"/>
                  <a:gd name="T55" fmla="*/ 9 h 18"/>
                  <a:gd name="T56" fmla="*/ 27 w 27"/>
                  <a:gd name="T57" fmla="*/ 11 h 18"/>
                  <a:gd name="T58" fmla="*/ 21 w 27"/>
                  <a:gd name="T59" fmla="*/ 9 h 18"/>
                  <a:gd name="T60" fmla="*/ 19 w 27"/>
                  <a:gd name="T61" fmla="*/ 8 h 18"/>
                  <a:gd name="T62" fmla="*/ 17 w 27"/>
                  <a:gd name="T63" fmla="*/ 8 h 18"/>
                  <a:gd name="T64" fmla="*/ 14 w 27"/>
                  <a:gd name="T65" fmla="*/ 6 h 18"/>
                  <a:gd name="T66" fmla="*/ 15 w 27"/>
                  <a:gd name="T67" fmla="*/ 9 h 18"/>
                  <a:gd name="T68" fmla="*/ 11 w 27"/>
                  <a:gd name="T69" fmla="*/ 8 h 18"/>
                  <a:gd name="T70" fmla="*/ 9 w 27"/>
                  <a:gd name="T71" fmla="*/ 12 h 18"/>
                  <a:gd name="T72" fmla="*/ 9 w 27"/>
                  <a:gd name="T73" fmla="*/ 15 h 18"/>
                  <a:gd name="T74" fmla="*/ 7 w 27"/>
                  <a:gd name="T75" fmla="*/ 16 h 18"/>
                  <a:gd name="T76" fmla="*/ 7 w 27"/>
                  <a:gd name="T77" fmla="*/ 15 h 18"/>
                  <a:gd name="T78" fmla="*/ 7 w 27"/>
                  <a:gd name="T79" fmla="*/ 13 h 18"/>
                  <a:gd name="T80" fmla="*/ 6 w 27"/>
                  <a:gd name="T81" fmla="*/ 13 h 18"/>
                  <a:gd name="T82" fmla="*/ 4 w 27"/>
                  <a:gd name="T83" fmla="*/ 13 h 18"/>
                  <a:gd name="T84" fmla="*/ 25 w 27"/>
                  <a:gd name="T85" fmla="*/ 9 h 18"/>
                  <a:gd name="T86" fmla="*/ 24 w 27"/>
                  <a:gd name="T87" fmla="*/ 8 h 18"/>
                  <a:gd name="T88" fmla="*/ 23 w 27"/>
                  <a:gd name="T89" fmla="*/ 8 h 18"/>
                  <a:gd name="T90" fmla="*/ 25 w 27"/>
                  <a:gd name="T91" fmla="*/ 9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27" h="18">
                    <a:moveTo>
                      <a:pt x="2" y="7"/>
                    </a:moveTo>
                    <a:cubicBezTo>
                      <a:pt x="2" y="7"/>
                      <a:pt x="1" y="12"/>
                      <a:pt x="4" y="12"/>
                    </a:cubicBezTo>
                    <a:cubicBezTo>
                      <a:pt x="4" y="12"/>
                      <a:pt x="8" y="12"/>
                      <a:pt x="6" y="10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2" y="5"/>
                      <a:pt x="2" y="7"/>
                    </a:cubicBezTo>
                    <a:close/>
                    <a:moveTo>
                      <a:pt x="4" y="13"/>
                    </a:moveTo>
                    <a:cubicBezTo>
                      <a:pt x="0" y="13"/>
                      <a:pt x="1" y="10"/>
                      <a:pt x="1" y="10"/>
                    </a:cubicBezTo>
                    <a:cubicBezTo>
                      <a:pt x="2" y="2"/>
                      <a:pt x="3" y="2"/>
                      <a:pt x="3" y="2"/>
                    </a:cubicBezTo>
                    <a:cubicBezTo>
                      <a:pt x="9" y="7"/>
                      <a:pt x="9" y="11"/>
                      <a:pt x="9" y="11"/>
                    </a:cubicBezTo>
                    <a:cubicBezTo>
                      <a:pt x="10" y="10"/>
                      <a:pt x="9" y="8"/>
                      <a:pt x="9" y="8"/>
                    </a:cubicBezTo>
                    <a:cubicBezTo>
                      <a:pt x="8" y="6"/>
                      <a:pt x="10" y="6"/>
                      <a:pt x="10" y="6"/>
                    </a:cubicBezTo>
                    <a:cubicBezTo>
                      <a:pt x="11" y="7"/>
                      <a:pt x="12" y="6"/>
                      <a:pt x="12" y="6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0" y="4"/>
                      <a:pt x="10" y="3"/>
                      <a:pt x="10" y="3"/>
                    </a:cubicBezTo>
                    <a:cubicBezTo>
                      <a:pt x="11" y="2"/>
                      <a:pt x="12" y="3"/>
                      <a:pt x="12" y="3"/>
                    </a:cubicBezTo>
                    <a:cubicBezTo>
                      <a:pt x="12" y="4"/>
                      <a:pt x="20" y="7"/>
                      <a:pt x="20" y="7"/>
                    </a:cubicBezTo>
                    <a:cubicBezTo>
                      <a:pt x="21" y="8"/>
                      <a:pt x="21" y="7"/>
                      <a:pt x="21" y="7"/>
                    </a:cubicBezTo>
                    <a:cubicBezTo>
                      <a:pt x="21" y="7"/>
                      <a:pt x="21" y="5"/>
                      <a:pt x="21" y="5"/>
                    </a:cubicBezTo>
                    <a:cubicBezTo>
                      <a:pt x="21" y="5"/>
                      <a:pt x="18" y="3"/>
                      <a:pt x="18" y="3"/>
                    </a:cubicBezTo>
                    <a:cubicBezTo>
                      <a:pt x="16" y="3"/>
                      <a:pt x="17" y="1"/>
                      <a:pt x="17" y="1"/>
                    </a:cubicBezTo>
                    <a:cubicBezTo>
                      <a:pt x="17" y="1"/>
                      <a:pt x="19" y="0"/>
                      <a:pt x="19" y="0"/>
                    </a:cubicBezTo>
                    <a:cubicBezTo>
                      <a:pt x="21" y="0"/>
                      <a:pt x="20" y="1"/>
                      <a:pt x="20" y="1"/>
                    </a:cubicBezTo>
                    <a:cubicBezTo>
                      <a:pt x="18" y="2"/>
                      <a:pt x="19" y="2"/>
                      <a:pt x="19" y="2"/>
                    </a:cubicBezTo>
                    <a:cubicBezTo>
                      <a:pt x="22" y="5"/>
                      <a:pt x="22" y="5"/>
                      <a:pt x="22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3" y="7"/>
                      <a:pt x="24" y="7"/>
                      <a:pt x="24" y="7"/>
                    </a:cubicBezTo>
                    <a:cubicBezTo>
                      <a:pt x="26" y="8"/>
                      <a:pt x="26" y="8"/>
                      <a:pt x="26" y="8"/>
                    </a:cubicBezTo>
                    <a:cubicBezTo>
                      <a:pt x="27" y="9"/>
                      <a:pt x="27" y="9"/>
                      <a:pt x="27" y="9"/>
                    </a:cubicBezTo>
                    <a:cubicBezTo>
                      <a:pt x="27" y="9"/>
                      <a:pt x="27" y="11"/>
                      <a:pt x="27" y="11"/>
                    </a:cubicBezTo>
                    <a:cubicBezTo>
                      <a:pt x="22" y="11"/>
                      <a:pt x="21" y="9"/>
                      <a:pt x="21" y="9"/>
                    </a:cubicBezTo>
                    <a:cubicBezTo>
                      <a:pt x="19" y="9"/>
                      <a:pt x="19" y="8"/>
                      <a:pt x="19" y="8"/>
                    </a:cubicBezTo>
                    <a:cubicBezTo>
                      <a:pt x="18" y="8"/>
                      <a:pt x="17" y="8"/>
                      <a:pt x="17" y="8"/>
                    </a:cubicBezTo>
                    <a:cubicBezTo>
                      <a:pt x="17" y="7"/>
                      <a:pt x="15" y="6"/>
                      <a:pt x="14" y="6"/>
                    </a:cubicBezTo>
                    <a:cubicBezTo>
                      <a:pt x="16" y="8"/>
                      <a:pt x="15" y="9"/>
                      <a:pt x="15" y="9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1" y="12"/>
                      <a:pt x="9" y="12"/>
                      <a:pt x="9" y="12"/>
                    </a:cubicBezTo>
                    <a:cubicBezTo>
                      <a:pt x="9" y="15"/>
                      <a:pt x="9" y="15"/>
                      <a:pt x="9" y="15"/>
                    </a:cubicBezTo>
                    <a:cubicBezTo>
                      <a:pt x="8" y="18"/>
                      <a:pt x="7" y="16"/>
                      <a:pt x="7" y="16"/>
                    </a:cubicBezTo>
                    <a:cubicBezTo>
                      <a:pt x="6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2"/>
                      <a:pt x="6" y="13"/>
                      <a:pt x="6" y="13"/>
                    </a:cubicBezTo>
                    <a:cubicBezTo>
                      <a:pt x="4" y="13"/>
                      <a:pt x="4" y="13"/>
                      <a:pt x="4" y="13"/>
                    </a:cubicBezTo>
                    <a:close/>
                    <a:moveTo>
                      <a:pt x="25" y="9"/>
                    </a:moveTo>
                    <a:cubicBezTo>
                      <a:pt x="24" y="8"/>
                      <a:pt x="24" y="8"/>
                      <a:pt x="24" y="8"/>
                    </a:cubicBezTo>
                    <a:cubicBezTo>
                      <a:pt x="24" y="8"/>
                      <a:pt x="23" y="8"/>
                      <a:pt x="23" y="8"/>
                    </a:cubicBezTo>
                    <a:cubicBezTo>
                      <a:pt x="22" y="8"/>
                      <a:pt x="25" y="9"/>
                      <a:pt x="25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15" name="ïṩliḑé">
                <a:extLst>
                  <a:ext uri="{FF2B5EF4-FFF2-40B4-BE49-F238E27FC236}">
                    <a16:creationId xmlns:a16="http://schemas.microsoft.com/office/drawing/2014/main" id="{E560EB8D-BB76-4C91-B6C6-DADCE22E45AF}"/>
                  </a:ext>
                </a:extLst>
              </p:cNvPr>
              <p:cNvSpPr/>
              <p:nvPr/>
            </p:nvSpPr>
            <p:spPr bwMode="auto">
              <a:xfrm>
                <a:off x="5249863" y="3201988"/>
                <a:ext cx="26988" cy="23813"/>
              </a:xfrm>
              <a:custGeom>
                <a:avLst/>
                <a:gdLst>
                  <a:gd name="T0" fmla="*/ 2 w 8"/>
                  <a:gd name="T1" fmla="*/ 6 h 7"/>
                  <a:gd name="T2" fmla="*/ 5 w 8"/>
                  <a:gd name="T3" fmla="*/ 2 h 7"/>
                  <a:gd name="T4" fmla="*/ 6 w 8"/>
                  <a:gd name="T5" fmla="*/ 2 h 7"/>
                  <a:gd name="T6" fmla="*/ 6 w 8"/>
                  <a:gd name="T7" fmla="*/ 6 h 7"/>
                  <a:gd name="T8" fmla="*/ 2 w 8"/>
                  <a:gd name="T9" fmla="*/ 7 h 7"/>
                  <a:gd name="T10" fmla="*/ 2 w 8"/>
                  <a:gd name="T11" fmla="*/ 6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7">
                    <a:moveTo>
                      <a:pt x="2" y="6"/>
                    </a:moveTo>
                    <a:cubicBezTo>
                      <a:pt x="3" y="6"/>
                      <a:pt x="5" y="2"/>
                      <a:pt x="5" y="2"/>
                    </a:cubicBezTo>
                    <a:cubicBezTo>
                      <a:pt x="5" y="0"/>
                      <a:pt x="6" y="2"/>
                      <a:pt x="6" y="2"/>
                    </a:cubicBezTo>
                    <a:cubicBezTo>
                      <a:pt x="8" y="4"/>
                      <a:pt x="6" y="6"/>
                      <a:pt x="6" y="6"/>
                    </a:cubicBezTo>
                    <a:cubicBezTo>
                      <a:pt x="5" y="6"/>
                      <a:pt x="2" y="7"/>
                      <a:pt x="2" y="7"/>
                    </a:cubicBezTo>
                    <a:cubicBezTo>
                      <a:pt x="0" y="7"/>
                      <a:pt x="2" y="6"/>
                      <a:pt x="2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16" name="îSľíḓê">
                <a:extLst>
                  <a:ext uri="{FF2B5EF4-FFF2-40B4-BE49-F238E27FC236}">
                    <a16:creationId xmlns:a16="http://schemas.microsoft.com/office/drawing/2014/main" id="{179362F5-D470-481D-BF41-EEEC39B8B98A}"/>
                  </a:ext>
                </a:extLst>
              </p:cNvPr>
              <p:cNvSpPr/>
              <p:nvPr/>
            </p:nvSpPr>
            <p:spPr bwMode="auto">
              <a:xfrm>
                <a:off x="5207000" y="3162301"/>
                <a:ext cx="85725" cy="39688"/>
              </a:xfrm>
              <a:custGeom>
                <a:avLst/>
                <a:gdLst>
                  <a:gd name="T0" fmla="*/ 16 w 26"/>
                  <a:gd name="T1" fmla="*/ 1 h 12"/>
                  <a:gd name="T2" fmla="*/ 17 w 26"/>
                  <a:gd name="T3" fmla="*/ 2 h 12"/>
                  <a:gd name="T4" fmla="*/ 15 w 26"/>
                  <a:gd name="T5" fmla="*/ 4 h 12"/>
                  <a:gd name="T6" fmla="*/ 20 w 26"/>
                  <a:gd name="T7" fmla="*/ 3 h 12"/>
                  <a:gd name="T8" fmla="*/ 20 w 26"/>
                  <a:gd name="T9" fmla="*/ 3 h 12"/>
                  <a:gd name="T10" fmla="*/ 21 w 26"/>
                  <a:gd name="T11" fmla="*/ 0 h 12"/>
                  <a:gd name="T12" fmla="*/ 22 w 26"/>
                  <a:gd name="T13" fmla="*/ 1 h 12"/>
                  <a:gd name="T14" fmla="*/ 23 w 26"/>
                  <a:gd name="T15" fmla="*/ 4 h 12"/>
                  <a:gd name="T16" fmla="*/ 25 w 26"/>
                  <a:gd name="T17" fmla="*/ 4 h 12"/>
                  <a:gd name="T18" fmla="*/ 26 w 26"/>
                  <a:gd name="T19" fmla="*/ 4 h 12"/>
                  <a:gd name="T20" fmla="*/ 26 w 26"/>
                  <a:gd name="T21" fmla="*/ 6 h 12"/>
                  <a:gd name="T22" fmla="*/ 22 w 26"/>
                  <a:gd name="T23" fmla="*/ 6 h 12"/>
                  <a:gd name="T24" fmla="*/ 11 w 26"/>
                  <a:gd name="T25" fmla="*/ 11 h 12"/>
                  <a:gd name="T26" fmla="*/ 3 w 26"/>
                  <a:gd name="T27" fmla="*/ 12 h 12"/>
                  <a:gd name="T28" fmla="*/ 2 w 26"/>
                  <a:gd name="T29" fmla="*/ 11 h 12"/>
                  <a:gd name="T30" fmla="*/ 12 w 26"/>
                  <a:gd name="T31" fmla="*/ 8 h 12"/>
                  <a:gd name="T32" fmla="*/ 15 w 26"/>
                  <a:gd name="T33" fmla="*/ 7 h 12"/>
                  <a:gd name="T34" fmla="*/ 13 w 26"/>
                  <a:gd name="T35" fmla="*/ 5 h 12"/>
                  <a:gd name="T36" fmla="*/ 16 w 26"/>
                  <a:gd name="T37" fmla="*/ 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6" h="12">
                    <a:moveTo>
                      <a:pt x="16" y="1"/>
                    </a:moveTo>
                    <a:cubicBezTo>
                      <a:pt x="16" y="1"/>
                      <a:pt x="17" y="1"/>
                      <a:pt x="17" y="2"/>
                    </a:cubicBezTo>
                    <a:cubicBezTo>
                      <a:pt x="17" y="2"/>
                      <a:pt x="15" y="2"/>
                      <a:pt x="15" y="4"/>
                    </a:cubicBezTo>
                    <a:cubicBezTo>
                      <a:pt x="20" y="3"/>
                      <a:pt x="20" y="3"/>
                      <a:pt x="20" y="3"/>
                    </a:cubicBezTo>
                    <a:cubicBezTo>
                      <a:pt x="20" y="3"/>
                      <a:pt x="20" y="3"/>
                      <a:pt x="20" y="3"/>
                    </a:cubicBezTo>
                    <a:cubicBezTo>
                      <a:pt x="20" y="3"/>
                      <a:pt x="21" y="1"/>
                      <a:pt x="21" y="0"/>
                    </a:cubicBezTo>
                    <a:cubicBezTo>
                      <a:pt x="21" y="0"/>
                      <a:pt x="22" y="0"/>
                      <a:pt x="22" y="1"/>
                    </a:cubicBezTo>
                    <a:cubicBezTo>
                      <a:pt x="22" y="1"/>
                      <a:pt x="23" y="3"/>
                      <a:pt x="23" y="4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4"/>
                      <a:pt x="26" y="4"/>
                      <a:pt x="26" y="4"/>
                    </a:cubicBezTo>
                    <a:cubicBezTo>
                      <a:pt x="26" y="6"/>
                      <a:pt x="26" y="6"/>
                      <a:pt x="26" y="6"/>
                    </a:cubicBezTo>
                    <a:cubicBezTo>
                      <a:pt x="26" y="6"/>
                      <a:pt x="24" y="6"/>
                      <a:pt x="22" y="6"/>
                    </a:cubicBezTo>
                    <a:cubicBezTo>
                      <a:pt x="22" y="6"/>
                      <a:pt x="21" y="8"/>
                      <a:pt x="11" y="11"/>
                    </a:cubicBezTo>
                    <a:cubicBezTo>
                      <a:pt x="11" y="11"/>
                      <a:pt x="4" y="12"/>
                      <a:pt x="3" y="12"/>
                    </a:cubicBezTo>
                    <a:cubicBezTo>
                      <a:pt x="3" y="12"/>
                      <a:pt x="0" y="11"/>
                      <a:pt x="2" y="11"/>
                    </a:cubicBezTo>
                    <a:cubicBezTo>
                      <a:pt x="2" y="11"/>
                      <a:pt x="8" y="11"/>
                      <a:pt x="12" y="8"/>
                    </a:cubicBezTo>
                    <a:cubicBezTo>
                      <a:pt x="12" y="8"/>
                      <a:pt x="15" y="7"/>
                      <a:pt x="15" y="7"/>
                    </a:cubicBezTo>
                    <a:cubicBezTo>
                      <a:pt x="15" y="7"/>
                      <a:pt x="13" y="6"/>
                      <a:pt x="13" y="5"/>
                    </a:cubicBezTo>
                    <a:cubicBezTo>
                      <a:pt x="13" y="5"/>
                      <a:pt x="14" y="2"/>
                      <a:pt x="1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17" name="íṧļïḋé">
                <a:extLst>
                  <a:ext uri="{FF2B5EF4-FFF2-40B4-BE49-F238E27FC236}">
                    <a16:creationId xmlns:a16="http://schemas.microsoft.com/office/drawing/2014/main" id="{F737349C-F778-4458-A039-B9162B35600D}"/>
                  </a:ext>
                </a:extLst>
              </p:cNvPr>
              <p:cNvSpPr/>
              <p:nvPr/>
            </p:nvSpPr>
            <p:spPr bwMode="auto">
              <a:xfrm>
                <a:off x="5041900" y="3201988"/>
                <a:ext cx="15875" cy="14288"/>
              </a:xfrm>
              <a:custGeom>
                <a:avLst/>
                <a:gdLst>
                  <a:gd name="T0" fmla="*/ 5 w 5"/>
                  <a:gd name="T1" fmla="*/ 1 h 4"/>
                  <a:gd name="T2" fmla="*/ 5 w 5"/>
                  <a:gd name="T3" fmla="*/ 2 h 4"/>
                  <a:gd name="T4" fmla="*/ 4 w 5"/>
                  <a:gd name="T5" fmla="*/ 3 h 4"/>
                  <a:gd name="T6" fmla="*/ 2 w 5"/>
                  <a:gd name="T7" fmla="*/ 2 h 4"/>
                  <a:gd name="T8" fmla="*/ 2 w 5"/>
                  <a:gd name="T9" fmla="*/ 1 h 4"/>
                  <a:gd name="T10" fmla="*/ 4 w 5"/>
                  <a:gd name="T11" fmla="*/ 0 h 4"/>
                  <a:gd name="T12" fmla="*/ 5 w 5"/>
                  <a:gd name="T13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4">
                    <a:moveTo>
                      <a:pt x="5" y="1"/>
                    </a:moveTo>
                    <a:cubicBezTo>
                      <a:pt x="5" y="2"/>
                      <a:pt x="5" y="2"/>
                      <a:pt x="5" y="2"/>
                    </a:cubicBezTo>
                    <a:cubicBezTo>
                      <a:pt x="5" y="4"/>
                      <a:pt x="4" y="3"/>
                      <a:pt x="4" y="3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0" y="1"/>
                      <a:pt x="2" y="1"/>
                      <a:pt x="2" y="1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5" y="0"/>
                      <a:pt x="5" y="1"/>
                      <a:pt x="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18" name="îŝľiḋe">
                <a:extLst>
                  <a:ext uri="{FF2B5EF4-FFF2-40B4-BE49-F238E27FC236}">
                    <a16:creationId xmlns:a16="http://schemas.microsoft.com/office/drawing/2014/main" id="{D5C5351B-C5FD-42EC-B763-DD74A9A1CAAC}"/>
                  </a:ext>
                </a:extLst>
              </p:cNvPr>
              <p:cNvSpPr/>
              <p:nvPr/>
            </p:nvSpPr>
            <p:spPr bwMode="auto">
              <a:xfrm>
                <a:off x="5011738" y="3146426"/>
                <a:ext cx="39688" cy="85725"/>
              </a:xfrm>
              <a:custGeom>
                <a:avLst/>
                <a:gdLst>
                  <a:gd name="T0" fmla="*/ 4 w 12"/>
                  <a:gd name="T1" fmla="*/ 19 h 26"/>
                  <a:gd name="T2" fmla="*/ 4 w 12"/>
                  <a:gd name="T3" fmla="*/ 14 h 26"/>
                  <a:gd name="T4" fmla="*/ 1 w 12"/>
                  <a:gd name="T5" fmla="*/ 13 h 26"/>
                  <a:gd name="T6" fmla="*/ 2 w 12"/>
                  <a:gd name="T7" fmla="*/ 12 h 26"/>
                  <a:gd name="T8" fmla="*/ 3 w 12"/>
                  <a:gd name="T9" fmla="*/ 10 h 26"/>
                  <a:gd name="T10" fmla="*/ 3 w 12"/>
                  <a:gd name="T11" fmla="*/ 2 h 26"/>
                  <a:gd name="T12" fmla="*/ 4 w 12"/>
                  <a:gd name="T13" fmla="*/ 1 h 26"/>
                  <a:gd name="T14" fmla="*/ 4 w 12"/>
                  <a:gd name="T15" fmla="*/ 2 h 26"/>
                  <a:gd name="T16" fmla="*/ 5 w 12"/>
                  <a:gd name="T17" fmla="*/ 6 h 26"/>
                  <a:gd name="T18" fmla="*/ 6 w 12"/>
                  <a:gd name="T19" fmla="*/ 3 h 26"/>
                  <a:gd name="T20" fmla="*/ 7 w 12"/>
                  <a:gd name="T21" fmla="*/ 2 h 26"/>
                  <a:gd name="T22" fmla="*/ 8 w 12"/>
                  <a:gd name="T23" fmla="*/ 2 h 26"/>
                  <a:gd name="T24" fmla="*/ 8 w 12"/>
                  <a:gd name="T25" fmla="*/ 6 h 26"/>
                  <a:gd name="T26" fmla="*/ 6 w 12"/>
                  <a:gd name="T27" fmla="*/ 9 h 26"/>
                  <a:gd name="T28" fmla="*/ 6 w 12"/>
                  <a:gd name="T29" fmla="*/ 10 h 26"/>
                  <a:gd name="T30" fmla="*/ 8 w 12"/>
                  <a:gd name="T31" fmla="*/ 11 h 26"/>
                  <a:gd name="T32" fmla="*/ 8 w 12"/>
                  <a:gd name="T33" fmla="*/ 11 h 26"/>
                  <a:gd name="T34" fmla="*/ 8 w 12"/>
                  <a:gd name="T35" fmla="*/ 12 h 26"/>
                  <a:gd name="T36" fmla="*/ 9 w 12"/>
                  <a:gd name="T37" fmla="*/ 13 h 26"/>
                  <a:gd name="T38" fmla="*/ 9 w 12"/>
                  <a:gd name="T39" fmla="*/ 17 h 26"/>
                  <a:gd name="T40" fmla="*/ 11 w 12"/>
                  <a:gd name="T41" fmla="*/ 21 h 26"/>
                  <a:gd name="T42" fmla="*/ 12 w 12"/>
                  <a:gd name="T43" fmla="*/ 24 h 26"/>
                  <a:gd name="T44" fmla="*/ 8 w 12"/>
                  <a:gd name="T45" fmla="*/ 23 h 26"/>
                  <a:gd name="T46" fmla="*/ 8 w 12"/>
                  <a:gd name="T47" fmla="*/ 25 h 26"/>
                  <a:gd name="T48" fmla="*/ 7 w 12"/>
                  <a:gd name="T49" fmla="*/ 26 h 26"/>
                  <a:gd name="T50" fmla="*/ 6 w 12"/>
                  <a:gd name="T51" fmla="*/ 24 h 26"/>
                  <a:gd name="T52" fmla="*/ 6 w 12"/>
                  <a:gd name="T53" fmla="*/ 23 h 26"/>
                  <a:gd name="T54" fmla="*/ 8 w 12"/>
                  <a:gd name="T55" fmla="*/ 21 h 26"/>
                  <a:gd name="T56" fmla="*/ 7 w 12"/>
                  <a:gd name="T57" fmla="*/ 18 h 26"/>
                  <a:gd name="T58" fmla="*/ 7 w 12"/>
                  <a:gd name="T59" fmla="*/ 18 h 26"/>
                  <a:gd name="T60" fmla="*/ 6 w 12"/>
                  <a:gd name="T61" fmla="*/ 20 h 26"/>
                  <a:gd name="T62" fmla="*/ 4 w 12"/>
                  <a:gd name="T63" fmla="*/ 20 h 26"/>
                  <a:gd name="T64" fmla="*/ 4 w 12"/>
                  <a:gd name="T65" fmla="*/ 19 h 26"/>
                  <a:gd name="T66" fmla="*/ 6 w 12"/>
                  <a:gd name="T67" fmla="*/ 16 h 26"/>
                  <a:gd name="T68" fmla="*/ 6 w 12"/>
                  <a:gd name="T69" fmla="*/ 15 h 26"/>
                  <a:gd name="T70" fmla="*/ 5 w 12"/>
                  <a:gd name="T71" fmla="*/ 11 h 26"/>
                  <a:gd name="T72" fmla="*/ 5 w 12"/>
                  <a:gd name="T73" fmla="*/ 14 h 26"/>
                  <a:gd name="T74" fmla="*/ 5 w 12"/>
                  <a:gd name="T75" fmla="*/ 18 h 26"/>
                  <a:gd name="T76" fmla="*/ 6 w 12"/>
                  <a:gd name="T77" fmla="*/ 1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2" h="26">
                    <a:moveTo>
                      <a:pt x="4" y="19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0" y="12"/>
                      <a:pt x="2" y="12"/>
                      <a:pt x="2" y="12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0"/>
                      <a:pt x="4" y="1"/>
                      <a:pt x="4" y="1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3"/>
                      <a:pt x="5" y="6"/>
                      <a:pt x="5" y="6"/>
                    </a:cubicBezTo>
                    <a:cubicBezTo>
                      <a:pt x="5" y="5"/>
                      <a:pt x="6" y="4"/>
                      <a:pt x="6" y="3"/>
                    </a:cubicBezTo>
                    <a:cubicBezTo>
                      <a:pt x="7" y="3"/>
                      <a:pt x="7" y="2"/>
                      <a:pt x="7" y="2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5" y="11"/>
                      <a:pt x="6" y="10"/>
                      <a:pt x="6" y="10"/>
                    </a:cubicBezTo>
                    <a:cubicBezTo>
                      <a:pt x="7" y="10"/>
                      <a:pt x="8" y="11"/>
                      <a:pt x="8" y="11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9" y="13"/>
                      <a:pt x="9" y="13"/>
                      <a:pt x="9" y="13"/>
                    </a:cubicBezTo>
                    <a:cubicBezTo>
                      <a:pt x="8" y="16"/>
                      <a:pt x="9" y="17"/>
                      <a:pt x="9" y="17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2" y="22"/>
                      <a:pt x="12" y="24"/>
                      <a:pt x="12" y="24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8" y="26"/>
                      <a:pt x="7" y="26"/>
                      <a:pt x="7" y="26"/>
                    </a:cubicBezTo>
                    <a:cubicBezTo>
                      <a:pt x="4" y="26"/>
                      <a:pt x="6" y="24"/>
                      <a:pt x="6" y="24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7" y="23"/>
                      <a:pt x="8" y="21"/>
                      <a:pt x="8" y="21"/>
                    </a:cubicBezTo>
                    <a:cubicBezTo>
                      <a:pt x="7" y="18"/>
                      <a:pt x="7" y="18"/>
                      <a:pt x="7" y="18"/>
                    </a:cubicBezTo>
                    <a:cubicBezTo>
                      <a:pt x="7" y="18"/>
                      <a:pt x="7" y="18"/>
                      <a:pt x="7" y="18"/>
                    </a:cubicBezTo>
                    <a:cubicBezTo>
                      <a:pt x="6" y="20"/>
                      <a:pt x="6" y="20"/>
                      <a:pt x="6" y="20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4" y="19"/>
                      <a:pt x="4" y="19"/>
                      <a:pt x="4" y="19"/>
                    </a:cubicBezTo>
                    <a:close/>
                    <a:moveTo>
                      <a:pt x="6" y="16"/>
                    </a:moveTo>
                    <a:cubicBezTo>
                      <a:pt x="6" y="16"/>
                      <a:pt x="6" y="16"/>
                      <a:pt x="6" y="15"/>
                    </a:cubicBezTo>
                    <a:cubicBezTo>
                      <a:pt x="6" y="15"/>
                      <a:pt x="6" y="12"/>
                      <a:pt x="5" y="11"/>
                    </a:cubicBezTo>
                    <a:cubicBezTo>
                      <a:pt x="5" y="11"/>
                      <a:pt x="4" y="12"/>
                      <a:pt x="5" y="14"/>
                    </a:cubicBezTo>
                    <a:cubicBezTo>
                      <a:pt x="5" y="18"/>
                      <a:pt x="5" y="18"/>
                      <a:pt x="5" y="18"/>
                    </a:cubicBezTo>
                    <a:lnTo>
                      <a:pt x="6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19" name="ïṣļîḋe">
                <a:extLst>
                  <a:ext uri="{FF2B5EF4-FFF2-40B4-BE49-F238E27FC236}">
                    <a16:creationId xmlns:a16="http://schemas.microsoft.com/office/drawing/2014/main" id="{2487A85C-0196-4CEB-984D-B1C43BDB3B48}"/>
                  </a:ext>
                </a:extLst>
              </p:cNvPr>
              <p:cNvSpPr/>
              <p:nvPr/>
            </p:nvSpPr>
            <p:spPr bwMode="auto">
              <a:xfrm>
                <a:off x="4905375" y="3313113"/>
                <a:ext cx="17463" cy="25400"/>
              </a:xfrm>
              <a:custGeom>
                <a:avLst/>
                <a:gdLst>
                  <a:gd name="T0" fmla="*/ 4 w 5"/>
                  <a:gd name="T1" fmla="*/ 1 h 8"/>
                  <a:gd name="T2" fmla="*/ 4 w 5"/>
                  <a:gd name="T3" fmla="*/ 2 h 8"/>
                  <a:gd name="T4" fmla="*/ 3 w 5"/>
                  <a:gd name="T5" fmla="*/ 6 h 8"/>
                  <a:gd name="T6" fmla="*/ 2 w 5"/>
                  <a:gd name="T7" fmla="*/ 7 h 8"/>
                  <a:gd name="T8" fmla="*/ 1 w 5"/>
                  <a:gd name="T9" fmla="*/ 2 h 8"/>
                  <a:gd name="T10" fmla="*/ 1 w 5"/>
                  <a:gd name="T11" fmla="*/ 0 h 8"/>
                  <a:gd name="T12" fmla="*/ 4 w 5"/>
                  <a:gd name="T13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8">
                    <a:moveTo>
                      <a:pt x="4" y="1"/>
                    </a:moveTo>
                    <a:cubicBezTo>
                      <a:pt x="5" y="1"/>
                      <a:pt x="4" y="2"/>
                      <a:pt x="4" y="2"/>
                    </a:cubicBezTo>
                    <a:cubicBezTo>
                      <a:pt x="4" y="3"/>
                      <a:pt x="3" y="6"/>
                      <a:pt x="3" y="6"/>
                    </a:cubicBezTo>
                    <a:cubicBezTo>
                      <a:pt x="2" y="8"/>
                      <a:pt x="2" y="7"/>
                      <a:pt x="2" y="7"/>
                    </a:cubicBezTo>
                    <a:cubicBezTo>
                      <a:pt x="2" y="5"/>
                      <a:pt x="1" y="2"/>
                      <a:pt x="1" y="2"/>
                    </a:cubicBezTo>
                    <a:cubicBezTo>
                      <a:pt x="0" y="1"/>
                      <a:pt x="1" y="0"/>
                      <a:pt x="1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20" name="ís1íḋe">
                <a:extLst>
                  <a:ext uri="{FF2B5EF4-FFF2-40B4-BE49-F238E27FC236}">
                    <a16:creationId xmlns:a16="http://schemas.microsoft.com/office/drawing/2014/main" id="{8107B162-F4BC-4099-AAF5-EF84A8FC9B2A}"/>
                  </a:ext>
                </a:extLst>
              </p:cNvPr>
              <p:cNvSpPr/>
              <p:nvPr/>
            </p:nvSpPr>
            <p:spPr bwMode="auto">
              <a:xfrm>
                <a:off x="4865688" y="3305176"/>
                <a:ext cx="26988" cy="26988"/>
              </a:xfrm>
              <a:custGeom>
                <a:avLst/>
                <a:gdLst>
                  <a:gd name="T0" fmla="*/ 7 w 8"/>
                  <a:gd name="T1" fmla="*/ 5 h 8"/>
                  <a:gd name="T2" fmla="*/ 8 w 8"/>
                  <a:gd name="T3" fmla="*/ 8 h 8"/>
                  <a:gd name="T4" fmla="*/ 7 w 8"/>
                  <a:gd name="T5" fmla="*/ 8 h 8"/>
                  <a:gd name="T6" fmla="*/ 6 w 8"/>
                  <a:gd name="T7" fmla="*/ 6 h 8"/>
                  <a:gd name="T8" fmla="*/ 3 w 8"/>
                  <a:gd name="T9" fmla="*/ 2 h 8"/>
                  <a:gd name="T10" fmla="*/ 1 w 8"/>
                  <a:gd name="T11" fmla="*/ 0 h 8"/>
                  <a:gd name="T12" fmla="*/ 1 w 8"/>
                  <a:gd name="T13" fmla="*/ 0 h 8"/>
                  <a:gd name="T14" fmla="*/ 4 w 8"/>
                  <a:gd name="T15" fmla="*/ 0 h 8"/>
                  <a:gd name="T16" fmla="*/ 7 w 8"/>
                  <a:gd name="T17" fmla="*/ 5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" h="8">
                    <a:moveTo>
                      <a:pt x="7" y="5"/>
                    </a:moveTo>
                    <a:cubicBezTo>
                      <a:pt x="8" y="6"/>
                      <a:pt x="8" y="8"/>
                      <a:pt x="8" y="8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7"/>
                      <a:pt x="6" y="6"/>
                      <a:pt x="6" y="6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0"/>
                      <a:pt x="1" y="1"/>
                      <a:pt x="1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5" y="2"/>
                      <a:pt x="7" y="5"/>
                      <a:pt x="7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21" name="íṧḻiďê">
                <a:extLst>
                  <a:ext uri="{FF2B5EF4-FFF2-40B4-BE49-F238E27FC236}">
                    <a16:creationId xmlns:a16="http://schemas.microsoft.com/office/drawing/2014/main" id="{1BFB2DDC-CEB3-4726-AAF2-0422CFF3E4AD}"/>
                  </a:ext>
                </a:extLst>
              </p:cNvPr>
              <p:cNvSpPr/>
              <p:nvPr/>
            </p:nvSpPr>
            <p:spPr bwMode="auto">
              <a:xfrm>
                <a:off x="4876800" y="3325813"/>
                <a:ext cx="25400" cy="53975"/>
              </a:xfrm>
              <a:custGeom>
                <a:avLst/>
                <a:gdLst>
                  <a:gd name="T0" fmla="*/ 6 w 8"/>
                  <a:gd name="T1" fmla="*/ 1 h 16"/>
                  <a:gd name="T2" fmla="*/ 7 w 8"/>
                  <a:gd name="T3" fmla="*/ 1 h 16"/>
                  <a:gd name="T4" fmla="*/ 8 w 8"/>
                  <a:gd name="T5" fmla="*/ 6 h 16"/>
                  <a:gd name="T6" fmla="*/ 8 w 8"/>
                  <a:gd name="T7" fmla="*/ 10 h 16"/>
                  <a:gd name="T8" fmla="*/ 6 w 8"/>
                  <a:gd name="T9" fmla="*/ 16 h 16"/>
                  <a:gd name="T10" fmla="*/ 3 w 8"/>
                  <a:gd name="T11" fmla="*/ 15 h 16"/>
                  <a:gd name="T12" fmla="*/ 1 w 8"/>
                  <a:gd name="T13" fmla="*/ 9 h 16"/>
                  <a:gd name="T14" fmla="*/ 1 w 8"/>
                  <a:gd name="T15" fmla="*/ 9 h 16"/>
                  <a:gd name="T16" fmla="*/ 5 w 8"/>
                  <a:gd name="T17" fmla="*/ 12 h 16"/>
                  <a:gd name="T18" fmla="*/ 5 w 8"/>
                  <a:gd name="T19" fmla="*/ 12 h 16"/>
                  <a:gd name="T20" fmla="*/ 5 w 8"/>
                  <a:gd name="T21" fmla="*/ 10 h 16"/>
                  <a:gd name="T22" fmla="*/ 6 w 8"/>
                  <a:gd name="T23" fmla="*/ 6 h 16"/>
                  <a:gd name="T24" fmla="*/ 6 w 8"/>
                  <a:gd name="T25" fmla="*/ 1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" h="16">
                    <a:moveTo>
                      <a:pt x="6" y="1"/>
                    </a:moveTo>
                    <a:cubicBezTo>
                      <a:pt x="7" y="0"/>
                      <a:pt x="7" y="1"/>
                      <a:pt x="7" y="1"/>
                    </a:cubicBezTo>
                    <a:cubicBezTo>
                      <a:pt x="8" y="3"/>
                      <a:pt x="8" y="6"/>
                      <a:pt x="8" y="6"/>
                    </a:cubicBezTo>
                    <a:cubicBezTo>
                      <a:pt x="8" y="7"/>
                      <a:pt x="8" y="10"/>
                      <a:pt x="8" y="10"/>
                    </a:cubicBezTo>
                    <a:cubicBezTo>
                      <a:pt x="8" y="12"/>
                      <a:pt x="6" y="16"/>
                      <a:pt x="6" y="16"/>
                    </a:cubicBezTo>
                    <a:cubicBezTo>
                      <a:pt x="5" y="16"/>
                      <a:pt x="3" y="15"/>
                      <a:pt x="3" y="15"/>
                    </a:cubicBezTo>
                    <a:cubicBezTo>
                      <a:pt x="3" y="14"/>
                      <a:pt x="1" y="9"/>
                      <a:pt x="1" y="9"/>
                    </a:cubicBezTo>
                    <a:cubicBezTo>
                      <a:pt x="0" y="9"/>
                      <a:pt x="1" y="9"/>
                      <a:pt x="1" y="9"/>
                    </a:cubicBezTo>
                    <a:cubicBezTo>
                      <a:pt x="3" y="8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0"/>
                      <a:pt x="5" y="10"/>
                    </a:cubicBezTo>
                    <a:cubicBezTo>
                      <a:pt x="6" y="9"/>
                      <a:pt x="6" y="6"/>
                      <a:pt x="6" y="6"/>
                    </a:cubicBezTo>
                    <a:cubicBezTo>
                      <a:pt x="7" y="5"/>
                      <a:pt x="6" y="1"/>
                      <a:pt x="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22" name="iŝ1iḋe">
                <a:extLst>
                  <a:ext uri="{FF2B5EF4-FFF2-40B4-BE49-F238E27FC236}">
                    <a16:creationId xmlns:a16="http://schemas.microsoft.com/office/drawing/2014/main" id="{C49BC23C-F345-49E2-B5FC-7D6899B42F04}"/>
                  </a:ext>
                </a:extLst>
              </p:cNvPr>
              <p:cNvSpPr/>
              <p:nvPr/>
            </p:nvSpPr>
            <p:spPr bwMode="auto">
              <a:xfrm>
                <a:off x="5075238" y="3586163"/>
                <a:ext cx="15875" cy="46038"/>
              </a:xfrm>
              <a:custGeom>
                <a:avLst/>
                <a:gdLst>
                  <a:gd name="T0" fmla="*/ 0 w 10"/>
                  <a:gd name="T1" fmla="*/ 6 h 29"/>
                  <a:gd name="T2" fmla="*/ 8 w 10"/>
                  <a:gd name="T3" fmla="*/ 0 h 29"/>
                  <a:gd name="T4" fmla="*/ 10 w 10"/>
                  <a:gd name="T5" fmla="*/ 2 h 29"/>
                  <a:gd name="T6" fmla="*/ 10 w 10"/>
                  <a:gd name="T7" fmla="*/ 29 h 29"/>
                  <a:gd name="T8" fmla="*/ 6 w 10"/>
                  <a:gd name="T9" fmla="*/ 29 h 29"/>
                  <a:gd name="T10" fmla="*/ 6 w 10"/>
                  <a:gd name="T11" fmla="*/ 6 h 29"/>
                  <a:gd name="T12" fmla="*/ 2 w 10"/>
                  <a:gd name="T13" fmla="*/ 8 h 29"/>
                  <a:gd name="T14" fmla="*/ 0 w 10"/>
                  <a:gd name="T15" fmla="*/ 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29">
                    <a:moveTo>
                      <a:pt x="0" y="6"/>
                    </a:moveTo>
                    <a:lnTo>
                      <a:pt x="8" y="0"/>
                    </a:lnTo>
                    <a:lnTo>
                      <a:pt x="10" y="2"/>
                    </a:lnTo>
                    <a:lnTo>
                      <a:pt x="10" y="29"/>
                    </a:lnTo>
                    <a:lnTo>
                      <a:pt x="6" y="29"/>
                    </a:lnTo>
                    <a:lnTo>
                      <a:pt x="6" y="6"/>
                    </a:lnTo>
                    <a:lnTo>
                      <a:pt x="2" y="8"/>
                    </a:lnTo>
                    <a:lnTo>
                      <a:pt x="0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23" name="iṣ1íḓê">
                <a:extLst>
                  <a:ext uri="{FF2B5EF4-FFF2-40B4-BE49-F238E27FC236}">
                    <a16:creationId xmlns:a16="http://schemas.microsoft.com/office/drawing/2014/main" id="{B56279E1-4F10-483D-812F-D865B71874D7}"/>
                  </a:ext>
                </a:extLst>
              </p:cNvPr>
              <p:cNvSpPr/>
              <p:nvPr/>
            </p:nvSpPr>
            <p:spPr bwMode="auto">
              <a:xfrm>
                <a:off x="5210175" y="3586163"/>
                <a:ext cx="15875" cy="46038"/>
              </a:xfrm>
              <a:custGeom>
                <a:avLst/>
                <a:gdLst>
                  <a:gd name="T0" fmla="*/ 6 w 10"/>
                  <a:gd name="T1" fmla="*/ 6 h 29"/>
                  <a:gd name="T2" fmla="*/ 2 w 10"/>
                  <a:gd name="T3" fmla="*/ 8 h 29"/>
                  <a:gd name="T4" fmla="*/ 0 w 10"/>
                  <a:gd name="T5" fmla="*/ 6 h 29"/>
                  <a:gd name="T6" fmla="*/ 6 w 10"/>
                  <a:gd name="T7" fmla="*/ 0 h 29"/>
                  <a:gd name="T8" fmla="*/ 10 w 10"/>
                  <a:gd name="T9" fmla="*/ 2 h 29"/>
                  <a:gd name="T10" fmla="*/ 10 w 10"/>
                  <a:gd name="T11" fmla="*/ 29 h 29"/>
                  <a:gd name="T12" fmla="*/ 6 w 10"/>
                  <a:gd name="T13" fmla="*/ 29 h 29"/>
                  <a:gd name="T14" fmla="*/ 6 w 10"/>
                  <a:gd name="T15" fmla="*/ 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29">
                    <a:moveTo>
                      <a:pt x="6" y="6"/>
                    </a:moveTo>
                    <a:lnTo>
                      <a:pt x="2" y="8"/>
                    </a:lnTo>
                    <a:lnTo>
                      <a:pt x="0" y="6"/>
                    </a:lnTo>
                    <a:lnTo>
                      <a:pt x="6" y="0"/>
                    </a:lnTo>
                    <a:lnTo>
                      <a:pt x="10" y="2"/>
                    </a:lnTo>
                    <a:lnTo>
                      <a:pt x="10" y="29"/>
                    </a:lnTo>
                    <a:lnTo>
                      <a:pt x="6" y="29"/>
                    </a:lnTo>
                    <a:lnTo>
                      <a:pt x="6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24" name="iŝliḍe">
                <a:extLst>
                  <a:ext uri="{FF2B5EF4-FFF2-40B4-BE49-F238E27FC236}">
                    <a16:creationId xmlns:a16="http://schemas.microsoft.com/office/drawing/2014/main" id="{9A332F6A-C08D-4095-9EF1-9EAD814266C2}"/>
                  </a:ext>
                </a:extLst>
              </p:cNvPr>
              <p:cNvSpPr/>
              <p:nvPr/>
            </p:nvSpPr>
            <p:spPr bwMode="auto">
              <a:xfrm>
                <a:off x="5114925" y="3586163"/>
                <a:ext cx="25400" cy="46038"/>
              </a:xfrm>
              <a:custGeom>
                <a:avLst/>
                <a:gdLst>
                  <a:gd name="T0" fmla="*/ 4 w 8"/>
                  <a:gd name="T1" fmla="*/ 2 h 14"/>
                  <a:gd name="T2" fmla="*/ 3 w 8"/>
                  <a:gd name="T3" fmla="*/ 2 h 14"/>
                  <a:gd name="T4" fmla="*/ 3 w 8"/>
                  <a:gd name="T5" fmla="*/ 3 h 14"/>
                  <a:gd name="T6" fmla="*/ 2 w 8"/>
                  <a:gd name="T7" fmla="*/ 3 h 14"/>
                  <a:gd name="T8" fmla="*/ 2 w 8"/>
                  <a:gd name="T9" fmla="*/ 5 h 14"/>
                  <a:gd name="T10" fmla="*/ 2 w 8"/>
                  <a:gd name="T11" fmla="*/ 6 h 14"/>
                  <a:gd name="T12" fmla="*/ 3 w 8"/>
                  <a:gd name="T13" fmla="*/ 7 h 14"/>
                  <a:gd name="T14" fmla="*/ 4 w 8"/>
                  <a:gd name="T15" fmla="*/ 7 h 14"/>
                  <a:gd name="T16" fmla="*/ 5 w 8"/>
                  <a:gd name="T17" fmla="*/ 7 h 14"/>
                  <a:gd name="T18" fmla="*/ 6 w 8"/>
                  <a:gd name="T19" fmla="*/ 7 h 14"/>
                  <a:gd name="T20" fmla="*/ 7 w 8"/>
                  <a:gd name="T21" fmla="*/ 6 h 14"/>
                  <a:gd name="T22" fmla="*/ 7 w 8"/>
                  <a:gd name="T23" fmla="*/ 4 h 14"/>
                  <a:gd name="T24" fmla="*/ 6 w 8"/>
                  <a:gd name="T25" fmla="*/ 3 h 14"/>
                  <a:gd name="T26" fmla="*/ 6 w 8"/>
                  <a:gd name="T27" fmla="*/ 2 h 14"/>
                  <a:gd name="T28" fmla="*/ 4 w 8"/>
                  <a:gd name="T29" fmla="*/ 2 h 14"/>
                  <a:gd name="T30" fmla="*/ 4 w 8"/>
                  <a:gd name="T31" fmla="*/ 9 h 14"/>
                  <a:gd name="T32" fmla="*/ 2 w 8"/>
                  <a:gd name="T33" fmla="*/ 9 h 14"/>
                  <a:gd name="T34" fmla="*/ 1 w 8"/>
                  <a:gd name="T35" fmla="*/ 8 h 14"/>
                  <a:gd name="T36" fmla="*/ 0 w 8"/>
                  <a:gd name="T37" fmla="*/ 7 h 14"/>
                  <a:gd name="T38" fmla="*/ 0 w 8"/>
                  <a:gd name="T39" fmla="*/ 5 h 14"/>
                  <a:gd name="T40" fmla="*/ 0 w 8"/>
                  <a:gd name="T41" fmla="*/ 3 h 14"/>
                  <a:gd name="T42" fmla="*/ 1 w 8"/>
                  <a:gd name="T43" fmla="*/ 2 h 14"/>
                  <a:gd name="T44" fmla="*/ 1 w 8"/>
                  <a:gd name="T45" fmla="*/ 1 h 14"/>
                  <a:gd name="T46" fmla="*/ 3 w 8"/>
                  <a:gd name="T47" fmla="*/ 0 h 14"/>
                  <a:gd name="T48" fmla="*/ 4 w 8"/>
                  <a:gd name="T49" fmla="*/ 0 h 14"/>
                  <a:gd name="T50" fmla="*/ 6 w 8"/>
                  <a:gd name="T51" fmla="*/ 0 h 14"/>
                  <a:gd name="T52" fmla="*/ 8 w 8"/>
                  <a:gd name="T53" fmla="*/ 2 h 14"/>
                  <a:gd name="T54" fmla="*/ 8 w 8"/>
                  <a:gd name="T55" fmla="*/ 3 h 14"/>
                  <a:gd name="T56" fmla="*/ 8 w 8"/>
                  <a:gd name="T57" fmla="*/ 5 h 14"/>
                  <a:gd name="T58" fmla="*/ 8 w 8"/>
                  <a:gd name="T59" fmla="*/ 9 h 14"/>
                  <a:gd name="T60" fmla="*/ 8 w 8"/>
                  <a:gd name="T61" fmla="*/ 11 h 14"/>
                  <a:gd name="T62" fmla="*/ 8 w 8"/>
                  <a:gd name="T63" fmla="*/ 12 h 14"/>
                  <a:gd name="T64" fmla="*/ 8 w 8"/>
                  <a:gd name="T65" fmla="*/ 13 h 14"/>
                  <a:gd name="T66" fmla="*/ 7 w 8"/>
                  <a:gd name="T67" fmla="*/ 14 h 14"/>
                  <a:gd name="T68" fmla="*/ 6 w 8"/>
                  <a:gd name="T69" fmla="*/ 14 h 14"/>
                  <a:gd name="T70" fmla="*/ 4 w 8"/>
                  <a:gd name="T71" fmla="*/ 14 h 14"/>
                  <a:gd name="T72" fmla="*/ 3 w 8"/>
                  <a:gd name="T73" fmla="*/ 14 h 14"/>
                  <a:gd name="T74" fmla="*/ 2 w 8"/>
                  <a:gd name="T75" fmla="*/ 14 h 14"/>
                  <a:gd name="T76" fmla="*/ 1 w 8"/>
                  <a:gd name="T77" fmla="*/ 13 h 14"/>
                  <a:gd name="T78" fmla="*/ 0 w 8"/>
                  <a:gd name="T79" fmla="*/ 12 h 14"/>
                  <a:gd name="T80" fmla="*/ 0 w 8"/>
                  <a:gd name="T81" fmla="*/ 11 h 14"/>
                  <a:gd name="T82" fmla="*/ 2 w 8"/>
                  <a:gd name="T83" fmla="*/ 11 h 14"/>
                  <a:gd name="T84" fmla="*/ 2 w 8"/>
                  <a:gd name="T85" fmla="*/ 11 h 14"/>
                  <a:gd name="T86" fmla="*/ 3 w 8"/>
                  <a:gd name="T87" fmla="*/ 12 h 14"/>
                  <a:gd name="T88" fmla="*/ 4 w 8"/>
                  <a:gd name="T89" fmla="*/ 12 h 14"/>
                  <a:gd name="T90" fmla="*/ 5 w 8"/>
                  <a:gd name="T91" fmla="*/ 12 h 14"/>
                  <a:gd name="T92" fmla="*/ 6 w 8"/>
                  <a:gd name="T93" fmla="*/ 12 h 14"/>
                  <a:gd name="T94" fmla="*/ 6 w 8"/>
                  <a:gd name="T95" fmla="*/ 11 h 14"/>
                  <a:gd name="T96" fmla="*/ 7 w 8"/>
                  <a:gd name="T97" fmla="*/ 10 h 14"/>
                  <a:gd name="T98" fmla="*/ 7 w 8"/>
                  <a:gd name="T99" fmla="*/ 9 h 14"/>
                  <a:gd name="T100" fmla="*/ 7 w 8"/>
                  <a:gd name="T101" fmla="*/ 8 h 14"/>
                  <a:gd name="T102" fmla="*/ 6 w 8"/>
                  <a:gd name="T103" fmla="*/ 9 h 14"/>
                  <a:gd name="T104" fmla="*/ 5 w 8"/>
                  <a:gd name="T105" fmla="*/ 9 h 14"/>
                  <a:gd name="T106" fmla="*/ 4 w 8"/>
                  <a:gd name="T107" fmla="*/ 9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8" h="14">
                    <a:moveTo>
                      <a:pt x="4" y="2"/>
                    </a:moveTo>
                    <a:cubicBezTo>
                      <a:pt x="4" y="2"/>
                      <a:pt x="4" y="2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4"/>
                      <a:pt x="2" y="4"/>
                      <a:pt x="2" y="5"/>
                    </a:cubicBezTo>
                    <a:cubicBezTo>
                      <a:pt x="2" y="5"/>
                      <a:pt x="2" y="6"/>
                      <a:pt x="2" y="6"/>
                    </a:cubicBezTo>
                    <a:cubicBezTo>
                      <a:pt x="2" y="6"/>
                      <a:pt x="2" y="6"/>
                      <a:pt x="3" y="7"/>
                    </a:cubicBezTo>
                    <a:cubicBezTo>
                      <a:pt x="3" y="7"/>
                      <a:pt x="3" y="7"/>
                      <a:pt x="4" y="7"/>
                    </a:cubicBezTo>
                    <a:cubicBezTo>
                      <a:pt x="4" y="7"/>
                      <a:pt x="4" y="7"/>
                      <a:pt x="5" y="7"/>
                    </a:cubicBezTo>
                    <a:cubicBezTo>
                      <a:pt x="5" y="7"/>
                      <a:pt x="6" y="7"/>
                      <a:pt x="6" y="7"/>
                    </a:cubicBezTo>
                    <a:cubicBezTo>
                      <a:pt x="6" y="6"/>
                      <a:pt x="6" y="6"/>
                      <a:pt x="7" y="6"/>
                    </a:cubicBezTo>
                    <a:cubicBezTo>
                      <a:pt x="7" y="5"/>
                      <a:pt x="7" y="5"/>
                      <a:pt x="7" y="4"/>
                    </a:cubicBezTo>
                    <a:cubicBezTo>
                      <a:pt x="7" y="4"/>
                      <a:pt x="7" y="3"/>
                      <a:pt x="6" y="3"/>
                    </a:cubicBezTo>
                    <a:cubicBezTo>
                      <a:pt x="6" y="3"/>
                      <a:pt x="6" y="3"/>
                      <a:pt x="6" y="2"/>
                    </a:cubicBezTo>
                    <a:cubicBezTo>
                      <a:pt x="5" y="2"/>
                      <a:pt x="5" y="2"/>
                      <a:pt x="4" y="2"/>
                    </a:cubicBezTo>
                    <a:close/>
                    <a:moveTo>
                      <a:pt x="4" y="9"/>
                    </a:moveTo>
                    <a:cubicBezTo>
                      <a:pt x="4" y="9"/>
                      <a:pt x="3" y="9"/>
                      <a:pt x="2" y="9"/>
                    </a:cubicBezTo>
                    <a:cubicBezTo>
                      <a:pt x="2" y="8"/>
                      <a:pt x="1" y="8"/>
                      <a:pt x="1" y="8"/>
                    </a:cubicBezTo>
                    <a:cubicBezTo>
                      <a:pt x="1" y="7"/>
                      <a:pt x="1" y="7"/>
                      <a:pt x="0" y="7"/>
                    </a:cubicBezTo>
                    <a:cubicBezTo>
                      <a:pt x="0" y="6"/>
                      <a:pt x="0" y="6"/>
                      <a:pt x="0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1" y="2"/>
                      <a:pt x="1" y="1"/>
                      <a:pt x="1" y="1"/>
                    </a:cubicBezTo>
                    <a:cubicBezTo>
                      <a:pt x="2" y="1"/>
                      <a:pt x="2" y="0"/>
                      <a:pt x="3" y="0"/>
                    </a:cubicBezTo>
                    <a:cubicBezTo>
                      <a:pt x="3" y="0"/>
                      <a:pt x="4" y="0"/>
                      <a:pt x="4" y="0"/>
                    </a:cubicBezTo>
                    <a:cubicBezTo>
                      <a:pt x="5" y="0"/>
                      <a:pt x="6" y="0"/>
                      <a:pt x="6" y="0"/>
                    </a:cubicBezTo>
                    <a:cubicBezTo>
                      <a:pt x="7" y="1"/>
                      <a:pt x="7" y="1"/>
                      <a:pt x="8" y="2"/>
                    </a:cubicBezTo>
                    <a:cubicBezTo>
                      <a:pt x="8" y="2"/>
                      <a:pt x="8" y="3"/>
                      <a:pt x="8" y="3"/>
                    </a:cubicBezTo>
                    <a:cubicBezTo>
                      <a:pt x="8" y="4"/>
                      <a:pt x="8" y="4"/>
                      <a:pt x="8" y="5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8" y="10"/>
                      <a:pt x="8" y="10"/>
                      <a:pt x="8" y="11"/>
                    </a:cubicBezTo>
                    <a:cubicBezTo>
                      <a:pt x="8" y="11"/>
                      <a:pt x="8" y="11"/>
                      <a:pt x="8" y="12"/>
                    </a:cubicBezTo>
                    <a:cubicBezTo>
                      <a:pt x="8" y="12"/>
                      <a:pt x="8" y="13"/>
                      <a:pt x="8" y="13"/>
                    </a:cubicBezTo>
                    <a:cubicBezTo>
                      <a:pt x="7" y="13"/>
                      <a:pt x="7" y="13"/>
                      <a:pt x="7" y="14"/>
                    </a:cubicBezTo>
                    <a:cubicBezTo>
                      <a:pt x="7" y="14"/>
                      <a:pt x="6" y="14"/>
                      <a:pt x="6" y="14"/>
                    </a:cubicBezTo>
                    <a:cubicBezTo>
                      <a:pt x="5" y="14"/>
                      <a:pt x="5" y="14"/>
                      <a:pt x="4" y="14"/>
                    </a:cubicBezTo>
                    <a:cubicBezTo>
                      <a:pt x="4" y="14"/>
                      <a:pt x="3" y="14"/>
                      <a:pt x="3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2"/>
                      <a:pt x="2" y="12"/>
                      <a:pt x="3" y="12"/>
                    </a:cubicBezTo>
                    <a:cubicBezTo>
                      <a:pt x="3" y="12"/>
                      <a:pt x="3" y="12"/>
                      <a:pt x="4" y="12"/>
                    </a:cubicBezTo>
                    <a:cubicBezTo>
                      <a:pt x="4" y="12"/>
                      <a:pt x="4" y="12"/>
                      <a:pt x="5" y="12"/>
                    </a:cubicBezTo>
                    <a:cubicBezTo>
                      <a:pt x="5" y="12"/>
                      <a:pt x="5" y="12"/>
                      <a:pt x="6" y="12"/>
                    </a:cubicBezTo>
                    <a:cubicBezTo>
                      <a:pt x="6" y="12"/>
                      <a:pt x="6" y="12"/>
                      <a:pt x="6" y="11"/>
                    </a:cubicBezTo>
                    <a:cubicBezTo>
                      <a:pt x="6" y="11"/>
                      <a:pt x="7" y="11"/>
                      <a:pt x="7" y="10"/>
                    </a:cubicBezTo>
                    <a:cubicBezTo>
                      <a:pt x="7" y="10"/>
                      <a:pt x="7" y="10"/>
                      <a:pt x="7" y="9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9"/>
                      <a:pt x="6" y="9"/>
                      <a:pt x="6" y="9"/>
                    </a:cubicBezTo>
                    <a:cubicBezTo>
                      <a:pt x="6" y="9"/>
                      <a:pt x="6" y="9"/>
                      <a:pt x="5" y="9"/>
                    </a:cubicBezTo>
                    <a:cubicBezTo>
                      <a:pt x="5" y="9"/>
                      <a:pt x="5" y="9"/>
                      <a:pt x="4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25" name="iSḷidé">
                <a:extLst>
                  <a:ext uri="{FF2B5EF4-FFF2-40B4-BE49-F238E27FC236}">
                    <a16:creationId xmlns:a16="http://schemas.microsoft.com/office/drawing/2014/main" id="{F7FC1BF3-BB5B-4A5C-A4E2-DFB30D8C804D}"/>
                  </a:ext>
                </a:extLst>
              </p:cNvPr>
              <p:cNvSpPr/>
              <p:nvPr/>
            </p:nvSpPr>
            <p:spPr bwMode="auto">
              <a:xfrm>
                <a:off x="5164138" y="3586163"/>
                <a:ext cx="30163" cy="46038"/>
              </a:xfrm>
              <a:custGeom>
                <a:avLst/>
                <a:gdLst>
                  <a:gd name="T0" fmla="*/ 1 w 9"/>
                  <a:gd name="T1" fmla="*/ 13 h 14"/>
                  <a:gd name="T2" fmla="*/ 0 w 9"/>
                  <a:gd name="T3" fmla="*/ 12 h 14"/>
                  <a:gd name="T4" fmla="*/ 0 w 9"/>
                  <a:gd name="T5" fmla="*/ 10 h 14"/>
                  <a:gd name="T6" fmla="*/ 0 w 9"/>
                  <a:gd name="T7" fmla="*/ 8 h 14"/>
                  <a:gd name="T8" fmla="*/ 0 w 9"/>
                  <a:gd name="T9" fmla="*/ 6 h 14"/>
                  <a:gd name="T10" fmla="*/ 0 w 9"/>
                  <a:gd name="T11" fmla="*/ 4 h 14"/>
                  <a:gd name="T12" fmla="*/ 0 w 9"/>
                  <a:gd name="T13" fmla="*/ 3 h 14"/>
                  <a:gd name="T14" fmla="*/ 1 w 9"/>
                  <a:gd name="T15" fmla="*/ 1 h 14"/>
                  <a:gd name="T16" fmla="*/ 2 w 9"/>
                  <a:gd name="T17" fmla="*/ 0 h 14"/>
                  <a:gd name="T18" fmla="*/ 4 w 9"/>
                  <a:gd name="T19" fmla="*/ 0 h 14"/>
                  <a:gd name="T20" fmla="*/ 6 w 9"/>
                  <a:gd name="T21" fmla="*/ 0 h 14"/>
                  <a:gd name="T22" fmla="*/ 7 w 9"/>
                  <a:gd name="T23" fmla="*/ 1 h 14"/>
                  <a:gd name="T24" fmla="*/ 8 w 9"/>
                  <a:gd name="T25" fmla="*/ 2 h 14"/>
                  <a:gd name="T26" fmla="*/ 9 w 9"/>
                  <a:gd name="T27" fmla="*/ 4 h 14"/>
                  <a:gd name="T28" fmla="*/ 9 w 9"/>
                  <a:gd name="T29" fmla="*/ 6 h 14"/>
                  <a:gd name="T30" fmla="*/ 9 w 9"/>
                  <a:gd name="T31" fmla="*/ 8 h 14"/>
                  <a:gd name="T32" fmla="*/ 9 w 9"/>
                  <a:gd name="T33" fmla="*/ 9 h 14"/>
                  <a:gd name="T34" fmla="*/ 9 w 9"/>
                  <a:gd name="T35" fmla="*/ 11 h 14"/>
                  <a:gd name="T36" fmla="*/ 8 w 9"/>
                  <a:gd name="T37" fmla="*/ 12 h 14"/>
                  <a:gd name="T38" fmla="*/ 7 w 9"/>
                  <a:gd name="T39" fmla="*/ 13 h 14"/>
                  <a:gd name="T40" fmla="*/ 6 w 9"/>
                  <a:gd name="T41" fmla="*/ 14 h 14"/>
                  <a:gd name="T42" fmla="*/ 4 w 9"/>
                  <a:gd name="T43" fmla="*/ 14 h 14"/>
                  <a:gd name="T44" fmla="*/ 3 w 9"/>
                  <a:gd name="T45" fmla="*/ 14 h 14"/>
                  <a:gd name="T46" fmla="*/ 1 w 9"/>
                  <a:gd name="T47" fmla="*/ 13 h 14"/>
                  <a:gd name="T48" fmla="*/ 7 w 9"/>
                  <a:gd name="T49" fmla="*/ 7 h 14"/>
                  <a:gd name="T50" fmla="*/ 7 w 9"/>
                  <a:gd name="T51" fmla="*/ 5 h 14"/>
                  <a:gd name="T52" fmla="*/ 6 w 9"/>
                  <a:gd name="T53" fmla="*/ 3 h 14"/>
                  <a:gd name="T54" fmla="*/ 5 w 9"/>
                  <a:gd name="T55" fmla="*/ 2 h 14"/>
                  <a:gd name="T56" fmla="*/ 4 w 9"/>
                  <a:gd name="T57" fmla="*/ 2 h 14"/>
                  <a:gd name="T58" fmla="*/ 3 w 9"/>
                  <a:gd name="T59" fmla="*/ 2 h 14"/>
                  <a:gd name="T60" fmla="*/ 2 w 9"/>
                  <a:gd name="T61" fmla="*/ 3 h 14"/>
                  <a:gd name="T62" fmla="*/ 2 w 9"/>
                  <a:gd name="T63" fmla="*/ 5 h 14"/>
                  <a:gd name="T64" fmla="*/ 1 w 9"/>
                  <a:gd name="T65" fmla="*/ 6 h 14"/>
                  <a:gd name="T66" fmla="*/ 1 w 9"/>
                  <a:gd name="T67" fmla="*/ 7 h 14"/>
                  <a:gd name="T68" fmla="*/ 2 w 9"/>
                  <a:gd name="T69" fmla="*/ 10 h 14"/>
                  <a:gd name="T70" fmla="*/ 2 w 9"/>
                  <a:gd name="T71" fmla="*/ 11 h 14"/>
                  <a:gd name="T72" fmla="*/ 3 w 9"/>
                  <a:gd name="T73" fmla="*/ 12 h 14"/>
                  <a:gd name="T74" fmla="*/ 4 w 9"/>
                  <a:gd name="T75" fmla="*/ 12 h 14"/>
                  <a:gd name="T76" fmla="*/ 5 w 9"/>
                  <a:gd name="T77" fmla="*/ 12 h 14"/>
                  <a:gd name="T78" fmla="*/ 6 w 9"/>
                  <a:gd name="T79" fmla="*/ 11 h 14"/>
                  <a:gd name="T80" fmla="*/ 7 w 9"/>
                  <a:gd name="T81" fmla="*/ 10 h 14"/>
                  <a:gd name="T82" fmla="*/ 7 w 9"/>
                  <a:gd name="T83" fmla="*/ 8 h 14"/>
                  <a:gd name="T84" fmla="*/ 7 w 9"/>
                  <a:gd name="T85" fmla="*/ 7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9" h="14">
                    <a:moveTo>
                      <a:pt x="1" y="13"/>
                    </a:moveTo>
                    <a:cubicBezTo>
                      <a:pt x="1" y="13"/>
                      <a:pt x="1" y="12"/>
                      <a:pt x="0" y="12"/>
                    </a:cubicBezTo>
                    <a:cubicBezTo>
                      <a:pt x="0" y="11"/>
                      <a:pt x="0" y="11"/>
                      <a:pt x="0" y="10"/>
                    </a:cubicBezTo>
                    <a:cubicBezTo>
                      <a:pt x="0" y="9"/>
                      <a:pt x="0" y="9"/>
                      <a:pt x="0" y="8"/>
                    </a:cubicBezTo>
                    <a:cubicBezTo>
                      <a:pt x="0" y="7"/>
                      <a:pt x="0" y="6"/>
                      <a:pt x="0" y="6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0" y="4"/>
                      <a:pt x="0" y="3"/>
                      <a:pt x="0" y="3"/>
                    </a:cubicBezTo>
                    <a:cubicBezTo>
                      <a:pt x="1" y="2"/>
                      <a:pt x="1" y="2"/>
                      <a:pt x="1" y="1"/>
                    </a:cubicBezTo>
                    <a:cubicBezTo>
                      <a:pt x="1" y="1"/>
                      <a:pt x="2" y="1"/>
                      <a:pt x="2" y="0"/>
                    </a:cubicBezTo>
                    <a:cubicBezTo>
                      <a:pt x="3" y="0"/>
                      <a:pt x="4" y="0"/>
                      <a:pt x="4" y="0"/>
                    </a:cubicBezTo>
                    <a:cubicBezTo>
                      <a:pt x="5" y="0"/>
                      <a:pt x="5" y="0"/>
                      <a:pt x="6" y="0"/>
                    </a:cubicBezTo>
                    <a:cubicBezTo>
                      <a:pt x="6" y="0"/>
                      <a:pt x="7" y="1"/>
                      <a:pt x="7" y="1"/>
                    </a:cubicBezTo>
                    <a:cubicBezTo>
                      <a:pt x="7" y="1"/>
                      <a:pt x="8" y="2"/>
                      <a:pt x="8" y="2"/>
                    </a:cubicBezTo>
                    <a:cubicBezTo>
                      <a:pt x="8" y="3"/>
                      <a:pt x="9" y="3"/>
                      <a:pt x="9" y="4"/>
                    </a:cubicBezTo>
                    <a:cubicBezTo>
                      <a:pt x="9" y="5"/>
                      <a:pt x="9" y="5"/>
                      <a:pt x="9" y="6"/>
                    </a:cubicBezTo>
                    <a:cubicBezTo>
                      <a:pt x="9" y="6"/>
                      <a:pt x="9" y="7"/>
                      <a:pt x="9" y="8"/>
                    </a:cubicBezTo>
                    <a:cubicBezTo>
                      <a:pt x="9" y="8"/>
                      <a:pt x="9" y="9"/>
                      <a:pt x="9" y="9"/>
                    </a:cubicBezTo>
                    <a:cubicBezTo>
                      <a:pt x="9" y="10"/>
                      <a:pt x="9" y="10"/>
                      <a:pt x="9" y="11"/>
                    </a:cubicBezTo>
                    <a:cubicBezTo>
                      <a:pt x="8" y="11"/>
                      <a:pt x="8" y="12"/>
                      <a:pt x="8" y="12"/>
                    </a:cubicBezTo>
                    <a:cubicBezTo>
                      <a:pt x="8" y="13"/>
                      <a:pt x="7" y="13"/>
                      <a:pt x="7" y="13"/>
                    </a:cubicBezTo>
                    <a:cubicBezTo>
                      <a:pt x="7" y="14"/>
                      <a:pt x="6" y="14"/>
                      <a:pt x="6" y="14"/>
                    </a:cubicBezTo>
                    <a:cubicBezTo>
                      <a:pt x="5" y="14"/>
                      <a:pt x="5" y="14"/>
                      <a:pt x="4" y="14"/>
                    </a:cubicBezTo>
                    <a:cubicBezTo>
                      <a:pt x="4" y="14"/>
                      <a:pt x="3" y="14"/>
                      <a:pt x="3" y="14"/>
                    </a:cubicBezTo>
                    <a:cubicBezTo>
                      <a:pt x="2" y="14"/>
                      <a:pt x="1" y="13"/>
                      <a:pt x="1" y="13"/>
                    </a:cubicBezTo>
                    <a:close/>
                    <a:moveTo>
                      <a:pt x="7" y="7"/>
                    </a:moveTo>
                    <a:cubicBezTo>
                      <a:pt x="7" y="6"/>
                      <a:pt x="7" y="5"/>
                      <a:pt x="7" y="5"/>
                    </a:cubicBezTo>
                    <a:cubicBezTo>
                      <a:pt x="7" y="4"/>
                      <a:pt x="7" y="4"/>
                      <a:pt x="6" y="3"/>
                    </a:cubicBezTo>
                    <a:cubicBezTo>
                      <a:pt x="6" y="3"/>
                      <a:pt x="6" y="3"/>
                      <a:pt x="5" y="2"/>
                    </a:cubicBezTo>
                    <a:cubicBezTo>
                      <a:pt x="5" y="2"/>
                      <a:pt x="5" y="2"/>
                      <a:pt x="4" y="2"/>
                    </a:cubicBezTo>
                    <a:cubicBezTo>
                      <a:pt x="4" y="2"/>
                      <a:pt x="3" y="2"/>
                      <a:pt x="3" y="2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4"/>
                      <a:pt x="2" y="4"/>
                      <a:pt x="2" y="5"/>
                    </a:cubicBezTo>
                    <a:cubicBezTo>
                      <a:pt x="2" y="5"/>
                      <a:pt x="1" y="6"/>
                      <a:pt x="1" y="6"/>
                    </a:cubicBezTo>
                    <a:cubicBezTo>
                      <a:pt x="1" y="6"/>
                      <a:pt x="1" y="7"/>
                      <a:pt x="1" y="7"/>
                    </a:cubicBezTo>
                    <a:cubicBezTo>
                      <a:pt x="1" y="8"/>
                      <a:pt x="1" y="9"/>
                      <a:pt x="2" y="10"/>
                    </a:cubicBezTo>
                    <a:cubicBezTo>
                      <a:pt x="2" y="10"/>
                      <a:pt x="2" y="11"/>
                      <a:pt x="2" y="11"/>
                    </a:cubicBezTo>
                    <a:cubicBezTo>
                      <a:pt x="2" y="12"/>
                      <a:pt x="3" y="12"/>
                      <a:pt x="3" y="12"/>
                    </a:cubicBezTo>
                    <a:cubicBezTo>
                      <a:pt x="3" y="12"/>
                      <a:pt x="4" y="12"/>
                      <a:pt x="4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2"/>
                      <a:pt x="6" y="12"/>
                      <a:pt x="6" y="11"/>
                    </a:cubicBezTo>
                    <a:cubicBezTo>
                      <a:pt x="7" y="11"/>
                      <a:pt x="7" y="10"/>
                      <a:pt x="7" y="10"/>
                    </a:cubicBezTo>
                    <a:cubicBezTo>
                      <a:pt x="7" y="9"/>
                      <a:pt x="7" y="8"/>
                      <a:pt x="7" y="8"/>
                    </a:cubicBezTo>
                    <a:cubicBezTo>
                      <a:pt x="7" y="8"/>
                      <a:pt x="7" y="7"/>
                      <a:pt x="7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65" name="íśľïďê">
              <a:extLst>
                <a:ext uri="{FF2B5EF4-FFF2-40B4-BE49-F238E27FC236}">
                  <a16:creationId xmlns:a16="http://schemas.microsoft.com/office/drawing/2014/main" id="{7A5DD77E-2479-4BDE-8EA0-7A0F04636052}"/>
                </a:ext>
              </a:extLst>
            </p:cNvPr>
            <p:cNvGrpSpPr/>
            <p:nvPr/>
          </p:nvGrpSpPr>
          <p:grpSpPr>
            <a:xfrm>
              <a:off x="5156287" y="2481344"/>
              <a:ext cx="4169014" cy="1469307"/>
              <a:chOff x="5722938" y="3046413"/>
              <a:chExt cx="1662113" cy="585788"/>
            </a:xfrm>
            <a:grpFill/>
          </p:grpSpPr>
          <p:sp>
            <p:nvSpPr>
              <p:cNvPr id="185" name="îSľíḑè">
                <a:extLst>
                  <a:ext uri="{FF2B5EF4-FFF2-40B4-BE49-F238E27FC236}">
                    <a16:creationId xmlns:a16="http://schemas.microsoft.com/office/drawing/2014/main" id="{3451CC89-8C7D-48EE-AC02-8A92D98D5C40}"/>
                  </a:ext>
                </a:extLst>
              </p:cNvPr>
              <p:cNvSpPr/>
              <p:nvPr/>
            </p:nvSpPr>
            <p:spPr bwMode="auto">
              <a:xfrm>
                <a:off x="7088188" y="3046413"/>
                <a:ext cx="296863" cy="561975"/>
              </a:xfrm>
              <a:custGeom>
                <a:avLst/>
                <a:gdLst>
                  <a:gd name="T0" fmla="*/ 19 w 90"/>
                  <a:gd name="T1" fmla="*/ 151 h 169"/>
                  <a:gd name="T2" fmla="*/ 55 w 90"/>
                  <a:gd name="T3" fmla="*/ 133 h 169"/>
                  <a:gd name="T4" fmla="*/ 43 w 90"/>
                  <a:gd name="T5" fmla="*/ 157 h 169"/>
                  <a:gd name="T6" fmla="*/ 19 w 90"/>
                  <a:gd name="T7" fmla="*/ 151 h 169"/>
                  <a:gd name="T8" fmla="*/ 2 w 90"/>
                  <a:gd name="T9" fmla="*/ 39 h 169"/>
                  <a:gd name="T10" fmla="*/ 3 w 90"/>
                  <a:gd name="T11" fmla="*/ 56 h 169"/>
                  <a:gd name="T12" fmla="*/ 34 w 90"/>
                  <a:gd name="T13" fmla="*/ 32 h 169"/>
                  <a:gd name="T14" fmla="*/ 38 w 90"/>
                  <a:gd name="T15" fmla="*/ 35 h 169"/>
                  <a:gd name="T16" fmla="*/ 47 w 90"/>
                  <a:gd name="T17" fmla="*/ 26 h 169"/>
                  <a:gd name="T18" fmla="*/ 58 w 90"/>
                  <a:gd name="T19" fmla="*/ 16 h 169"/>
                  <a:gd name="T20" fmla="*/ 9 w 90"/>
                  <a:gd name="T21" fmla="*/ 90 h 169"/>
                  <a:gd name="T22" fmla="*/ 9 w 90"/>
                  <a:gd name="T23" fmla="*/ 101 h 169"/>
                  <a:gd name="T24" fmla="*/ 31 w 90"/>
                  <a:gd name="T25" fmla="*/ 89 h 169"/>
                  <a:gd name="T26" fmla="*/ 26 w 90"/>
                  <a:gd name="T27" fmla="*/ 107 h 169"/>
                  <a:gd name="T28" fmla="*/ 30 w 90"/>
                  <a:gd name="T29" fmla="*/ 113 h 169"/>
                  <a:gd name="T30" fmla="*/ 53 w 90"/>
                  <a:gd name="T31" fmla="*/ 118 h 169"/>
                  <a:gd name="T32" fmla="*/ 2 w 90"/>
                  <a:gd name="T33" fmla="*/ 145 h 169"/>
                  <a:gd name="T34" fmla="*/ 48 w 90"/>
                  <a:gd name="T35" fmla="*/ 169 h 169"/>
                  <a:gd name="T36" fmla="*/ 64 w 90"/>
                  <a:gd name="T37" fmla="*/ 130 h 169"/>
                  <a:gd name="T38" fmla="*/ 82 w 90"/>
                  <a:gd name="T39" fmla="*/ 137 h 169"/>
                  <a:gd name="T40" fmla="*/ 90 w 90"/>
                  <a:gd name="T41" fmla="*/ 130 h 169"/>
                  <a:gd name="T42" fmla="*/ 62 w 90"/>
                  <a:gd name="T43" fmla="*/ 119 h 169"/>
                  <a:gd name="T44" fmla="*/ 45 w 90"/>
                  <a:gd name="T45" fmla="*/ 106 h 169"/>
                  <a:gd name="T46" fmla="*/ 47 w 90"/>
                  <a:gd name="T47" fmla="*/ 77 h 169"/>
                  <a:gd name="T48" fmla="*/ 25 w 90"/>
                  <a:gd name="T49" fmla="*/ 82 h 169"/>
                  <a:gd name="T50" fmla="*/ 71 w 90"/>
                  <a:gd name="T51" fmla="*/ 16 h 169"/>
                  <a:gd name="T52" fmla="*/ 59 w 90"/>
                  <a:gd name="T53" fmla="*/ 7 h 169"/>
                  <a:gd name="T54" fmla="*/ 41 w 90"/>
                  <a:gd name="T55" fmla="*/ 21 h 169"/>
                  <a:gd name="T56" fmla="*/ 30 w 90"/>
                  <a:gd name="T57" fmla="*/ 28 h 169"/>
                  <a:gd name="T58" fmla="*/ 17 w 90"/>
                  <a:gd name="T59" fmla="*/ 43 h 169"/>
                  <a:gd name="T60" fmla="*/ 2 w 90"/>
                  <a:gd name="T61" fmla="*/ 39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90" h="169">
                    <a:moveTo>
                      <a:pt x="19" y="151"/>
                    </a:moveTo>
                    <a:cubicBezTo>
                      <a:pt x="19" y="151"/>
                      <a:pt x="41" y="128"/>
                      <a:pt x="55" y="133"/>
                    </a:cubicBezTo>
                    <a:cubicBezTo>
                      <a:pt x="55" y="133"/>
                      <a:pt x="62" y="158"/>
                      <a:pt x="43" y="157"/>
                    </a:cubicBezTo>
                    <a:cubicBezTo>
                      <a:pt x="23" y="155"/>
                      <a:pt x="19" y="151"/>
                      <a:pt x="19" y="151"/>
                    </a:cubicBezTo>
                    <a:close/>
                    <a:moveTo>
                      <a:pt x="2" y="39"/>
                    </a:moveTo>
                    <a:cubicBezTo>
                      <a:pt x="0" y="46"/>
                      <a:pt x="3" y="56"/>
                      <a:pt x="3" y="56"/>
                    </a:cubicBezTo>
                    <a:cubicBezTo>
                      <a:pt x="6" y="75"/>
                      <a:pt x="34" y="32"/>
                      <a:pt x="34" y="32"/>
                    </a:cubicBezTo>
                    <a:cubicBezTo>
                      <a:pt x="35" y="35"/>
                      <a:pt x="38" y="35"/>
                      <a:pt x="38" y="35"/>
                    </a:cubicBezTo>
                    <a:cubicBezTo>
                      <a:pt x="52" y="37"/>
                      <a:pt x="47" y="26"/>
                      <a:pt x="47" y="26"/>
                    </a:cubicBezTo>
                    <a:cubicBezTo>
                      <a:pt x="49" y="21"/>
                      <a:pt x="58" y="16"/>
                      <a:pt x="58" y="16"/>
                    </a:cubicBezTo>
                    <a:cubicBezTo>
                      <a:pt x="44" y="53"/>
                      <a:pt x="9" y="90"/>
                      <a:pt x="9" y="90"/>
                    </a:cubicBezTo>
                    <a:cubicBezTo>
                      <a:pt x="9" y="101"/>
                      <a:pt x="9" y="101"/>
                      <a:pt x="9" y="101"/>
                    </a:cubicBezTo>
                    <a:cubicBezTo>
                      <a:pt x="12" y="114"/>
                      <a:pt x="31" y="89"/>
                      <a:pt x="31" y="89"/>
                    </a:cubicBezTo>
                    <a:cubicBezTo>
                      <a:pt x="26" y="107"/>
                      <a:pt x="26" y="107"/>
                      <a:pt x="26" y="107"/>
                    </a:cubicBezTo>
                    <a:cubicBezTo>
                      <a:pt x="24" y="115"/>
                      <a:pt x="30" y="113"/>
                      <a:pt x="30" y="113"/>
                    </a:cubicBezTo>
                    <a:cubicBezTo>
                      <a:pt x="53" y="112"/>
                      <a:pt x="53" y="118"/>
                      <a:pt x="53" y="118"/>
                    </a:cubicBezTo>
                    <a:cubicBezTo>
                      <a:pt x="12" y="121"/>
                      <a:pt x="2" y="145"/>
                      <a:pt x="2" y="145"/>
                    </a:cubicBezTo>
                    <a:cubicBezTo>
                      <a:pt x="6" y="156"/>
                      <a:pt x="25" y="161"/>
                      <a:pt x="48" y="169"/>
                    </a:cubicBezTo>
                    <a:cubicBezTo>
                      <a:pt x="71" y="168"/>
                      <a:pt x="64" y="130"/>
                      <a:pt x="64" y="130"/>
                    </a:cubicBezTo>
                    <a:cubicBezTo>
                      <a:pt x="79" y="129"/>
                      <a:pt x="82" y="137"/>
                      <a:pt x="82" y="137"/>
                    </a:cubicBezTo>
                    <a:cubicBezTo>
                      <a:pt x="90" y="130"/>
                      <a:pt x="90" y="130"/>
                      <a:pt x="90" y="130"/>
                    </a:cubicBezTo>
                    <a:cubicBezTo>
                      <a:pt x="79" y="115"/>
                      <a:pt x="62" y="119"/>
                      <a:pt x="62" y="119"/>
                    </a:cubicBezTo>
                    <a:cubicBezTo>
                      <a:pt x="60" y="107"/>
                      <a:pt x="45" y="106"/>
                      <a:pt x="45" y="106"/>
                    </a:cubicBezTo>
                    <a:cubicBezTo>
                      <a:pt x="35" y="105"/>
                      <a:pt x="44" y="92"/>
                      <a:pt x="47" y="77"/>
                    </a:cubicBezTo>
                    <a:cubicBezTo>
                      <a:pt x="47" y="64"/>
                      <a:pt x="25" y="82"/>
                      <a:pt x="25" y="82"/>
                    </a:cubicBezTo>
                    <a:cubicBezTo>
                      <a:pt x="43" y="66"/>
                      <a:pt x="66" y="31"/>
                      <a:pt x="71" y="16"/>
                    </a:cubicBezTo>
                    <a:cubicBezTo>
                      <a:pt x="75" y="0"/>
                      <a:pt x="59" y="7"/>
                      <a:pt x="59" y="7"/>
                    </a:cubicBezTo>
                    <a:cubicBezTo>
                      <a:pt x="59" y="7"/>
                      <a:pt x="42" y="20"/>
                      <a:pt x="41" y="21"/>
                    </a:cubicBezTo>
                    <a:cubicBezTo>
                      <a:pt x="32" y="21"/>
                      <a:pt x="30" y="28"/>
                      <a:pt x="30" y="28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7" y="54"/>
                      <a:pt x="2" y="39"/>
                      <a:pt x="2" y="3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186" name="îṥḻîďé">
                <a:extLst>
                  <a:ext uri="{FF2B5EF4-FFF2-40B4-BE49-F238E27FC236}">
                    <a16:creationId xmlns:a16="http://schemas.microsoft.com/office/drawing/2014/main" id="{4578F721-7315-4E04-BB1E-6B06E0D1D8C7}"/>
                  </a:ext>
                </a:extLst>
              </p:cNvPr>
              <p:cNvSpPr/>
              <p:nvPr/>
            </p:nvSpPr>
            <p:spPr bwMode="auto">
              <a:xfrm>
                <a:off x="6802438" y="3471863"/>
                <a:ext cx="63500" cy="96838"/>
              </a:xfrm>
              <a:custGeom>
                <a:avLst/>
                <a:gdLst>
                  <a:gd name="T0" fmla="*/ 0 w 19"/>
                  <a:gd name="T1" fmla="*/ 0 h 29"/>
                  <a:gd name="T2" fmla="*/ 1 w 19"/>
                  <a:gd name="T3" fmla="*/ 29 h 29"/>
                  <a:gd name="T4" fmla="*/ 16 w 19"/>
                  <a:gd name="T5" fmla="*/ 13 h 29"/>
                  <a:gd name="T6" fmla="*/ 0 w 19"/>
                  <a:gd name="T7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29">
                    <a:moveTo>
                      <a:pt x="0" y="0"/>
                    </a:moveTo>
                    <a:cubicBezTo>
                      <a:pt x="0" y="0"/>
                      <a:pt x="9" y="19"/>
                      <a:pt x="1" y="29"/>
                    </a:cubicBezTo>
                    <a:cubicBezTo>
                      <a:pt x="1" y="29"/>
                      <a:pt x="13" y="27"/>
                      <a:pt x="16" y="13"/>
                    </a:cubicBezTo>
                    <a:cubicBezTo>
                      <a:pt x="19" y="0"/>
                      <a:pt x="4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187" name="iṣľíḍé">
                <a:extLst>
                  <a:ext uri="{FF2B5EF4-FFF2-40B4-BE49-F238E27FC236}">
                    <a16:creationId xmlns:a16="http://schemas.microsoft.com/office/drawing/2014/main" id="{9ABDF7A6-2377-4F56-BFC3-C2C9DC72C132}"/>
                  </a:ext>
                </a:extLst>
              </p:cNvPr>
              <p:cNvSpPr/>
              <p:nvPr/>
            </p:nvSpPr>
            <p:spPr bwMode="auto">
              <a:xfrm>
                <a:off x="6605588" y="3289301"/>
                <a:ext cx="223838" cy="309563"/>
              </a:xfrm>
              <a:custGeom>
                <a:avLst/>
                <a:gdLst>
                  <a:gd name="T0" fmla="*/ 26 w 68"/>
                  <a:gd name="T1" fmla="*/ 21 h 93"/>
                  <a:gd name="T2" fmla="*/ 30 w 68"/>
                  <a:gd name="T3" fmla="*/ 28 h 93"/>
                  <a:gd name="T4" fmla="*/ 42 w 68"/>
                  <a:gd name="T5" fmla="*/ 18 h 93"/>
                  <a:gd name="T6" fmla="*/ 37 w 68"/>
                  <a:gd name="T7" fmla="*/ 9 h 93"/>
                  <a:gd name="T8" fmla="*/ 46 w 68"/>
                  <a:gd name="T9" fmla="*/ 6 h 93"/>
                  <a:gd name="T10" fmla="*/ 53 w 68"/>
                  <a:gd name="T11" fmla="*/ 12 h 93"/>
                  <a:gd name="T12" fmla="*/ 62 w 68"/>
                  <a:gd name="T13" fmla="*/ 5 h 93"/>
                  <a:gd name="T14" fmla="*/ 68 w 68"/>
                  <a:gd name="T15" fmla="*/ 10 h 93"/>
                  <a:gd name="T16" fmla="*/ 53 w 68"/>
                  <a:gd name="T17" fmla="*/ 25 h 93"/>
                  <a:gd name="T18" fmla="*/ 27 w 68"/>
                  <a:gd name="T19" fmla="*/ 71 h 93"/>
                  <a:gd name="T20" fmla="*/ 0 w 68"/>
                  <a:gd name="T21" fmla="*/ 92 h 93"/>
                  <a:gd name="T22" fmla="*/ 0 w 68"/>
                  <a:gd name="T23" fmla="*/ 89 h 93"/>
                  <a:gd name="T24" fmla="*/ 31 w 68"/>
                  <a:gd name="T25" fmla="*/ 42 h 93"/>
                  <a:gd name="T26" fmla="*/ 21 w 68"/>
                  <a:gd name="T27" fmla="*/ 23 h 93"/>
                  <a:gd name="T28" fmla="*/ 26 w 68"/>
                  <a:gd name="T29" fmla="*/ 2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8" h="93">
                    <a:moveTo>
                      <a:pt x="26" y="21"/>
                    </a:moveTo>
                    <a:cubicBezTo>
                      <a:pt x="26" y="21"/>
                      <a:pt x="21" y="36"/>
                      <a:pt x="30" y="28"/>
                    </a:cubicBezTo>
                    <a:cubicBezTo>
                      <a:pt x="42" y="18"/>
                      <a:pt x="42" y="18"/>
                      <a:pt x="42" y="18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37" y="9"/>
                      <a:pt x="38" y="0"/>
                      <a:pt x="46" y="6"/>
                    </a:cubicBezTo>
                    <a:cubicBezTo>
                      <a:pt x="53" y="12"/>
                      <a:pt x="53" y="12"/>
                      <a:pt x="53" y="12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8" y="10"/>
                      <a:pt x="68" y="10"/>
                      <a:pt x="68" y="10"/>
                    </a:cubicBezTo>
                    <a:cubicBezTo>
                      <a:pt x="53" y="25"/>
                      <a:pt x="53" y="25"/>
                      <a:pt x="53" y="25"/>
                    </a:cubicBezTo>
                    <a:cubicBezTo>
                      <a:pt x="53" y="25"/>
                      <a:pt x="54" y="39"/>
                      <a:pt x="27" y="71"/>
                    </a:cubicBezTo>
                    <a:cubicBezTo>
                      <a:pt x="27" y="71"/>
                      <a:pt x="12" y="93"/>
                      <a:pt x="0" y="92"/>
                    </a:cubicBezTo>
                    <a:cubicBezTo>
                      <a:pt x="0" y="89"/>
                      <a:pt x="0" y="89"/>
                      <a:pt x="0" y="89"/>
                    </a:cubicBezTo>
                    <a:cubicBezTo>
                      <a:pt x="0" y="89"/>
                      <a:pt x="17" y="83"/>
                      <a:pt x="31" y="42"/>
                    </a:cubicBezTo>
                    <a:cubicBezTo>
                      <a:pt x="31" y="42"/>
                      <a:pt x="13" y="49"/>
                      <a:pt x="21" y="23"/>
                    </a:cubicBezTo>
                    <a:cubicBezTo>
                      <a:pt x="21" y="23"/>
                      <a:pt x="22" y="16"/>
                      <a:pt x="26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188" name="iSlidé">
                <a:extLst>
                  <a:ext uri="{FF2B5EF4-FFF2-40B4-BE49-F238E27FC236}">
                    <a16:creationId xmlns:a16="http://schemas.microsoft.com/office/drawing/2014/main" id="{848CE4AD-CEF9-43AA-9279-00CF4DFE4B1B}"/>
                  </a:ext>
                </a:extLst>
              </p:cNvPr>
              <p:cNvSpPr/>
              <p:nvPr/>
            </p:nvSpPr>
            <p:spPr bwMode="auto">
              <a:xfrm>
                <a:off x="6334125" y="3495676"/>
                <a:ext cx="79375" cy="76200"/>
              </a:xfrm>
              <a:custGeom>
                <a:avLst/>
                <a:gdLst>
                  <a:gd name="T0" fmla="*/ 0 w 24"/>
                  <a:gd name="T1" fmla="*/ 4 h 23"/>
                  <a:gd name="T2" fmla="*/ 21 w 24"/>
                  <a:gd name="T3" fmla="*/ 19 h 23"/>
                  <a:gd name="T4" fmla="*/ 18 w 24"/>
                  <a:gd name="T5" fmla="*/ 23 h 23"/>
                  <a:gd name="T6" fmla="*/ 0 w 24"/>
                  <a:gd name="T7" fmla="*/ 4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4" h="23">
                    <a:moveTo>
                      <a:pt x="0" y="4"/>
                    </a:moveTo>
                    <a:cubicBezTo>
                      <a:pt x="0" y="4"/>
                      <a:pt x="24" y="0"/>
                      <a:pt x="21" y="19"/>
                    </a:cubicBezTo>
                    <a:cubicBezTo>
                      <a:pt x="18" y="23"/>
                      <a:pt x="18" y="23"/>
                      <a:pt x="18" y="23"/>
                    </a:cubicBez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189" name="ïśľïdê">
                <a:extLst>
                  <a:ext uri="{FF2B5EF4-FFF2-40B4-BE49-F238E27FC236}">
                    <a16:creationId xmlns:a16="http://schemas.microsoft.com/office/drawing/2014/main" id="{9281D80A-085B-4485-9632-E7D6E154A8B9}"/>
                  </a:ext>
                </a:extLst>
              </p:cNvPr>
              <p:cNvSpPr/>
              <p:nvPr/>
            </p:nvSpPr>
            <p:spPr bwMode="auto">
              <a:xfrm>
                <a:off x="6194425" y="3171826"/>
                <a:ext cx="225425" cy="460375"/>
              </a:xfrm>
              <a:custGeom>
                <a:avLst/>
                <a:gdLst>
                  <a:gd name="T0" fmla="*/ 3 w 68"/>
                  <a:gd name="T1" fmla="*/ 55 h 138"/>
                  <a:gd name="T2" fmla="*/ 24 w 68"/>
                  <a:gd name="T3" fmla="*/ 42 h 138"/>
                  <a:gd name="T4" fmla="*/ 38 w 68"/>
                  <a:gd name="T5" fmla="*/ 1 h 138"/>
                  <a:gd name="T6" fmla="*/ 44 w 68"/>
                  <a:gd name="T7" fmla="*/ 16 h 138"/>
                  <a:gd name="T8" fmla="*/ 37 w 68"/>
                  <a:gd name="T9" fmla="*/ 34 h 138"/>
                  <a:gd name="T10" fmla="*/ 55 w 68"/>
                  <a:gd name="T11" fmla="*/ 12 h 138"/>
                  <a:gd name="T12" fmla="*/ 58 w 68"/>
                  <a:gd name="T13" fmla="*/ 32 h 138"/>
                  <a:gd name="T14" fmla="*/ 24 w 68"/>
                  <a:gd name="T15" fmla="*/ 62 h 138"/>
                  <a:gd name="T16" fmla="*/ 18 w 68"/>
                  <a:gd name="T17" fmla="*/ 92 h 138"/>
                  <a:gd name="T18" fmla="*/ 27 w 68"/>
                  <a:gd name="T19" fmla="*/ 83 h 138"/>
                  <a:gd name="T20" fmla="*/ 34 w 68"/>
                  <a:gd name="T21" fmla="*/ 56 h 138"/>
                  <a:gd name="T22" fmla="*/ 47 w 68"/>
                  <a:gd name="T23" fmla="*/ 76 h 138"/>
                  <a:gd name="T24" fmla="*/ 39 w 68"/>
                  <a:gd name="T25" fmla="*/ 87 h 138"/>
                  <a:gd name="T26" fmla="*/ 40 w 68"/>
                  <a:gd name="T27" fmla="*/ 132 h 138"/>
                  <a:gd name="T28" fmla="*/ 22 w 68"/>
                  <a:gd name="T29" fmla="*/ 120 h 138"/>
                  <a:gd name="T30" fmla="*/ 12 w 68"/>
                  <a:gd name="T31" fmla="*/ 138 h 138"/>
                  <a:gd name="T32" fmla="*/ 2 w 68"/>
                  <a:gd name="T33" fmla="*/ 127 h 138"/>
                  <a:gd name="T34" fmla="*/ 27 w 68"/>
                  <a:gd name="T35" fmla="*/ 102 h 138"/>
                  <a:gd name="T36" fmla="*/ 26 w 68"/>
                  <a:gd name="T37" fmla="*/ 95 h 138"/>
                  <a:gd name="T38" fmla="*/ 15 w 68"/>
                  <a:gd name="T39" fmla="*/ 106 h 138"/>
                  <a:gd name="T40" fmla="*/ 5 w 68"/>
                  <a:gd name="T41" fmla="*/ 98 h 138"/>
                  <a:gd name="T42" fmla="*/ 16 w 68"/>
                  <a:gd name="T43" fmla="*/ 67 h 138"/>
                  <a:gd name="T44" fmla="*/ 3 w 68"/>
                  <a:gd name="T45" fmla="*/ 55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8" h="138">
                    <a:moveTo>
                      <a:pt x="3" y="55"/>
                    </a:moveTo>
                    <a:cubicBezTo>
                      <a:pt x="3" y="55"/>
                      <a:pt x="17" y="58"/>
                      <a:pt x="24" y="42"/>
                    </a:cubicBezTo>
                    <a:cubicBezTo>
                      <a:pt x="24" y="42"/>
                      <a:pt x="38" y="9"/>
                      <a:pt x="38" y="1"/>
                    </a:cubicBezTo>
                    <a:cubicBezTo>
                      <a:pt x="38" y="1"/>
                      <a:pt x="46" y="0"/>
                      <a:pt x="44" y="16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55" y="23"/>
                      <a:pt x="55" y="12"/>
                    </a:cubicBezTo>
                    <a:cubicBezTo>
                      <a:pt x="55" y="12"/>
                      <a:pt x="68" y="10"/>
                      <a:pt x="58" y="32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18" y="92"/>
                      <a:pt x="18" y="92"/>
                      <a:pt x="18" y="92"/>
                    </a:cubicBezTo>
                    <a:cubicBezTo>
                      <a:pt x="27" y="83"/>
                      <a:pt x="27" y="83"/>
                      <a:pt x="27" y="83"/>
                    </a:cubicBezTo>
                    <a:cubicBezTo>
                      <a:pt x="27" y="83"/>
                      <a:pt x="27" y="61"/>
                      <a:pt x="34" y="56"/>
                    </a:cubicBezTo>
                    <a:cubicBezTo>
                      <a:pt x="34" y="56"/>
                      <a:pt x="50" y="55"/>
                      <a:pt x="47" y="76"/>
                    </a:cubicBezTo>
                    <a:cubicBezTo>
                      <a:pt x="47" y="76"/>
                      <a:pt x="42" y="83"/>
                      <a:pt x="39" y="87"/>
                    </a:cubicBezTo>
                    <a:cubicBezTo>
                      <a:pt x="40" y="132"/>
                      <a:pt x="40" y="132"/>
                      <a:pt x="40" y="132"/>
                    </a:cubicBezTo>
                    <a:cubicBezTo>
                      <a:pt x="22" y="120"/>
                      <a:pt x="22" y="120"/>
                      <a:pt x="22" y="120"/>
                    </a:cubicBezTo>
                    <a:cubicBezTo>
                      <a:pt x="12" y="138"/>
                      <a:pt x="12" y="138"/>
                      <a:pt x="12" y="138"/>
                    </a:cubicBezTo>
                    <a:cubicBezTo>
                      <a:pt x="2" y="127"/>
                      <a:pt x="2" y="127"/>
                      <a:pt x="2" y="127"/>
                    </a:cubicBezTo>
                    <a:cubicBezTo>
                      <a:pt x="2" y="127"/>
                      <a:pt x="25" y="114"/>
                      <a:pt x="27" y="102"/>
                    </a:cubicBezTo>
                    <a:cubicBezTo>
                      <a:pt x="26" y="95"/>
                      <a:pt x="26" y="95"/>
                      <a:pt x="26" y="95"/>
                    </a:cubicBezTo>
                    <a:cubicBezTo>
                      <a:pt x="15" y="106"/>
                      <a:pt x="15" y="106"/>
                      <a:pt x="15" y="106"/>
                    </a:cubicBezTo>
                    <a:cubicBezTo>
                      <a:pt x="5" y="98"/>
                      <a:pt x="5" y="98"/>
                      <a:pt x="5" y="98"/>
                    </a:cubicBezTo>
                    <a:cubicBezTo>
                      <a:pt x="16" y="67"/>
                      <a:pt x="16" y="67"/>
                      <a:pt x="16" y="67"/>
                    </a:cubicBezTo>
                    <a:cubicBezTo>
                      <a:pt x="16" y="67"/>
                      <a:pt x="0" y="60"/>
                      <a:pt x="3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190" name="išḷíḍe">
                <a:extLst>
                  <a:ext uri="{FF2B5EF4-FFF2-40B4-BE49-F238E27FC236}">
                    <a16:creationId xmlns:a16="http://schemas.microsoft.com/office/drawing/2014/main" id="{AC6E3F98-8FC2-4DD8-A286-5510FD97092F}"/>
                  </a:ext>
                </a:extLst>
              </p:cNvPr>
              <p:cNvSpPr/>
              <p:nvPr/>
            </p:nvSpPr>
            <p:spPr bwMode="auto">
              <a:xfrm>
                <a:off x="5946775" y="3398838"/>
                <a:ext cx="96838" cy="100013"/>
              </a:xfrm>
              <a:custGeom>
                <a:avLst/>
                <a:gdLst>
                  <a:gd name="T0" fmla="*/ 0 w 29"/>
                  <a:gd name="T1" fmla="*/ 30 h 30"/>
                  <a:gd name="T2" fmla="*/ 14 w 29"/>
                  <a:gd name="T3" fmla="*/ 0 h 30"/>
                  <a:gd name="T4" fmla="*/ 29 w 29"/>
                  <a:gd name="T5" fmla="*/ 14 h 30"/>
                  <a:gd name="T6" fmla="*/ 0 w 29"/>
                  <a:gd name="T7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30">
                    <a:moveTo>
                      <a:pt x="0" y="3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9" y="14"/>
                      <a:pt x="9" y="29"/>
                      <a:pt x="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191" name="îṣḻîḓè">
                <a:extLst>
                  <a:ext uri="{FF2B5EF4-FFF2-40B4-BE49-F238E27FC236}">
                    <a16:creationId xmlns:a16="http://schemas.microsoft.com/office/drawing/2014/main" id="{E273C69E-D2D3-42E1-94D1-1153A8A51F92}"/>
                  </a:ext>
                </a:extLst>
              </p:cNvPr>
              <p:cNvSpPr/>
              <p:nvPr/>
            </p:nvSpPr>
            <p:spPr bwMode="auto">
              <a:xfrm>
                <a:off x="5722938" y="3419476"/>
                <a:ext cx="201613" cy="176213"/>
              </a:xfrm>
              <a:custGeom>
                <a:avLst/>
                <a:gdLst>
                  <a:gd name="T0" fmla="*/ 16 w 61"/>
                  <a:gd name="T1" fmla="*/ 38 h 53"/>
                  <a:gd name="T2" fmla="*/ 59 w 61"/>
                  <a:gd name="T3" fmla="*/ 0 h 53"/>
                  <a:gd name="T4" fmla="*/ 61 w 61"/>
                  <a:gd name="T5" fmla="*/ 4 h 53"/>
                  <a:gd name="T6" fmla="*/ 10 w 61"/>
                  <a:gd name="T7" fmla="*/ 53 h 53"/>
                  <a:gd name="T8" fmla="*/ 0 w 61"/>
                  <a:gd name="T9" fmla="*/ 41 h 53"/>
                  <a:gd name="T10" fmla="*/ 11 w 61"/>
                  <a:gd name="T11" fmla="*/ 8 h 53"/>
                  <a:gd name="T12" fmla="*/ 16 w 61"/>
                  <a:gd name="T13" fmla="*/ 38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1" h="53">
                    <a:moveTo>
                      <a:pt x="16" y="38"/>
                    </a:moveTo>
                    <a:cubicBezTo>
                      <a:pt x="59" y="0"/>
                      <a:pt x="59" y="0"/>
                      <a:pt x="59" y="0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4"/>
                      <a:pt x="40" y="40"/>
                      <a:pt x="10" y="53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1"/>
                      <a:pt x="11" y="18"/>
                      <a:pt x="11" y="8"/>
                    </a:cubicBezTo>
                    <a:cubicBezTo>
                      <a:pt x="11" y="8"/>
                      <a:pt x="27" y="6"/>
                      <a:pt x="16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192" name="iṣḷîḓé">
                <a:extLst>
                  <a:ext uri="{FF2B5EF4-FFF2-40B4-BE49-F238E27FC236}">
                    <a16:creationId xmlns:a16="http://schemas.microsoft.com/office/drawing/2014/main" id="{F2883C44-C3CC-4EBB-A4AE-EF12CBB775A2}"/>
                  </a:ext>
                </a:extLst>
              </p:cNvPr>
              <p:cNvSpPr/>
              <p:nvPr/>
            </p:nvSpPr>
            <p:spPr bwMode="auto">
              <a:xfrm>
                <a:off x="5870575" y="3235326"/>
                <a:ext cx="60325" cy="177800"/>
              </a:xfrm>
              <a:custGeom>
                <a:avLst/>
                <a:gdLst>
                  <a:gd name="T0" fmla="*/ 0 w 18"/>
                  <a:gd name="T1" fmla="*/ 51 h 53"/>
                  <a:gd name="T2" fmla="*/ 1 w 18"/>
                  <a:gd name="T3" fmla="*/ 0 h 53"/>
                  <a:gd name="T4" fmla="*/ 15 w 18"/>
                  <a:gd name="T5" fmla="*/ 21 h 53"/>
                  <a:gd name="T6" fmla="*/ 0 w 18"/>
                  <a:gd name="T7" fmla="*/ 51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" h="53">
                    <a:moveTo>
                      <a:pt x="0" y="51"/>
                    </a:moveTo>
                    <a:cubicBezTo>
                      <a:pt x="0" y="51"/>
                      <a:pt x="8" y="16"/>
                      <a:pt x="1" y="0"/>
                    </a:cubicBezTo>
                    <a:cubicBezTo>
                      <a:pt x="1" y="0"/>
                      <a:pt x="18" y="4"/>
                      <a:pt x="15" y="21"/>
                    </a:cubicBezTo>
                    <a:cubicBezTo>
                      <a:pt x="11" y="39"/>
                      <a:pt x="11" y="53"/>
                      <a:pt x="0" y="5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66" name="ïṩ1îḑé">
              <a:extLst>
                <a:ext uri="{FF2B5EF4-FFF2-40B4-BE49-F238E27FC236}">
                  <a16:creationId xmlns:a16="http://schemas.microsoft.com/office/drawing/2014/main" id="{06F6F2A6-76F2-4630-AAB6-441F7450200E}"/>
                </a:ext>
              </a:extLst>
            </p:cNvPr>
            <p:cNvGrpSpPr/>
            <p:nvPr/>
          </p:nvGrpSpPr>
          <p:grpSpPr>
            <a:xfrm>
              <a:off x="5112548" y="4078071"/>
              <a:ext cx="4180976" cy="230948"/>
              <a:chOff x="5705475" y="3683001"/>
              <a:chExt cx="1666875" cy="92075"/>
            </a:xfrm>
            <a:grpFill/>
          </p:grpSpPr>
          <p:sp>
            <p:nvSpPr>
              <p:cNvPr id="167" name="îṣḷidê">
                <a:extLst>
                  <a:ext uri="{FF2B5EF4-FFF2-40B4-BE49-F238E27FC236}">
                    <a16:creationId xmlns:a16="http://schemas.microsoft.com/office/drawing/2014/main" id="{5223081E-4A71-43CD-BF54-750BE53D822D}"/>
                  </a:ext>
                </a:extLst>
              </p:cNvPr>
              <p:cNvSpPr/>
              <p:nvPr/>
            </p:nvSpPr>
            <p:spPr bwMode="auto">
              <a:xfrm>
                <a:off x="5705475" y="3683001"/>
                <a:ext cx="63500" cy="92075"/>
              </a:xfrm>
              <a:custGeom>
                <a:avLst/>
                <a:gdLst>
                  <a:gd name="T0" fmla="*/ 19 w 19"/>
                  <a:gd name="T1" fmla="*/ 20 h 28"/>
                  <a:gd name="T2" fmla="*/ 16 w 19"/>
                  <a:gd name="T3" fmla="*/ 25 h 28"/>
                  <a:gd name="T4" fmla="*/ 9 w 19"/>
                  <a:gd name="T5" fmla="*/ 28 h 28"/>
                  <a:gd name="T6" fmla="*/ 2 w 19"/>
                  <a:gd name="T7" fmla="*/ 25 h 28"/>
                  <a:gd name="T8" fmla="*/ 0 w 19"/>
                  <a:gd name="T9" fmla="*/ 20 h 28"/>
                  <a:gd name="T10" fmla="*/ 0 w 19"/>
                  <a:gd name="T11" fmla="*/ 19 h 28"/>
                  <a:gd name="T12" fmla="*/ 4 w 19"/>
                  <a:gd name="T13" fmla="*/ 19 h 28"/>
                  <a:gd name="T14" fmla="*/ 4 w 19"/>
                  <a:gd name="T15" fmla="*/ 20 h 28"/>
                  <a:gd name="T16" fmla="*/ 6 w 19"/>
                  <a:gd name="T17" fmla="*/ 23 h 28"/>
                  <a:gd name="T18" fmla="*/ 9 w 19"/>
                  <a:gd name="T19" fmla="*/ 24 h 28"/>
                  <a:gd name="T20" fmla="*/ 14 w 19"/>
                  <a:gd name="T21" fmla="*/ 23 h 28"/>
                  <a:gd name="T22" fmla="*/ 15 w 19"/>
                  <a:gd name="T23" fmla="*/ 20 h 28"/>
                  <a:gd name="T24" fmla="*/ 13 w 19"/>
                  <a:gd name="T25" fmla="*/ 17 h 28"/>
                  <a:gd name="T26" fmla="*/ 9 w 19"/>
                  <a:gd name="T27" fmla="*/ 14 h 28"/>
                  <a:gd name="T28" fmla="*/ 3 w 19"/>
                  <a:gd name="T29" fmla="*/ 11 h 28"/>
                  <a:gd name="T30" fmla="*/ 1 w 19"/>
                  <a:gd name="T31" fmla="*/ 7 h 28"/>
                  <a:gd name="T32" fmla="*/ 3 w 19"/>
                  <a:gd name="T33" fmla="*/ 2 h 28"/>
                  <a:gd name="T34" fmla="*/ 9 w 19"/>
                  <a:gd name="T35" fmla="*/ 0 h 28"/>
                  <a:gd name="T36" fmla="*/ 16 w 19"/>
                  <a:gd name="T37" fmla="*/ 2 h 28"/>
                  <a:gd name="T38" fmla="*/ 18 w 19"/>
                  <a:gd name="T39" fmla="*/ 7 h 28"/>
                  <a:gd name="T40" fmla="*/ 14 w 19"/>
                  <a:gd name="T41" fmla="*/ 7 h 28"/>
                  <a:gd name="T42" fmla="*/ 13 w 19"/>
                  <a:gd name="T43" fmla="*/ 4 h 28"/>
                  <a:gd name="T44" fmla="*/ 9 w 19"/>
                  <a:gd name="T45" fmla="*/ 3 h 28"/>
                  <a:gd name="T46" fmla="*/ 6 w 19"/>
                  <a:gd name="T47" fmla="*/ 4 h 28"/>
                  <a:gd name="T48" fmla="*/ 5 w 19"/>
                  <a:gd name="T49" fmla="*/ 7 h 28"/>
                  <a:gd name="T50" fmla="*/ 6 w 19"/>
                  <a:gd name="T51" fmla="*/ 9 h 28"/>
                  <a:gd name="T52" fmla="*/ 11 w 19"/>
                  <a:gd name="T53" fmla="*/ 12 h 28"/>
                  <a:gd name="T54" fmla="*/ 17 w 19"/>
                  <a:gd name="T55" fmla="*/ 15 h 28"/>
                  <a:gd name="T56" fmla="*/ 19 w 19"/>
                  <a:gd name="T57" fmla="*/ 2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9" h="28">
                    <a:moveTo>
                      <a:pt x="19" y="20"/>
                    </a:moveTo>
                    <a:cubicBezTo>
                      <a:pt x="19" y="22"/>
                      <a:pt x="18" y="24"/>
                      <a:pt x="16" y="25"/>
                    </a:cubicBezTo>
                    <a:cubicBezTo>
                      <a:pt x="15" y="27"/>
                      <a:pt x="12" y="28"/>
                      <a:pt x="9" y="28"/>
                    </a:cubicBezTo>
                    <a:cubicBezTo>
                      <a:pt x="6" y="28"/>
                      <a:pt x="4" y="27"/>
                      <a:pt x="2" y="25"/>
                    </a:cubicBezTo>
                    <a:cubicBezTo>
                      <a:pt x="1" y="24"/>
                      <a:pt x="0" y="22"/>
                      <a:pt x="0" y="20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4" y="21"/>
                      <a:pt x="5" y="22"/>
                      <a:pt x="6" y="23"/>
                    </a:cubicBezTo>
                    <a:cubicBezTo>
                      <a:pt x="7" y="24"/>
                      <a:pt x="8" y="24"/>
                      <a:pt x="9" y="24"/>
                    </a:cubicBezTo>
                    <a:cubicBezTo>
                      <a:pt x="11" y="24"/>
                      <a:pt x="13" y="24"/>
                      <a:pt x="14" y="23"/>
                    </a:cubicBezTo>
                    <a:cubicBezTo>
                      <a:pt x="15" y="22"/>
                      <a:pt x="15" y="21"/>
                      <a:pt x="15" y="20"/>
                    </a:cubicBezTo>
                    <a:cubicBezTo>
                      <a:pt x="15" y="19"/>
                      <a:pt x="14" y="18"/>
                      <a:pt x="13" y="17"/>
                    </a:cubicBezTo>
                    <a:cubicBezTo>
                      <a:pt x="12" y="16"/>
                      <a:pt x="11" y="15"/>
                      <a:pt x="9" y="14"/>
                    </a:cubicBezTo>
                    <a:cubicBezTo>
                      <a:pt x="6" y="13"/>
                      <a:pt x="4" y="12"/>
                      <a:pt x="3" y="11"/>
                    </a:cubicBezTo>
                    <a:cubicBezTo>
                      <a:pt x="1" y="10"/>
                      <a:pt x="1" y="9"/>
                      <a:pt x="1" y="7"/>
                    </a:cubicBezTo>
                    <a:cubicBezTo>
                      <a:pt x="1" y="5"/>
                      <a:pt x="2" y="3"/>
                      <a:pt x="3" y="2"/>
                    </a:cubicBezTo>
                    <a:cubicBezTo>
                      <a:pt x="5" y="0"/>
                      <a:pt x="7" y="0"/>
                      <a:pt x="9" y="0"/>
                    </a:cubicBezTo>
                    <a:cubicBezTo>
                      <a:pt x="13" y="0"/>
                      <a:pt x="15" y="0"/>
                      <a:pt x="16" y="2"/>
                    </a:cubicBezTo>
                    <a:cubicBezTo>
                      <a:pt x="17" y="4"/>
                      <a:pt x="18" y="5"/>
                      <a:pt x="18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6"/>
                      <a:pt x="14" y="5"/>
                      <a:pt x="13" y="4"/>
                    </a:cubicBezTo>
                    <a:cubicBezTo>
                      <a:pt x="12" y="3"/>
                      <a:pt x="11" y="3"/>
                      <a:pt x="9" y="3"/>
                    </a:cubicBezTo>
                    <a:cubicBezTo>
                      <a:pt x="8" y="3"/>
                      <a:pt x="7" y="3"/>
                      <a:pt x="6" y="4"/>
                    </a:cubicBezTo>
                    <a:cubicBezTo>
                      <a:pt x="5" y="5"/>
                      <a:pt x="5" y="5"/>
                      <a:pt x="5" y="7"/>
                    </a:cubicBezTo>
                    <a:cubicBezTo>
                      <a:pt x="5" y="8"/>
                      <a:pt x="5" y="8"/>
                      <a:pt x="6" y="9"/>
                    </a:cubicBezTo>
                    <a:cubicBezTo>
                      <a:pt x="6" y="10"/>
                      <a:pt x="8" y="11"/>
                      <a:pt x="11" y="12"/>
                    </a:cubicBezTo>
                    <a:cubicBezTo>
                      <a:pt x="13" y="13"/>
                      <a:pt x="15" y="14"/>
                      <a:pt x="17" y="15"/>
                    </a:cubicBezTo>
                    <a:cubicBezTo>
                      <a:pt x="18" y="16"/>
                      <a:pt x="19" y="18"/>
                      <a:pt x="19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168" name="íṣḻïḑè">
                <a:extLst>
                  <a:ext uri="{FF2B5EF4-FFF2-40B4-BE49-F238E27FC236}">
                    <a16:creationId xmlns:a16="http://schemas.microsoft.com/office/drawing/2014/main" id="{8EE419A5-2452-4E98-A786-8564308B61F6}"/>
                  </a:ext>
                </a:extLst>
              </p:cNvPr>
              <p:cNvSpPr/>
              <p:nvPr/>
            </p:nvSpPr>
            <p:spPr bwMode="auto">
              <a:xfrm>
                <a:off x="5799138" y="3683001"/>
                <a:ext cx="58738" cy="88900"/>
              </a:xfrm>
              <a:custGeom>
                <a:avLst/>
                <a:gdLst>
                  <a:gd name="T0" fmla="*/ 37 w 37"/>
                  <a:gd name="T1" fmla="*/ 56 h 56"/>
                  <a:gd name="T2" fmla="*/ 29 w 37"/>
                  <a:gd name="T3" fmla="*/ 56 h 56"/>
                  <a:gd name="T4" fmla="*/ 29 w 37"/>
                  <a:gd name="T5" fmla="*/ 29 h 56"/>
                  <a:gd name="T6" fmla="*/ 8 w 37"/>
                  <a:gd name="T7" fmla="*/ 29 h 56"/>
                  <a:gd name="T8" fmla="*/ 8 w 37"/>
                  <a:gd name="T9" fmla="*/ 56 h 56"/>
                  <a:gd name="T10" fmla="*/ 0 w 37"/>
                  <a:gd name="T11" fmla="*/ 56 h 56"/>
                  <a:gd name="T12" fmla="*/ 0 w 37"/>
                  <a:gd name="T13" fmla="*/ 0 h 56"/>
                  <a:gd name="T14" fmla="*/ 8 w 37"/>
                  <a:gd name="T15" fmla="*/ 0 h 56"/>
                  <a:gd name="T16" fmla="*/ 8 w 37"/>
                  <a:gd name="T17" fmla="*/ 23 h 56"/>
                  <a:gd name="T18" fmla="*/ 29 w 37"/>
                  <a:gd name="T19" fmla="*/ 23 h 56"/>
                  <a:gd name="T20" fmla="*/ 29 w 37"/>
                  <a:gd name="T21" fmla="*/ 0 h 56"/>
                  <a:gd name="T22" fmla="*/ 37 w 37"/>
                  <a:gd name="T23" fmla="*/ 0 h 56"/>
                  <a:gd name="T24" fmla="*/ 37 w 37"/>
                  <a:gd name="T25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7" h="56">
                    <a:moveTo>
                      <a:pt x="37" y="56"/>
                    </a:moveTo>
                    <a:lnTo>
                      <a:pt x="29" y="56"/>
                    </a:lnTo>
                    <a:lnTo>
                      <a:pt x="29" y="29"/>
                    </a:lnTo>
                    <a:lnTo>
                      <a:pt x="8" y="29"/>
                    </a:lnTo>
                    <a:lnTo>
                      <a:pt x="8" y="56"/>
                    </a:lnTo>
                    <a:lnTo>
                      <a:pt x="0" y="56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8" y="23"/>
                    </a:lnTo>
                    <a:lnTo>
                      <a:pt x="29" y="23"/>
                    </a:lnTo>
                    <a:lnTo>
                      <a:pt x="29" y="0"/>
                    </a:lnTo>
                    <a:lnTo>
                      <a:pt x="37" y="0"/>
                    </a:lnTo>
                    <a:lnTo>
                      <a:pt x="37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169" name="iṧľiḍe">
                <a:extLst>
                  <a:ext uri="{FF2B5EF4-FFF2-40B4-BE49-F238E27FC236}">
                    <a16:creationId xmlns:a16="http://schemas.microsoft.com/office/drawing/2014/main" id="{3A087E73-1115-4483-8893-40E93E5E52AC}"/>
                  </a:ext>
                </a:extLst>
              </p:cNvPr>
              <p:cNvSpPr/>
              <p:nvPr/>
            </p:nvSpPr>
            <p:spPr bwMode="auto">
              <a:xfrm>
                <a:off x="5884863" y="3683001"/>
                <a:ext cx="68263" cy="88900"/>
              </a:xfrm>
              <a:custGeom>
                <a:avLst/>
                <a:gdLst>
                  <a:gd name="T0" fmla="*/ 43 w 43"/>
                  <a:gd name="T1" fmla="*/ 56 h 56"/>
                  <a:gd name="T2" fmla="*/ 35 w 43"/>
                  <a:gd name="T3" fmla="*/ 56 h 56"/>
                  <a:gd name="T4" fmla="*/ 29 w 43"/>
                  <a:gd name="T5" fmla="*/ 40 h 56"/>
                  <a:gd name="T6" fmla="*/ 14 w 43"/>
                  <a:gd name="T7" fmla="*/ 40 h 56"/>
                  <a:gd name="T8" fmla="*/ 8 w 43"/>
                  <a:gd name="T9" fmla="*/ 56 h 56"/>
                  <a:gd name="T10" fmla="*/ 0 w 43"/>
                  <a:gd name="T11" fmla="*/ 56 h 56"/>
                  <a:gd name="T12" fmla="*/ 18 w 43"/>
                  <a:gd name="T13" fmla="*/ 0 h 56"/>
                  <a:gd name="T14" fmla="*/ 25 w 43"/>
                  <a:gd name="T15" fmla="*/ 0 h 56"/>
                  <a:gd name="T16" fmla="*/ 43 w 43"/>
                  <a:gd name="T17" fmla="*/ 56 h 56"/>
                  <a:gd name="T18" fmla="*/ 43 w 43"/>
                  <a:gd name="T19" fmla="*/ 56 h 56"/>
                  <a:gd name="T20" fmla="*/ 27 w 43"/>
                  <a:gd name="T21" fmla="*/ 33 h 56"/>
                  <a:gd name="T22" fmla="*/ 23 w 43"/>
                  <a:gd name="T23" fmla="*/ 12 h 56"/>
                  <a:gd name="T24" fmla="*/ 21 w 43"/>
                  <a:gd name="T25" fmla="*/ 12 h 56"/>
                  <a:gd name="T26" fmla="*/ 14 w 43"/>
                  <a:gd name="T27" fmla="*/ 33 h 56"/>
                  <a:gd name="T28" fmla="*/ 27 w 43"/>
                  <a:gd name="T29" fmla="*/ 33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3" h="56">
                    <a:moveTo>
                      <a:pt x="43" y="56"/>
                    </a:moveTo>
                    <a:lnTo>
                      <a:pt x="35" y="56"/>
                    </a:lnTo>
                    <a:lnTo>
                      <a:pt x="29" y="40"/>
                    </a:lnTo>
                    <a:lnTo>
                      <a:pt x="14" y="40"/>
                    </a:lnTo>
                    <a:lnTo>
                      <a:pt x="8" y="56"/>
                    </a:lnTo>
                    <a:lnTo>
                      <a:pt x="0" y="56"/>
                    </a:lnTo>
                    <a:lnTo>
                      <a:pt x="18" y="0"/>
                    </a:lnTo>
                    <a:lnTo>
                      <a:pt x="25" y="0"/>
                    </a:lnTo>
                    <a:lnTo>
                      <a:pt x="43" y="56"/>
                    </a:lnTo>
                    <a:lnTo>
                      <a:pt x="43" y="56"/>
                    </a:lnTo>
                    <a:close/>
                    <a:moveTo>
                      <a:pt x="27" y="33"/>
                    </a:moveTo>
                    <a:lnTo>
                      <a:pt x="23" y="12"/>
                    </a:lnTo>
                    <a:lnTo>
                      <a:pt x="21" y="12"/>
                    </a:lnTo>
                    <a:lnTo>
                      <a:pt x="14" y="33"/>
                    </a:lnTo>
                    <a:lnTo>
                      <a:pt x="27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170" name="ïšliḓê">
                <a:extLst>
                  <a:ext uri="{FF2B5EF4-FFF2-40B4-BE49-F238E27FC236}">
                    <a16:creationId xmlns:a16="http://schemas.microsoft.com/office/drawing/2014/main" id="{595FE9DD-F29A-4638-834C-4A125BD373A7}"/>
                  </a:ext>
                </a:extLst>
              </p:cNvPr>
              <p:cNvSpPr/>
              <p:nvPr/>
            </p:nvSpPr>
            <p:spPr bwMode="auto">
              <a:xfrm>
                <a:off x="5976938" y="3683001"/>
                <a:ext cx="63500" cy="88900"/>
              </a:xfrm>
              <a:custGeom>
                <a:avLst/>
                <a:gdLst>
                  <a:gd name="T0" fmla="*/ 40 w 40"/>
                  <a:gd name="T1" fmla="*/ 56 h 56"/>
                  <a:gd name="T2" fmla="*/ 29 w 40"/>
                  <a:gd name="T3" fmla="*/ 56 h 56"/>
                  <a:gd name="T4" fmla="*/ 10 w 40"/>
                  <a:gd name="T5" fmla="*/ 14 h 56"/>
                  <a:gd name="T6" fmla="*/ 8 w 40"/>
                  <a:gd name="T7" fmla="*/ 14 h 56"/>
                  <a:gd name="T8" fmla="*/ 8 w 40"/>
                  <a:gd name="T9" fmla="*/ 56 h 56"/>
                  <a:gd name="T10" fmla="*/ 0 w 40"/>
                  <a:gd name="T11" fmla="*/ 56 h 56"/>
                  <a:gd name="T12" fmla="*/ 0 w 40"/>
                  <a:gd name="T13" fmla="*/ 0 h 56"/>
                  <a:gd name="T14" fmla="*/ 10 w 40"/>
                  <a:gd name="T15" fmla="*/ 0 h 56"/>
                  <a:gd name="T16" fmla="*/ 31 w 40"/>
                  <a:gd name="T17" fmla="*/ 42 h 56"/>
                  <a:gd name="T18" fmla="*/ 31 w 40"/>
                  <a:gd name="T19" fmla="*/ 42 h 56"/>
                  <a:gd name="T20" fmla="*/ 31 w 40"/>
                  <a:gd name="T21" fmla="*/ 0 h 56"/>
                  <a:gd name="T22" fmla="*/ 40 w 40"/>
                  <a:gd name="T23" fmla="*/ 0 h 56"/>
                  <a:gd name="T24" fmla="*/ 40 w 40"/>
                  <a:gd name="T25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0" h="56">
                    <a:moveTo>
                      <a:pt x="40" y="56"/>
                    </a:moveTo>
                    <a:lnTo>
                      <a:pt x="29" y="56"/>
                    </a:lnTo>
                    <a:lnTo>
                      <a:pt x="10" y="14"/>
                    </a:lnTo>
                    <a:lnTo>
                      <a:pt x="8" y="14"/>
                    </a:lnTo>
                    <a:lnTo>
                      <a:pt x="8" y="56"/>
                    </a:lnTo>
                    <a:lnTo>
                      <a:pt x="0" y="56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31" y="42"/>
                    </a:lnTo>
                    <a:lnTo>
                      <a:pt x="31" y="42"/>
                    </a:lnTo>
                    <a:lnTo>
                      <a:pt x="31" y="0"/>
                    </a:lnTo>
                    <a:lnTo>
                      <a:pt x="40" y="0"/>
                    </a:lnTo>
                    <a:lnTo>
                      <a:pt x="40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171" name="îṥlïďé">
                <a:extLst>
                  <a:ext uri="{FF2B5EF4-FFF2-40B4-BE49-F238E27FC236}">
                    <a16:creationId xmlns:a16="http://schemas.microsoft.com/office/drawing/2014/main" id="{92E785CF-727A-4779-9661-A9D5D5000CB6}"/>
                  </a:ext>
                </a:extLst>
              </p:cNvPr>
              <p:cNvSpPr/>
              <p:nvPr/>
            </p:nvSpPr>
            <p:spPr bwMode="auto">
              <a:xfrm>
                <a:off x="6069013" y="3683001"/>
                <a:ext cx="63500" cy="88900"/>
              </a:xfrm>
              <a:custGeom>
                <a:avLst/>
                <a:gdLst>
                  <a:gd name="T0" fmla="*/ 19 w 19"/>
                  <a:gd name="T1" fmla="*/ 14 h 27"/>
                  <a:gd name="T2" fmla="*/ 15 w 19"/>
                  <a:gd name="T3" fmla="*/ 24 h 27"/>
                  <a:gd name="T4" fmla="*/ 6 w 19"/>
                  <a:gd name="T5" fmla="*/ 27 h 27"/>
                  <a:gd name="T6" fmla="*/ 0 w 19"/>
                  <a:gd name="T7" fmla="*/ 27 h 27"/>
                  <a:gd name="T8" fmla="*/ 0 w 19"/>
                  <a:gd name="T9" fmla="*/ 0 h 27"/>
                  <a:gd name="T10" fmla="*/ 6 w 19"/>
                  <a:gd name="T11" fmla="*/ 0 h 27"/>
                  <a:gd name="T12" fmla="*/ 16 w 19"/>
                  <a:gd name="T13" fmla="*/ 3 h 27"/>
                  <a:gd name="T14" fmla="*/ 19 w 19"/>
                  <a:gd name="T15" fmla="*/ 14 h 27"/>
                  <a:gd name="T16" fmla="*/ 15 w 19"/>
                  <a:gd name="T17" fmla="*/ 14 h 27"/>
                  <a:gd name="T18" fmla="*/ 12 w 19"/>
                  <a:gd name="T19" fmla="*/ 5 h 27"/>
                  <a:gd name="T20" fmla="*/ 6 w 19"/>
                  <a:gd name="T21" fmla="*/ 3 h 27"/>
                  <a:gd name="T22" fmla="*/ 4 w 19"/>
                  <a:gd name="T23" fmla="*/ 3 h 27"/>
                  <a:gd name="T24" fmla="*/ 4 w 19"/>
                  <a:gd name="T25" fmla="*/ 24 h 27"/>
                  <a:gd name="T26" fmla="*/ 6 w 19"/>
                  <a:gd name="T27" fmla="*/ 24 h 27"/>
                  <a:gd name="T28" fmla="*/ 12 w 19"/>
                  <a:gd name="T29" fmla="*/ 22 h 27"/>
                  <a:gd name="T30" fmla="*/ 15 w 19"/>
                  <a:gd name="T3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9" h="27">
                    <a:moveTo>
                      <a:pt x="19" y="14"/>
                    </a:moveTo>
                    <a:cubicBezTo>
                      <a:pt x="19" y="19"/>
                      <a:pt x="18" y="22"/>
                      <a:pt x="15" y="24"/>
                    </a:cubicBezTo>
                    <a:cubicBezTo>
                      <a:pt x="13" y="26"/>
                      <a:pt x="10" y="27"/>
                      <a:pt x="6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10" y="0"/>
                      <a:pt x="14" y="1"/>
                      <a:pt x="16" y="3"/>
                    </a:cubicBezTo>
                    <a:cubicBezTo>
                      <a:pt x="18" y="5"/>
                      <a:pt x="19" y="9"/>
                      <a:pt x="19" y="14"/>
                    </a:cubicBezTo>
                    <a:close/>
                    <a:moveTo>
                      <a:pt x="15" y="14"/>
                    </a:moveTo>
                    <a:cubicBezTo>
                      <a:pt x="15" y="10"/>
                      <a:pt x="14" y="7"/>
                      <a:pt x="12" y="5"/>
                    </a:cubicBezTo>
                    <a:cubicBezTo>
                      <a:pt x="11" y="4"/>
                      <a:pt x="9" y="3"/>
                      <a:pt x="6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9" y="24"/>
                      <a:pt x="11" y="23"/>
                      <a:pt x="12" y="22"/>
                    </a:cubicBezTo>
                    <a:cubicBezTo>
                      <a:pt x="14" y="20"/>
                      <a:pt x="15" y="18"/>
                      <a:pt x="15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172" name="ï$ľîḋè">
                <a:extLst>
                  <a:ext uri="{FF2B5EF4-FFF2-40B4-BE49-F238E27FC236}">
                    <a16:creationId xmlns:a16="http://schemas.microsoft.com/office/drawing/2014/main" id="{508D3CDA-28DE-417D-ADD9-AA1862F6C3E7}"/>
                  </a:ext>
                </a:extLst>
              </p:cNvPr>
              <p:cNvSpPr/>
              <p:nvPr/>
            </p:nvSpPr>
            <p:spPr bwMode="auto">
              <a:xfrm>
                <a:off x="6157913" y="3683001"/>
                <a:ext cx="66675" cy="92075"/>
              </a:xfrm>
              <a:custGeom>
                <a:avLst/>
                <a:gdLst>
                  <a:gd name="T0" fmla="*/ 20 w 20"/>
                  <a:gd name="T1" fmla="*/ 13 h 28"/>
                  <a:gd name="T2" fmla="*/ 17 w 20"/>
                  <a:gd name="T3" fmla="*/ 24 h 28"/>
                  <a:gd name="T4" fmla="*/ 10 w 20"/>
                  <a:gd name="T5" fmla="*/ 28 h 28"/>
                  <a:gd name="T6" fmla="*/ 2 w 20"/>
                  <a:gd name="T7" fmla="*/ 24 h 28"/>
                  <a:gd name="T8" fmla="*/ 0 w 20"/>
                  <a:gd name="T9" fmla="*/ 13 h 28"/>
                  <a:gd name="T10" fmla="*/ 2 w 20"/>
                  <a:gd name="T11" fmla="*/ 3 h 28"/>
                  <a:gd name="T12" fmla="*/ 10 w 20"/>
                  <a:gd name="T13" fmla="*/ 0 h 28"/>
                  <a:gd name="T14" fmla="*/ 17 w 20"/>
                  <a:gd name="T15" fmla="*/ 3 h 28"/>
                  <a:gd name="T16" fmla="*/ 20 w 20"/>
                  <a:gd name="T17" fmla="*/ 13 h 28"/>
                  <a:gd name="T18" fmla="*/ 15 w 20"/>
                  <a:gd name="T19" fmla="*/ 13 h 28"/>
                  <a:gd name="T20" fmla="*/ 14 w 20"/>
                  <a:gd name="T21" fmla="*/ 5 h 28"/>
                  <a:gd name="T22" fmla="*/ 10 w 20"/>
                  <a:gd name="T23" fmla="*/ 3 h 28"/>
                  <a:gd name="T24" fmla="*/ 6 w 20"/>
                  <a:gd name="T25" fmla="*/ 5 h 28"/>
                  <a:gd name="T26" fmla="*/ 4 w 20"/>
                  <a:gd name="T27" fmla="*/ 13 h 28"/>
                  <a:gd name="T28" fmla="*/ 6 w 20"/>
                  <a:gd name="T29" fmla="*/ 22 h 28"/>
                  <a:gd name="T30" fmla="*/ 10 w 20"/>
                  <a:gd name="T31" fmla="*/ 24 h 28"/>
                  <a:gd name="T32" fmla="*/ 14 w 20"/>
                  <a:gd name="T33" fmla="*/ 22 h 28"/>
                  <a:gd name="T34" fmla="*/ 15 w 20"/>
                  <a:gd name="T35" fmla="*/ 13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0" h="28">
                    <a:moveTo>
                      <a:pt x="20" y="13"/>
                    </a:moveTo>
                    <a:cubicBezTo>
                      <a:pt x="20" y="18"/>
                      <a:pt x="19" y="22"/>
                      <a:pt x="17" y="24"/>
                    </a:cubicBezTo>
                    <a:cubicBezTo>
                      <a:pt x="15" y="26"/>
                      <a:pt x="13" y="28"/>
                      <a:pt x="10" y="28"/>
                    </a:cubicBezTo>
                    <a:cubicBezTo>
                      <a:pt x="7" y="28"/>
                      <a:pt x="4" y="26"/>
                      <a:pt x="2" y="24"/>
                    </a:cubicBezTo>
                    <a:cubicBezTo>
                      <a:pt x="1" y="22"/>
                      <a:pt x="0" y="18"/>
                      <a:pt x="0" y="13"/>
                    </a:cubicBezTo>
                    <a:cubicBezTo>
                      <a:pt x="0" y="8"/>
                      <a:pt x="1" y="5"/>
                      <a:pt x="2" y="3"/>
                    </a:cubicBezTo>
                    <a:cubicBezTo>
                      <a:pt x="4" y="1"/>
                      <a:pt x="7" y="0"/>
                      <a:pt x="10" y="0"/>
                    </a:cubicBezTo>
                    <a:cubicBezTo>
                      <a:pt x="13" y="0"/>
                      <a:pt x="15" y="1"/>
                      <a:pt x="17" y="3"/>
                    </a:cubicBezTo>
                    <a:cubicBezTo>
                      <a:pt x="19" y="5"/>
                      <a:pt x="20" y="8"/>
                      <a:pt x="20" y="13"/>
                    </a:cubicBezTo>
                    <a:close/>
                    <a:moveTo>
                      <a:pt x="15" y="13"/>
                    </a:moveTo>
                    <a:cubicBezTo>
                      <a:pt x="15" y="9"/>
                      <a:pt x="15" y="6"/>
                      <a:pt x="14" y="5"/>
                    </a:cubicBezTo>
                    <a:cubicBezTo>
                      <a:pt x="13" y="3"/>
                      <a:pt x="11" y="3"/>
                      <a:pt x="10" y="3"/>
                    </a:cubicBezTo>
                    <a:cubicBezTo>
                      <a:pt x="8" y="3"/>
                      <a:pt x="7" y="3"/>
                      <a:pt x="6" y="5"/>
                    </a:cubicBezTo>
                    <a:cubicBezTo>
                      <a:pt x="5" y="6"/>
                      <a:pt x="4" y="9"/>
                      <a:pt x="4" y="13"/>
                    </a:cubicBezTo>
                    <a:cubicBezTo>
                      <a:pt x="4" y="18"/>
                      <a:pt x="5" y="21"/>
                      <a:pt x="6" y="22"/>
                    </a:cubicBezTo>
                    <a:cubicBezTo>
                      <a:pt x="7" y="24"/>
                      <a:pt x="8" y="24"/>
                      <a:pt x="10" y="24"/>
                    </a:cubicBezTo>
                    <a:cubicBezTo>
                      <a:pt x="11" y="24"/>
                      <a:pt x="13" y="24"/>
                      <a:pt x="14" y="22"/>
                    </a:cubicBezTo>
                    <a:cubicBezTo>
                      <a:pt x="15" y="21"/>
                      <a:pt x="15" y="18"/>
                      <a:pt x="1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173" name="išḷîďê">
                <a:extLst>
                  <a:ext uri="{FF2B5EF4-FFF2-40B4-BE49-F238E27FC236}">
                    <a16:creationId xmlns:a16="http://schemas.microsoft.com/office/drawing/2014/main" id="{BBB915B7-097C-48BB-81F2-C74C51FA61D5}"/>
                  </a:ext>
                </a:extLst>
              </p:cNvPr>
              <p:cNvSpPr/>
              <p:nvPr/>
            </p:nvSpPr>
            <p:spPr bwMode="auto">
              <a:xfrm>
                <a:off x="6251575" y="3683001"/>
                <a:ext cx="58738" cy="88900"/>
              </a:xfrm>
              <a:custGeom>
                <a:avLst/>
                <a:gdLst>
                  <a:gd name="T0" fmla="*/ 37 w 37"/>
                  <a:gd name="T1" fmla="*/ 56 h 56"/>
                  <a:gd name="T2" fmla="*/ 29 w 37"/>
                  <a:gd name="T3" fmla="*/ 56 h 56"/>
                  <a:gd name="T4" fmla="*/ 8 w 37"/>
                  <a:gd name="T5" fmla="*/ 14 h 56"/>
                  <a:gd name="T6" fmla="*/ 8 w 37"/>
                  <a:gd name="T7" fmla="*/ 14 h 56"/>
                  <a:gd name="T8" fmla="*/ 8 w 37"/>
                  <a:gd name="T9" fmla="*/ 56 h 56"/>
                  <a:gd name="T10" fmla="*/ 0 w 37"/>
                  <a:gd name="T11" fmla="*/ 56 h 56"/>
                  <a:gd name="T12" fmla="*/ 0 w 37"/>
                  <a:gd name="T13" fmla="*/ 0 h 56"/>
                  <a:gd name="T14" fmla="*/ 8 w 37"/>
                  <a:gd name="T15" fmla="*/ 0 h 56"/>
                  <a:gd name="T16" fmla="*/ 29 w 37"/>
                  <a:gd name="T17" fmla="*/ 42 h 56"/>
                  <a:gd name="T18" fmla="*/ 29 w 37"/>
                  <a:gd name="T19" fmla="*/ 42 h 56"/>
                  <a:gd name="T20" fmla="*/ 29 w 37"/>
                  <a:gd name="T21" fmla="*/ 0 h 56"/>
                  <a:gd name="T22" fmla="*/ 37 w 37"/>
                  <a:gd name="T23" fmla="*/ 0 h 56"/>
                  <a:gd name="T24" fmla="*/ 37 w 37"/>
                  <a:gd name="T25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7" h="56">
                    <a:moveTo>
                      <a:pt x="37" y="56"/>
                    </a:moveTo>
                    <a:lnTo>
                      <a:pt x="29" y="56"/>
                    </a:lnTo>
                    <a:lnTo>
                      <a:pt x="8" y="14"/>
                    </a:lnTo>
                    <a:lnTo>
                      <a:pt x="8" y="14"/>
                    </a:lnTo>
                    <a:lnTo>
                      <a:pt x="8" y="56"/>
                    </a:lnTo>
                    <a:lnTo>
                      <a:pt x="0" y="56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29" y="42"/>
                    </a:lnTo>
                    <a:lnTo>
                      <a:pt x="29" y="42"/>
                    </a:lnTo>
                    <a:lnTo>
                      <a:pt x="29" y="0"/>
                    </a:lnTo>
                    <a:lnTo>
                      <a:pt x="37" y="0"/>
                    </a:lnTo>
                    <a:lnTo>
                      <a:pt x="37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174" name="íŝḻîḑê">
                <a:extLst>
                  <a:ext uri="{FF2B5EF4-FFF2-40B4-BE49-F238E27FC236}">
                    <a16:creationId xmlns:a16="http://schemas.microsoft.com/office/drawing/2014/main" id="{000DE402-67D0-48A9-82ED-B4CFBD695908}"/>
                  </a:ext>
                </a:extLst>
              </p:cNvPr>
              <p:cNvSpPr/>
              <p:nvPr/>
            </p:nvSpPr>
            <p:spPr bwMode="auto">
              <a:xfrm>
                <a:off x="6340475" y="3683001"/>
                <a:ext cx="63500" cy="92075"/>
              </a:xfrm>
              <a:custGeom>
                <a:avLst/>
                <a:gdLst>
                  <a:gd name="T0" fmla="*/ 19 w 19"/>
                  <a:gd name="T1" fmla="*/ 28 h 28"/>
                  <a:gd name="T2" fmla="*/ 16 w 19"/>
                  <a:gd name="T3" fmla="*/ 28 h 28"/>
                  <a:gd name="T4" fmla="*/ 15 w 19"/>
                  <a:gd name="T5" fmla="*/ 25 h 28"/>
                  <a:gd name="T6" fmla="*/ 13 w 19"/>
                  <a:gd name="T7" fmla="*/ 27 h 28"/>
                  <a:gd name="T8" fmla="*/ 10 w 19"/>
                  <a:gd name="T9" fmla="*/ 28 h 28"/>
                  <a:gd name="T10" fmla="*/ 3 w 19"/>
                  <a:gd name="T11" fmla="*/ 24 h 28"/>
                  <a:gd name="T12" fmla="*/ 0 w 19"/>
                  <a:gd name="T13" fmla="*/ 14 h 28"/>
                  <a:gd name="T14" fmla="*/ 3 w 19"/>
                  <a:gd name="T15" fmla="*/ 3 h 28"/>
                  <a:gd name="T16" fmla="*/ 10 w 19"/>
                  <a:gd name="T17" fmla="*/ 0 h 28"/>
                  <a:gd name="T18" fmla="*/ 16 w 19"/>
                  <a:gd name="T19" fmla="*/ 2 h 28"/>
                  <a:gd name="T20" fmla="*/ 19 w 19"/>
                  <a:gd name="T21" fmla="*/ 9 h 28"/>
                  <a:gd name="T22" fmla="*/ 15 w 19"/>
                  <a:gd name="T23" fmla="*/ 9 h 28"/>
                  <a:gd name="T24" fmla="*/ 13 w 19"/>
                  <a:gd name="T25" fmla="*/ 4 h 28"/>
                  <a:gd name="T26" fmla="*/ 10 w 19"/>
                  <a:gd name="T27" fmla="*/ 3 h 28"/>
                  <a:gd name="T28" fmla="*/ 6 w 19"/>
                  <a:gd name="T29" fmla="*/ 5 h 28"/>
                  <a:gd name="T30" fmla="*/ 4 w 19"/>
                  <a:gd name="T31" fmla="*/ 14 h 28"/>
                  <a:gd name="T32" fmla="*/ 6 w 19"/>
                  <a:gd name="T33" fmla="*/ 22 h 28"/>
                  <a:gd name="T34" fmla="*/ 10 w 19"/>
                  <a:gd name="T35" fmla="*/ 24 h 28"/>
                  <a:gd name="T36" fmla="*/ 14 w 19"/>
                  <a:gd name="T37" fmla="*/ 23 h 28"/>
                  <a:gd name="T38" fmla="*/ 15 w 19"/>
                  <a:gd name="T39" fmla="*/ 18 h 28"/>
                  <a:gd name="T40" fmla="*/ 15 w 19"/>
                  <a:gd name="T41" fmla="*/ 17 h 28"/>
                  <a:gd name="T42" fmla="*/ 10 w 19"/>
                  <a:gd name="T43" fmla="*/ 17 h 28"/>
                  <a:gd name="T44" fmla="*/ 10 w 19"/>
                  <a:gd name="T45" fmla="*/ 13 h 28"/>
                  <a:gd name="T46" fmla="*/ 19 w 19"/>
                  <a:gd name="T47" fmla="*/ 13 h 28"/>
                  <a:gd name="T48" fmla="*/ 19 w 19"/>
                  <a:gd name="T49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9" h="28">
                    <a:moveTo>
                      <a:pt x="19" y="28"/>
                    </a:moveTo>
                    <a:cubicBezTo>
                      <a:pt x="16" y="28"/>
                      <a:pt x="16" y="28"/>
                      <a:pt x="16" y="28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5" y="26"/>
                      <a:pt x="14" y="26"/>
                      <a:pt x="13" y="27"/>
                    </a:cubicBezTo>
                    <a:cubicBezTo>
                      <a:pt x="12" y="27"/>
                      <a:pt x="11" y="28"/>
                      <a:pt x="10" y="28"/>
                    </a:cubicBezTo>
                    <a:cubicBezTo>
                      <a:pt x="7" y="28"/>
                      <a:pt x="5" y="26"/>
                      <a:pt x="3" y="24"/>
                    </a:cubicBezTo>
                    <a:cubicBezTo>
                      <a:pt x="1" y="22"/>
                      <a:pt x="0" y="19"/>
                      <a:pt x="0" y="14"/>
                    </a:cubicBezTo>
                    <a:cubicBezTo>
                      <a:pt x="0" y="9"/>
                      <a:pt x="1" y="6"/>
                      <a:pt x="3" y="3"/>
                    </a:cubicBezTo>
                    <a:cubicBezTo>
                      <a:pt x="4" y="1"/>
                      <a:pt x="7" y="0"/>
                      <a:pt x="10" y="0"/>
                    </a:cubicBezTo>
                    <a:cubicBezTo>
                      <a:pt x="13" y="0"/>
                      <a:pt x="15" y="1"/>
                      <a:pt x="16" y="2"/>
                    </a:cubicBezTo>
                    <a:cubicBezTo>
                      <a:pt x="18" y="4"/>
                      <a:pt x="19" y="6"/>
                      <a:pt x="19" y="9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5" y="7"/>
                      <a:pt x="14" y="5"/>
                      <a:pt x="13" y="4"/>
                    </a:cubicBezTo>
                    <a:cubicBezTo>
                      <a:pt x="13" y="3"/>
                      <a:pt x="11" y="3"/>
                      <a:pt x="10" y="3"/>
                    </a:cubicBezTo>
                    <a:cubicBezTo>
                      <a:pt x="8" y="3"/>
                      <a:pt x="7" y="4"/>
                      <a:pt x="6" y="5"/>
                    </a:cubicBezTo>
                    <a:cubicBezTo>
                      <a:pt x="5" y="7"/>
                      <a:pt x="4" y="10"/>
                      <a:pt x="4" y="14"/>
                    </a:cubicBezTo>
                    <a:cubicBezTo>
                      <a:pt x="4" y="18"/>
                      <a:pt x="5" y="21"/>
                      <a:pt x="6" y="22"/>
                    </a:cubicBezTo>
                    <a:cubicBezTo>
                      <a:pt x="7" y="24"/>
                      <a:pt x="9" y="24"/>
                      <a:pt x="10" y="24"/>
                    </a:cubicBezTo>
                    <a:cubicBezTo>
                      <a:pt x="12" y="24"/>
                      <a:pt x="13" y="24"/>
                      <a:pt x="14" y="23"/>
                    </a:cubicBezTo>
                    <a:cubicBezTo>
                      <a:pt x="15" y="22"/>
                      <a:pt x="15" y="20"/>
                      <a:pt x="15" y="18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9" y="13"/>
                      <a:pt x="19" y="13"/>
                      <a:pt x="19" y="13"/>
                    </a:cubicBezTo>
                    <a:lnTo>
                      <a:pt x="19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175" name="ïs1îḓê">
                <a:extLst>
                  <a:ext uri="{FF2B5EF4-FFF2-40B4-BE49-F238E27FC236}">
                    <a16:creationId xmlns:a16="http://schemas.microsoft.com/office/drawing/2014/main" id="{B593F8BF-0CBA-489B-8FD3-1C0B87D502A0}"/>
                  </a:ext>
                </a:extLst>
              </p:cNvPr>
              <p:cNvSpPr/>
              <p:nvPr/>
            </p:nvSpPr>
            <p:spPr bwMode="auto">
              <a:xfrm>
                <a:off x="6492875" y="3683001"/>
                <a:ext cx="58738" cy="92075"/>
              </a:xfrm>
              <a:custGeom>
                <a:avLst/>
                <a:gdLst>
                  <a:gd name="T0" fmla="*/ 18 w 18"/>
                  <a:gd name="T1" fmla="*/ 19 h 28"/>
                  <a:gd name="T2" fmla="*/ 16 w 18"/>
                  <a:gd name="T3" fmla="*/ 25 h 28"/>
                  <a:gd name="T4" fmla="*/ 9 w 18"/>
                  <a:gd name="T5" fmla="*/ 28 h 28"/>
                  <a:gd name="T6" fmla="*/ 2 w 18"/>
                  <a:gd name="T7" fmla="*/ 25 h 28"/>
                  <a:gd name="T8" fmla="*/ 0 w 18"/>
                  <a:gd name="T9" fmla="*/ 19 h 28"/>
                  <a:gd name="T10" fmla="*/ 0 w 18"/>
                  <a:gd name="T11" fmla="*/ 0 h 28"/>
                  <a:gd name="T12" fmla="*/ 4 w 18"/>
                  <a:gd name="T13" fmla="*/ 0 h 28"/>
                  <a:gd name="T14" fmla="*/ 4 w 18"/>
                  <a:gd name="T15" fmla="*/ 19 h 28"/>
                  <a:gd name="T16" fmla="*/ 5 w 18"/>
                  <a:gd name="T17" fmla="*/ 23 h 28"/>
                  <a:gd name="T18" fmla="*/ 9 w 18"/>
                  <a:gd name="T19" fmla="*/ 24 h 28"/>
                  <a:gd name="T20" fmla="*/ 13 w 18"/>
                  <a:gd name="T21" fmla="*/ 23 h 28"/>
                  <a:gd name="T22" fmla="*/ 14 w 18"/>
                  <a:gd name="T23" fmla="*/ 19 h 28"/>
                  <a:gd name="T24" fmla="*/ 14 w 18"/>
                  <a:gd name="T25" fmla="*/ 0 h 28"/>
                  <a:gd name="T26" fmla="*/ 18 w 18"/>
                  <a:gd name="T27" fmla="*/ 0 h 28"/>
                  <a:gd name="T28" fmla="*/ 18 w 18"/>
                  <a:gd name="T29" fmla="*/ 19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8" h="28">
                    <a:moveTo>
                      <a:pt x="18" y="19"/>
                    </a:moveTo>
                    <a:cubicBezTo>
                      <a:pt x="18" y="22"/>
                      <a:pt x="18" y="24"/>
                      <a:pt x="16" y="25"/>
                    </a:cubicBezTo>
                    <a:cubicBezTo>
                      <a:pt x="15" y="27"/>
                      <a:pt x="12" y="28"/>
                      <a:pt x="9" y="28"/>
                    </a:cubicBezTo>
                    <a:cubicBezTo>
                      <a:pt x="6" y="28"/>
                      <a:pt x="4" y="27"/>
                      <a:pt x="2" y="25"/>
                    </a:cubicBezTo>
                    <a:cubicBezTo>
                      <a:pt x="1" y="24"/>
                      <a:pt x="0" y="22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21"/>
                      <a:pt x="5" y="22"/>
                      <a:pt x="5" y="23"/>
                    </a:cubicBezTo>
                    <a:cubicBezTo>
                      <a:pt x="6" y="24"/>
                      <a:pt x="8" y="24"/>
                      <a:pt x="9" y="24"/>
                    </a:cubicBezTo>
                    <a:cubicBezTo>
                      <a:pt x="11" y="24"/>
                      <a:pt x="12" y="24"/>
                      <a:pt x="13" y="23"/>
                    </a:cubicBezTo>
                    <a:cubicBezTo>
                      <a:pt x="14" y="22"/>
                      <a:pt x="14" y="21"/>
                      <a:pt x="14" y="19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8" y="0"/>
                      <a:pt x="18" y="0"/>
                      <a:pt x="18" y="0"/>
                    </a:cubicBezTo>
                    <a:lnTo>
                      <a:pt x="18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176" name="íṩḻïḍè">
                <a:extLst>
                  <a:ext uri="{FF2B5EF4-FFF2-40B4-BE49-F238E27FC236}">
                    <a16:creationId xmlns:a16="http://schemas.microsoft.com/office/drawing/2014/main" id="{0F27BA83-2E62-4619-B1C1-C4922B7B171F}"/>
                  </a:ext>
                </a:extLst>
              </p:cNvPr>
              <p:cNvSpPr/>
              <p:nvPr/>
            </p:nvSpPr>
            <p:spPr bwMode="auto">
              <a:xfrm>
                <a:off x="6581775" y="3683001"/>
                <a:ext cx="63500" cy="88900"/>
              </a:xfrm>
              <a:custGeom>
                <a:avLst/>
                <a:gdLst>
                  <a:gd name="T0" fmla="*/ 40 w 40"/>
                  <a:gd name="T1" fmla="*/ 56 h 56"/>
                  <a:gd name="T2" fmla="*/ 29 w 40"/>
                  <a:gd name="T3" fmla="*/ 56 h 56"/>
                  <a:gd name="T4" fmla="*/ 8 w 40"/>
                  <a:gd name="T5" fmla="*/ 14 h 56"/>
                  <a:gd name="T6" fmla="*/ 8 w 40"/>
                  <a:gd name="T7" fmla="*/ 14 h 56"/>
                  <a:gd name="T8" fmla="*/ 8 w 40"/>
                  <a:gd name="T9" fmla="*/ 56 h 56"/>
                  <a:gd name="T10" fmla="*/ 0 w 40"/>
                  <a:gd name="T11" fmla="*/ 56 h 56"/>
                  <a:gd name="T12" fmla="*/ 0 w 40"/>
                  <a:gd name="T13" fmla="*/ 0 h 56"/>
                  <a:gd name="T14" fmla="*/ 10 w 40"/>
                  <a:gd name="T15" fmla="*/ 0 h 56"/>
                  <a:gd name="T16" fmla="*/ 29 w 40"/>
                  <a:gd name="T17" fmla="*/ 42 h 56"/>
                  <a:gd name="T18" fmla="*/ 31 w 40"/>
                  <a:gd name="T19" fmla="*/ 42 h 56"/>
                  <a:gd name="T20" fmla="*/ 31 w 40"/>
                  <a:gd name="T21" fmla="*/ 0 h 56"/>
                  <a:gd name="T22" fmla="*/ 40 w 40"/>
                  <a:gd name="T23" fmla="*/ 0 h 56"/>
                  <a:gd name="T24" fmla="*/ 40 w 40"/>
                  <a:gd name="T25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0" h="56">
                    <a:moveTo>
                      <a:pt x="40" y="56"/>
                    </a:moveTo>
                    <a:lnTo>
                      <a:pt x="29" y="56"/>
                    </a:lnTo>
                    <a:lnTo>
                      <a:pt x="8" y="14"/>
                    </a:lnTo>
                    <a:lnTo>
                      <a:pt x="8" y="14"/>
                    </a:lnTo>
                    <a:lnTo>
                      <a:pt x="8" y="56"/>
                    </a:lnTo>
                    <a:lnTo>
                      <a:pt x="0" y="56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29" y="42"/>
                    </a:lnTo>
                    <a:lnTo>
                      <a:pt x="31" y="42"/>
                    </a:lnTo>
                    <a:lnTo>
                      <a:pt x="31" y="0"/>
                    </a:lnTo>
                    <a:lnTo>
                      <a:pt x="40" y="0"/>
                    </a:lnTo>
                    <a:lnTo>
                      <a:pt x="40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177" name="îṩḷídè">
                <a:extLst>
                  <a:ext uri="{FF2B5EF4-FFF2-40B4-BE49-F238E27FC236}">
                    <a16:creationId xmlns:a16="http://schemas.microsoft.com/office/drawing/2014/main" id="{C10E9366-F240-426B-97B8-D2FCDD25508C}"/>
                  </a:ext>
                </a:extLst>
              </p:cNvPr>
              <p:cNvSpPr/>
              <p:nvPr/>
            </p:nvSpPr>
            <p:spPr bwMode="auto">
              <a:xfrm>
                <a:off x="6697663" y="3683001"/>
                <a:ext cx="12700" cy="889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178" name="ïśľiďé">
                <a:extLst>
                  <a:ext uri="{FF2B5EF4-FFF2-40B4-BE49-F238E27FC236}">
                    <a16:creationId xmlns:a16="http://schemas.microsoft.com/office/drawing/2014/main" id="{60AEAC98-AB36-4435-AAE8-D3743A981721}"/>
                  </a:ext>
                </a:extLst>
              </p:cNvPr>
              <p:cNvSpPr/>
              <p:nvPr/>
            </p:nvSpPr>
            <p:spPr bwMode="auto">
              <a:xfrm>
                <a:off x="6759575" y="3683001"/>
                <a:ext cx="69850" cy="92075"/>
              </a:xfrm>
              <a:custGeom>
                <a:avLst/>
                <a:gdLst>
                  <a:gd name="T0" fmla="*/ 44 w 44"/>
                  <a:gd name="T1" fmla="*/ 0 h 58"/>
                  <a:gd name="T2" fmla="*/ 25 w 44"/>
                  <a:gd name="T3" fmla="*/ 58 h 58"/>
                  <a:gd name="T4" fmla="*/ 19 w 44"/>
                  <a:gd name="T5" fmla="*/ 58 h 58"/>
                  <a:gd name="T6" fmla="*/ 0 w 44"/>
                  <a:gd name="T7" fmla="*/ 0 h 58"/>
                  <a:gd name="T8" fmla="*/ 9 w 44"/>
                  <a:gd name="T9" fmla="*/ 0 h 58"/>
                  <a:gd name="T10" fmla="*/ 21 w 44"/>
                  <a:gd name="T11" fmla="*/ 44 h 58"/>
                  <a:gd name="T12" fmla="*/ 21 w 44"/>
                  <a:gd name="T13" fmla="*/ 44 h 58"/>
                  <a:gd name="T14" fmla="*/ 36 w 44"/>
                  <a:gd name="T15" fmla="*/ 0 h 58"/>
                  <a:gd name="T16" fmla="*/ 44 w 44"/>
                  <a:gd name="T17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4" h="58">
                    <a:moveTo>
                      <a:pt x="44" y="0"/>
                    </a:moveTo>
                    <a:lnTo>
                      <a:pt x="25" y="58"/>
                    </a:lnTo>
                    <a:lnTo>
                      <a:pt x="19" y="58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21" y="44"/>
                    </a:lnTo>
                    <a:lnTo>
                      <a:pt x="21" y="44"/>
                    </a:lnTo>
                    <a:lnTo>
                      <a:pt x="36" y="0"/>
                    </a:lnTo>
                    <a:lnTo>
                      <a:pt x="4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179" name="í$ḻíďe">
                <a:extLst>
                  <a:ext uri="{FF2B5EF4-FFF2-40B4-BE49-F238E27FC236}">
                    <a16:creationId xmlns:a16="http://schemas.microsoft.com/office/drawing/2014/main" id="{C3B66146-562D-437C-B2E1-4016E5561F1D}"/>
                  </a:ext>
                </a:extLst>
              </p:cNvPr>
              <p:cNvSpPr/>
              <p:nvPr/>
            </p:nvSpPr>
            <p:spPr bwMode="auto">
              <a:xfrm>
                <a:off x="6856413" y="3683001"/>
                <a:ext cx="58738" cy="88900"/>
              </a:xfrm>
              <a:custGeom>
                <a:avLst/>
                <a:gdLst>
                  <a:gd name="T0" fmla="*/ 37 w 37"/>
                  <a:gd name="T1" fmla="*/ 56 h 56"/>
                  <a:gd name="T2" fmla="*/ 0 w 37"/>
                  <a:gd name="T3" fmla="*/ 56 h 56"/>
                  <a:gd name="T4" fmla="*/ 0 w 37"/>
                  <a:gd name="T5" fmla="*/ 0 h 56"/>
                  <a:gd name="T6" fmla="*/ 35 w 37"/>
                  <a:gd name="T7" fmla="*/ 0 h 56"/>
                  <a:gd name="T8" fmla="*/ 35 w 37"/>
                  <a:gd name="T9" fmla="*/ 6 h 56"/>
                  <a:gd name="T10" fmla="*/ 8 w 37"/>
                  <a:gd name="T11" fmla="*/ 6 h 56"/>
                  <a:gd name="T12" fmla="*/ 8 w 37"/>
                  <a:gd name="T13" fmla="*/ 23 h 56"/>
                  <a:gd name="T14" fmla="*/ 33 w 37"/>
                  <a:gd name="T15" fmla="*/ 23 h 56"/>
                  <a:gd name="T16" fmla="*/ 33 w 37"/>
                  <a:gd name="T17" fmla="*/ 29 h 56"/>
                  <a:gd name="T18" fmla="*/ 8 w 37"/>
                  <a:gd name="T19" fmla="*/ 29 h 56"/>
                  <a:gd name="T20" fmla="*/ 8 w 37"/>
                  <a:gd name="T21" fmla="*/ 50 h 56"/>
                  <a:gd name="T22" fmla="*/ 37 w 37"/>
                  <a:gd name="T23" fmla="*/ 50 h 56"/>
                  <a:gd name="T24" fmla="*/ 37 w 37"/>
                  <a:gd name="T25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7" h="56">
                    <a:moveTo>
                      <a:pt x="37" y="56"/>
                    </a:moveTo>
                    <a:lnTo>
                      <a:pt x="0" y="56"/>
                    </a:lnTo>
                    <a:lnTo>
                      <a:pt x="0" y="0"/>
                    </a:lnTo>
                    <a:lnTo>
                      <a:pt x="35" y="0"/>
                    </a:lnTo>
                    <a:lnTo>
                      <a:pt x="35" y="6"/>
                    </a:lnTo>
                    <a:lnTo>
                      <a:pt x="8" y="6"/>
                    </a:lnTo>
                    <a:lnTo>
                      <a:pt x="8" y="23"/>
                    </a:lnTo>
                    <a:lnTo>
                      <a:pt x="33" y="23"/>
                    </a:lnTo>
                    <a:lnTo>
                      <a:pt x="33" y="29"/>
                    </a:lnTo>
                    <a:lnTo>
                      <a:pt x="8" y="29"/>
                    </a:lnTo>
                    <a:lnTo>
                      <a:pt x="8" y="50"/>
                    </a:lnTo>
                    <a:lnTo>
                      <a:pt x="37" y="50"/>
                    </a:lnTo>
                    <a:lnTo>
                      <a:pt x="37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180" name="ïs1ídê">
                <a:extLst>
                  <a:ext uri="{FF2B5EF4-FFF2-40B4-BE49-F238E27FC236}">
                    <a16:creationId xmlns:a16="http://schemas.microsoft.com/office/drawing/2014/main" id="{2AC9D9D1-DD47-437C-B5E1-B85E093A68C5}"/>
                  </a:ext>
                </a:extLst>
              </p:cNvPr>
              <p:cNvSpPr/>
              <p:nvPr/>
            </p:nvSpPr>
            <p:spPr bwMode="auto">
              <a:xfrm>
                <a:off x="6945313" y="3683001"/>
                <a:ext cx="63500" cy="88900"/>
              </a:xfrm>
              <a:custGeom>
                <a:avLst/>
                <a:gdLst>
                  <a:gd name="T0" fmla="*/ 19 w 19"/>
                  <a:gd name="T1" fmla="*/ 27 h 27"/>
                  <a:gd name="T2" fmla="*/ 15 w 19"/>
                  <a:gd name="T3" fmla="*/ 27 h 27"/>
                  <a:gd name="T4" fmla="*/ 9 w 19"/>
                  <a:gd name="T5" fmla="*/ 15 h 27"/>
                  <a:gd name="T6" fmla="*/ 4 w 19"/>
                  <a:gd name="T7" fmla="*/ 15 h 27"/>
                  <a:gd name="T8" fmla="*/ 4 w 19"/>
                  <a:gd name="T9" fmla="*/ 27 h 27"/>
                  <a:gd name="T10" fmla="*/ 0 w 19"/>
                  <a:gd name="T11" fmla="*/ 27 h 27"/>
                  <a:gd name="T12" fmla="*/ 0 w 19"/>
                  <a:gd name="T13" fmla="*/ 0 h 27"/>
                  <a:gd name="T14" fmla="*/ 9 w 19"/>
                  <a:gd name="T15" fmla="*/ 0 h 27"/>
                  <a:gd name="T16" fmla="*/ 16 w 19"/>
                  <a:gd name="T17" fmla="*/ 2 h 27"/>
                  <a:gd name="T18" fmla="*/ 19 w 19"/>
                  <a:gd name="T19" fmla="*/ 8 h 27"/>
                  <a:gd name="T20" fmla="*/ 17 w 19"/>
                  <a:gd name="T21" fmla="*/ 13 h 27"/>
                  <a:gd name="T22" fmla="*/ 13 w 19"/>
                  <a:gd name="T23" fmla="*/ 15 h 27"/>
                  <a:gd name="T24" fmla="*/ 19 w 19"/>
                  <a:gd name="T25" fmla="*/ 27 h 27"/>
                  <a:gd name="T26" fmla="*/ 14 w 19"/>
                  <a:gd name="T27" fmla="*/ 8 h 27"/>
                  <a:gd name="T28" fmla="*/ 13 w 19"/>
                  <a:gd name="T29" fmla="*/ 4 h 27"/>
                  <a:gd name="T30" fmla="*/ 8 w 19"/>
                  <a:gd name="T31" fmla="*/ 3 h 27"/>
                  <a:gd name="T32" fmla="*/ 4 w 19"/>
                  <a:gd name="T33" fmla="*/ 3 h 27"/>
                  <a:gd name="T34" fmla="*/ 4 w 19"/>
                  <a:gd name="T35" fmla="*/ 12 h 27"/>
                  <a:gd name="T36" fmla="*/ 9 w 19"/>
                  <a:gd name="T37" fmla="*/ 12 h 27"/>
                  <a:gd name="T38" fmla="*/ 13 w 19"/>
                  <a:gd name="T39" fmla="*/ 11 h 27"/>
                  <a:gd name="T40" fmla="*/ 14 w 19"/>
                  <a:gd name="T41" fmla="*/ 8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9" h="27">
                    <a:moveTo>
                      <a:pt x="19" y="27"/>
                    </a:moveTo>
                    <a:cubicBezTo>
                      <a:pt x="15" y="27"/>
                      <a:pt x="15" y="27"/>
                      <a:pt x="15" y="27"/>
                    </a:cubicBezTo>
                    <a:cubicBezTo>
                      <a:pt x="9" y="15"/>
                      <a:pt x="9" y="15"/>
                      <a:pt x="9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12" y="0"/>
                      <a:pt x="14" y="1"/>
                      <a:pt x="16" y="2"/>
                    </a:cubicBezTo>
                    <a:cubicBezTo>
                      <a:pt x="18" y="3"/>
                      <a:pt x="19" y="5"/>
                      <a:pt x="19" y="8"/>
                    </a:cubicBezTo>
                    <a:cubicBezTo>
                      <a:pt x="19" y="10"/>
                      <a:pt x="18" y="12"/>
                      <a:pt x="17" y="13"/>
                    </a:cubicBezTo>
                    <a:cubicBezTo>
                      <a:pt x="16" y="14"/>
                      <a:pt x="14" y="15"/>
                      <a:pt x="13" y="15"/>
                    </a:cubicBezTo>
                    <a:cubicBezTo>
                      <a:pt x="19" y="27"/>
                      <a:pt x="19" y="27"/>
                      <a:pt x="19" y="27"/>
                    </a:cubicBezTo>
                    <a:close/>
                    <a:moveTo>
                      <a:pt x="14" y="8"/>
                    </a:moveTo>
                    <a:cubicBezTo>
                      <a:pt x="14" y="6"/>
                      <a:pt x="14" y="5"/>
                      <a:pt x="13" y="4"/>
                    </a:cubicBezTo>
                    <a:cubicBezTo>
                      <a:pt x="12" y="3"/>
                      <a:pt x="10" y="3"/>
                      <a:pt x="8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11" y="12"/>
                      <a:pt x="12" y="12"/>
                      <a:pt x="13" y="11"/>
                    </a:cubicBezTo>
                    <a:cubicBezTo>
                      <a:pt x="14" y="11"/>
                      <a:pt x="14" y="9"/>
                      <a:pt x="14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181" name="í$ļíḋê">
                <a:extLst>
                  <a:ext uri="{FF2B5EF4-FFF2-40B4-BE49-F238E27FC236}">
                    <a16:creationId xmlns:a16="http://schemas.microsoft.com/office/drawing/2014/main" id="{62C1EC61-6076-4387-9A9D-3EF384F97C38}"/>
                  </a:ext>
                </a:extLst>
              </p:cNvPr>
              <p:cNvSpPr/>
              <p:nvPr/>
            </p:nvSpPr>
            <p:spPr bwMode="auto">
              <a:xfrm>
                <a:off x="7034213" y="3683001"/>
                <a:ext cx="63500" cy="92075"/>
              </a:xfrm>
              <a:custGeom>
                <a:avLst/>
                <a:gdLst>
                  <a:gd name="T0" fmla="*/ 19 w 19"/>
                  <a:gd name="T1" fmla="*/ 20 h 28"/>
                  <a:gd name="T2" fmla="*/ 17 w 19"/>
                  <a:gd name="T3" fmla="*/ 25 h 28"/>
                  <a:gd name="T4" fmla="*/ 10 w 19"/>
                  <a:gd name="T5" fmla="*/ 28 h 28"/>
                  <a:gd name="T6" fmla="*/ 3 w 19"/>
                  <a:gd name="T7" fmla="*/ 25 h 28"/>
                  <a:gd name="T8" fmla="*/ 0 w 19"/>
                  <a:gd name="T9" fmla="*/ 20 h 28"/>
                  <a:gd name="T10" fmla="*/ 0 w 19"/>
                  <a:gd name="T11" fmla="*/ 19 h 28"/>
                  <a:gd name="T12" fmla="*/ 4 w 19"/>
                  <a:gd name="T13" fmla="*/ 19 h 28"/>
                  <a:gd name="T14" fmla="*/ 4 w 19"/>
                  <a:gd name="T15" fmla="*/ 20 h 28"/>
                  <a:gd name="T16" fmla="*/ 6 w 19"/>
                  <a:gd name="T17" fmla="*/ 23 h 28"/>
                  <a:gd name="T18" fmla="*/ 10 w 19"/>
                  <a:gd name="T19" fmla="*/ 24 h 28"/>
                  <a:gd name="T20" fmla="*/ 14 w 19"/>
                  <a:gd name="T21" fmla="*/ 23 h 28"/>
                  <a:gd name="T22" fmla="*/ 15 w 19"/>
                  <a:gd name="T23" fmla="*/ 20 h 28"/>
                  <a:gd name="T24" fmla="*/ 13 w 19"/>
                  <a:gd name="T25" fmla="*/ 17 h 28"/>
                  <a:gd name="T26" fmla="*/ 9 w 19"/>
                  <a:gd name="T27" fmla="*/ 14 h 28"/>
                  <a:gd name="T28" fmla="*/ 3 w 19"/>
                  <a:gd name="T29" fmla="*/ 11 h 28"/>
                  <a:gd name="T30" fmla="*/ 1 w 19"/>
                  <a:gd name="T31" fmla="*/ 7 h 28"/>
                  <a:gd name="T32" fmla="*/ 3 w 19"/>
                  <a:gd name="T33" fmla="*/ 2 h 28"/>
                  <a:gd name="T34" fmla="*/ 10 w 19"/>
                  <a:gd name="T35" fmla="*/ 0 h 28"/>
                  <a:gd name="T36" fmla="*/ 16 w 19"/>
                  <a:gd name="T37" fmla="*/ 2 h 28"/>
                  <a:gd name="T38" fmla="*/ 18 w 19"/>
                  <a:gd name="T39" fmla="*/ 7 h 28"/>
                  <a:gd name="T40" fmla="*/ 14 w 19"/>
                  <a:gd name="T41" fmla="*/ 7 h 28"/>
                  <a:gd name="T42" fmla="*/ 13 w 19"/>
                  <a:gd name="T43" fmla="*/ 4 h 28"/>
                  <a:gd name="T44" fmla="*/ 10 w 19"/>
                  <a:gd name="T45" fmla="*/ 3 h 28"/>
                  <a:gd name="T46" fmla="*/ 6 w 19"/>
                  <a:gd name="T47" fmla="*/ 4 h 28"/>
                  <a:gd name="T48" fmla="*/ 5 w 19"/>
                  <a:gd name="T49" fmla="*/ 7 h 28"/>
                  <a:gd name="T50" fmla="*/ 6 w 19"/>
                  <a:gd name="T51" fmla="*/ 9 h 28"/>
                  <a:gd name="T52" fmla="*/ 11 w 19"/>
                  <a:gd name="T53" fmla="*/ 12 h 28"/>
                  <a:gd name="T54" fmla="*/ 17 w 19"/>
                  <a:gd name="T55" fmla="*/ 15 h 28"/>
                  <a:gd name="T56" fmla="*/ 19 w 19"/>
                  <a:gd name="T57" fmla="*/ 2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9" h="28">
                    <a:moveTo>
                      <a:pt x="19" y="20"/>
                    </a:moveTo>
                    <a:cubicBezTo>
                      <a:pt x="19" y="22"/>
                      <a:pt x="18" y="24"/>
                      <a:pt x="17" y="25"/>
                    </a:cubicBezTo>
                    <a:cubicBezTo>
                      <a:pt x="15" y="27"/>
                      <a:pt x="13" y="28"/>
                      <a:pt x="10" y="28"/>
                    </a:cubicBezTo>
                    <a:cubicBezTo>
                      <a:pt x="7" y="28"/>
                      <a:pt x="4" y="27"/>
                      <a:pt x="3" y="25"/>
                    </a:cubicBezTo>
                    <a:cubicBezTo>
                      <a:pt x="1" y="24"/>
                      <a:pt x="0" y="22"/>
                      <a:pt x="0" y="20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4" y="21"/>
                      <a:pt x="5" y="22"/>
                      <a:pt x="6" y="23"/>
                    </a:cubicBezTo>
                    <a:cubicBezTo>
                      <a:pt x="7" y="24"/>
                      <a:pt x="8" y="24"/>
                      <a:pt x="10" y="24"/>
                    </a:cubicBezTo>
                    <a:cubicBezTo>
                      <a:pt x="11" y="24"/>
                      <a:pt x="13" y="24"/>
                      <a:pt x="14" y="23"/>
                    </a:cubicBezTo>
                    <a:cubicBezTo>
                      <a:pt x="15" y="22"/>
                      <a:pt x="15" y="21"/>
                      <a:pt x="15" y="20"/>
                    </a:cubicBezTo>
                    <a:cubicBezTo>
                      <a:pt x="15" y="19"/>
                      <a:pt x="15" y="18"/>
                      <a:pt x="13" y="17"/>
                    </a:cubicBezTo>
                    <a:cubicBezTo>
                      <a:pt x="12" y="16"/>
                      <a:pt x="11" y="15"/>
                      <a:pt x="9" y="14"/>
                    </a:cubicBezTo>
                    <a:cubicBezTo>
                      <a:pt x="6" y="13"/>
                      <a:pt x="4" y="12"/>
                      <a:pt x="3" y="11"/>
                    </a:cubicBezTo>
                    <a:cubicBezTo>
                      <a:pt x="1" y="10"/>
                      <a:pt x="1" y="9"/>
                      <a:pt x="1" y="7"/>
                    </a:cubicBezTo>
                    <a:cubicBezTo>
                      <a:pt x="1" y="5"/>
                      <a:pt x="2" y="3"/>
                      <a:pt x="3" y="2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3" y="0"/>
                      <a:pt x="15" y="0"/>
                      <a:pt x="16" y="2"/>
                    </a:cubicBezTo>
                    <a:cubicBezTo>
                      <a:pt x="18" y="4"/>
                      <a:pt x="18" y="5"/>
                      <a:pt x="18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6"/>
                      <a:pt x="14" y="5"/>
                      <a:pt x="13" y="4"/>
                    </a:cubicBezTo>
                    <a:cubicBezTo>
                      <a:pt x="12" y="3"/>
                      <a:pt x="11" y="3"/>
                      <a:pt x="10" y="3"/>
                    </a:cubicBezTo>
                    <a:cubicBezTo>
                      <a:pt x="8" y="3"/>
                      <a:pt x="7" y="3"/>
                      <a:pt x="6" y="4"/>
                    </a:cubicBezTo>
                    <a:cubicBezTo>
                      <a:pt x="5" y="5"/>
                      <a:pt x="5" y="5"/>
                      <a:pt x="5" y="7"/>
                    </a:cubicBezTo>
                    <a:cubicBezTo>
                      <a:pt x="5" y="8"/>
                      <a:pt x="5" y="8"/>
                      <a:pt x="6" y="9"/>
                    </a:cubicBezTo>
                    <a:cubicBezTo>
                      <a:pt x="7" y="10"/>
                      <a:pt x="8" y="11"/>
                      <a:pt x="11" y="12"/>
                    </a:cubicBezTo>
                    <a:cubicBezTo>
                      <a:pt x="14" y="13"/>
                      <a:pt x="16" y="14"/>
                      <a:pt x="17" y="15"/>
                    </a:cubicBezTo>
                    <a:cubicBezTo>
                      <a:pt x="18" y="16"/>
                      <a:pt x="19" y="18"/>
                      <a:pt x="19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182" name="îśľídè">
                <a:extLst>
                  <a:ext uri="{FF2B5EF4-FFF2-40B4-BE49-F238E27FC236}">
                    <a16:creationId xmlns:a16="http://schemas.microsoft.com/office/drawing/2014/main" id="{58F57349-B5D9-4289-A9C1-5905C6E9B7BC}"/>
                  </a:ext>
                </a:extLst>
              </p:cNvPr>
              <p:cNvSpPr/>
              <p:nvPr/>
            </p:nvSpPr>
            <p:spPr bwMode="auto">
              <a:xfrm>
                <a:off x="7150100" y="3683001"/>
                <a:ext cx="12700" cy="889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183" name="işḷîḑe">
                <a:extLst>
                  <a:ext uri="{FF2B5EF4-FFF2-40B4-BE49-F238E27FC236}">
                    <a16:creationId xmlns:a16="http://schemas.microsoft.com/office/drawing/2014/main" id="{7CA9D87B-128D-4E4E-8934-F26310F31559}"/>
                  </a:ext>
                </a:extLst>
              </p:cNvPr>
              <p:cNvSpPr/>
              <p:nvPr/>
            </p:nvSpPr>
            <p:spPr bwMode="auto">
              <a:xfrm>
                <a:off x="7216775" y="3683001"/>
                <a:ext cx="61913" cy="88900"/>
              </a:xfrm>
              <a:custGeom>
                <a:avLst/>
                <a:gdLst>
                  <a:gd name="T0" fmla="*/ 39 w 39"/>
                  <a:gd name="T1" fmla="*/ 6 h 56"/>
                  <a:gd name="T2" fmla="*/ 25 w 39"/>
                  <a:gd name="T3" fmla="*/ 6 h 56"/>
                  <a:gd name="T4" fmla="*/ 25 w 39"/>
                  <a:gd name="T5" fmla="*/ 56 h 56"/>
                  <a:gd name="T6" fmla="*/ 14 w 39"/>
                  <a:gd name="T7" fmla="*/ 56 h 56"/>
                  <a:gd name="T8" fmla="*/ 14 w 39"/>
                  <a:gd name="T9" fmla="*/ 6 h 56"/>
                  <a:gd name="T10" fmla="*/ 0 w 39"/>
                  <a:gd name="T11" fmla="*/ 6 h 56"/>
                  <a:gd name="T12" fmla="*/ 0 w 39"/>
                  <a:gd name="T13" fmla="*/ 0 h 56"/>
                  <a:gd name="T14" fmla="*/ 39 w 39"/>
                  <a:gd name="T15" fmla="*/ 0 h 56"/>
                  <a:gd name="T16" fmla="*/ 39 w 39"/>
                  <a:gd name="T17" fmla="*/ 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9" h="56">
                    <a:moveTo>
                      <a:pt x="39" y="6"/>
                    </a:moveTo>
                    <a:lnTo>
                      <a:pt x="25" y="6"/>
                    </a:lnTo>
                    <a:lnTo>
                      <a:pt x="25" y="56"/>
                    </a:lnTo>
                    <a:lnTo>
                      <a:pt x="14" y="56"/>
                    </a:lnTo>
                    <a:lnTo>
                      <a:pt x="14" y="6"/>
                    </a:lnTo>
                    <a:lnTo>
                      <a:pt x="0" y="6"/>
                    </a:lnTo>
                    <a:lnTo>
                      <a:pt x="0" y="0"/>
                    </a:lnTo>
                    <a:lnTo>
                      <a:pt x="39" y="0"/>
                    </a:lnTo>
                    <a:lnTo>
                      <a:pt x="39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184" name="íṧlîḍé">
                <a:extLst>
                  <a:ext uri="{FF2B5EF4-FFF2-40B4-BE49-F238E27FC236}">
                    <a16:creationId xmlns:a16="http://schemas.microsoft.com/office/drawing/2014/main" id="{EDA38C7B-6749-46A1-A4C4-0F65DE0C2AED}"/>
                  </a:ext>
                </a:extLst>
              </p:cNvPr>
              <p:cNvSpPr/>
              <p:nvPr/>
            </p:nvSpPr>
            <p:spPr bwMode="auto">
              <a:xfrm>
                <a:off x="7302500" y="3683001"/>
                <a:ext cx="69850" cy="88900"/>
              </a:xfrm>
              <a:custGeom>
                <a:avLst/>
                <a:gdLst>
                  <a:gd name="T0" fmla="*/ 44 w 44"/>
                  <a:gd name="T1" fmla="*/ 0 h 56"/>
                  <a:gd name="T2" fmla="*/ 27 w 44"/>
                  <a:gd name="T3" fmla="*/ 31 h 56"/>
                  <a:gd name="T4" fmla="*/ 27 w 44"/>
                  <a:gd name="T5" fmla="*/ 56 h 56"/>
                  <a:gd name="T6" fmla="*/ 19 w 44"/>
                  <a:gd name="T7" fmla="*/ 56 h 56"/>
                  <a:gd name="T8" fmla="*/ 19 w 44"/>
                  <a:gd name="T9" fmla="*/ 31 h 56"/>
                  <a:gd name="T10" fmla="*/ 0 w 44"/>
                  <a:gd name="T11" fmla="*/ 0 h 56"/>
                  <a:gd name="T12" fmla="*/ 10 w 44"/>
                  <a:gd name="T13" fmla="*/ 0 h 56"/>
                  <a:gd name="T14" fmla="*/ 23 w 44"/>
                  <a:gd name="T15" fmla="*/ 25 h 56"/>
                  <a:gd name="T16" fmla="*/ 23 w 44"/>
                  <a:gd name="T17" fmla="*/ 25 h 56"/>
                  <a:gd name="T18" fmla="*/ 35 w 44"/>
                  <a:gd name="T19" fmla="*/ 0 h 56"/>
                  <a:gd name="T20" fmla="*/ 44 w 44"/>
                  <a:gd name="T21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4" h="56">
                    <a:moveTo>
                      <a:pt x="44" y="0"/>
                    </a:moveTo>
                    <a:lnTo>
                      <a:pt x="27" y="31"/>
                    </a:lnTo>
                    <a:lnTo>
                      <a:pt x="27" y="56"/>
                    </a:lnTo>
                    <a:lnTo>
                      <a:pt x="19" y="56"/>
                    </a:lnTo>
                    <a:lnTo>
                      <a:pt x="19" y="31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23" y="25"/>
                    </a:lnTo>
                    <a:lnTo>
                      <a:pt x="23" y="25"/>
                    </a:lnTo>
                    <a:lnTo>
                      <a:pt x="35" y="0"/>
                    </a:lnTo>
                    <a:lnTo>
                      <a:pt x="4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1B906AC5-376B-4947-8ABC-E5BB3610EEBF}"/>
              </a:ext>
            </a:extLst>
          </p:cNvPr>
          <p:cNvGrpSpPr/>
          <p:nvPr/>
        </p:nvGrpSpPr>
        <p:grpSpPr>
          <a:xfrm>
            <a:off x="2927626" y="5310569"/>
            <a:ext cx="3254081" cy="310792"/>
            <a:chOff x="4474767" y="5524207"/>
            <a:chExt cx="4176590" cy="497616"/>
          </a:xfrm>
        </p:grpSpPr>
        <p:sp>
          <p:nvSpPr>
            <p:cNvPr id="159" name="副标题 16">
              <a:extLst>
                <a:ext uri="{FF2B5EF4-FFF2-40B4-BE49-F238E27FC236}">
                  <a16:creationId xmlns:a16="http://schemas.microsoft.com/office/drawing/2014/main" id="{D793B6B5-E4EC-4264-AA1C-4592E12CB39B}"/>
                </a:ext>
              </a:extLst>
            </p:cNvPr>
            <p:cNvSpPr txBox="1">
              <a:spLocks/>
            </p:cNvSpPr>
            <p:nvPr/>
          </p:nvSpPr>
          <p:spPr>
            <a:xfrm>
              <a:off x="4474767" y="5524207"/>
              <a:ext cx="1481359" cy="497614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sp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zh-CN" altLang="en-US" sz="1800" b="0" kern="1200" dirty="0">
                  <a:solidFill>
                    <a:schemeClr val="bg1">
                      <a:lumMod val="75000"/>
                    </a:schemeClr>
                  </a:solidFill>
                  <a:latin typeface="+mn-lt"/>
                  <a:ea typeface="+mn-ea"/>
                  <a:cs typeface="+mn-ea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>
                <a:lnSpc>
                  <a:spcPct val="120000"/>
                </a:lnSpc>
                <a:spcBef>
                  <a:spcPts val="0"/>
                </a:spcBef>
              </a:pPr>
              <a:r>
                <a:rPr lang="zh-CN" altLang="en-US" dirty="0">
                  <a:solidFill>
                    <a:srgbClr val="F68C92"/>
                  </a:solidFill>
                </a:rPr>
                <a:t>矩阵快速幂</a:t>
              </a:r>
              <a:endParaRPr lang="en-US" dirty="0">
                <a:solidFill>
                  <a:srgbClr val="F68C92"/>
                </a:solidFill>
              </a:endParaRPr>
            </a:p>
          </p:txBody>
        </p:sp>
        <p:sp>
          <p:nvSpPr>
            <p:cNvPr id="160" name="副标题 16">
              <a:extLst>
                <a:ext uri="{FF2B5EF4-FFF2-40B4-BE49-F238E27FC236}">
                  <a16:creationId xmlns:a16="http://schemas.microsoft.com/office/drawing/2014/main" id="{831C2407-8305-4969-8C9C-D2120D0CDB47}"/>
                </a:ext>
              </a:extLst>
            </p:cNvPr>
            <p:cNvSpPr txBox="1">
              <a:spLocks/>
            </p:cNvSpPr>
            <p:nvPr/>
          </p:nvSpPr>
          <p:spPr>
            <a:xfrm>
              <a:off x="6281183" y="5524209"/>
              <a:ext cx="2370174" cy="497614"/>
            </a:xfrm>
            <a:prstGeom prst="rect">
              <a:avLst/>
            </a:prstGeom>
            <a:noFill/>
          </p:spPr>
          <p:txBody>
            <a:bodyPr vert="horz" wrap="none" lIns="0" tIns="0" rIns="0" bIns="0" rtlCol="0" anchor="ctr">
              <a:sp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lang="zh-CN" altLang="en-US" sz="1800" b="0" kern="1200" dirty="0">
                  <a:solidFill>
                    <a:schemeClr val="bg1">
                      <a:lumMod val="75000"/>
                    </a:schemeClr>
                  </a:solidFill>
                  <a:latin typeface="+mn-lt"/>
                  <a:ea typeface="+mn-ea"/>
                  <a:cs typeface="+mn-ea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20000"/>
                </a:lnSpc>
                <a:spcBef>
                  <a:spcPts val="0"/>
                </a:spcBef>
              </a:pPr>
              <a:r>
                <a:rPr lang="zh-CN" altLang="en-US" dirty="0">
                  <a:solidFill>
                    <a:srgbClr val="F68C92"/>
                  </a:solidFill>
                </a:rPr>
                <a:t>内容负责：李子豪</a:t>
              </a:r>
              <a:endParaRPr lang="en-US" altLang="en-US" dirty="0">
                <a:solidFill>
                  <a:srgbClr val="F68C92"/>
                </a:solidFill>
              </a:endParaRPr>
            </a:p>
          </p:txBody>
        </p:sp>
        <p:cxnSp>
          <p:nvCxnSpPr>
            <p:cNvPr id="161" name="直接连接符 160">
              <a:extLst>
                <a:ext uri="{FF2B5EF4-FFF2-40B4-BE49-F238E27FC236}">
                  <a16:creationId xmlns:a16="http://schemas.microsoft.com/office/drawing/2014/main" id="{6665EF56-E082-40FF-9BB0-D63992064451}"/>
                </a:ext>
              </a:extLst>
            </p:cNvPr>
            <p:cNvCxnSpPr>
              <a:cxnSpLocks/>
            </p:cNvCxnSpPr>
            <p:nvPr/>
          </p:nvCxnSpPr>
          <p:spPr>
            <a:xfrm>
              <a:off x="6073653" y="5702801"/>
              <a:ext cx="1" cy="249300"/>
            </a:xfrm>
            <a:prstGeom prst="line">
              <a:avLst/>
            </a:prstGeom>
            <a:ln>
              <a:solidFill>
                <a:srgbClr val="F68C92"/>
              </a:solidFill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6" name="标题 15">
            <a:extLst>
              <a:ext uri="{FF2B5EF4-FFF2-40B4-BE49-F238E27FC236}">
                <a16:creationId xmlns:a16="http://schemas.microsoft.com/office/drawing/2014/main" id="{950DD9E1-912A-43A6-9168-D9E3287135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9286" y="4007389"/>
            <a:ext cx="4310758" cy="909606"/>
          </a:xfrm>
        </p:spPr>
        <p:txBody>
          <a:bodyPr>
            <a:noAutofit/>
          </a:bodyPr>
          <a:lstStyle/>
          <a:p>
            <a:pPr algn="dist"/>
            <a:r>
              <a:rPr lang="zh-CN" altLang="en-US" sz="3600" b="1" dirty="0">
                <a:solidFill>
                  <a:srgbClr val="F040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程序设计思维与实践</a:t>
            </a:r>
            <a:br>
              <a:rPr lang="en-US" altLang="zh-CN" sz="3600" b="1" dirty="0">
                <a:solidFill>
                  <a:srgbClr val="F0404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70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Thinking and Practice in Programming</a:t>
            </a:r>
            <a:endParaRPr lang="zh-CN" altLang="en-US" sz="17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413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占位符 4">
            <a:extLst>
              <a:ext uri="{FF2B5EF4-FFF2-40B4-BE49-F238E27FC236}">
                <a16:creationId xmlns:a16="http://schemas.microsoft.com/office/drawing/2014/main" id="{2782219E-605B-4A0D-8F55-E46229BF59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52"/>
          <a:stretch/>
        </p:blipFill>
        <p:spPr>
          <a:xfrm>
            <a:off x="-19966" y="-13683"/>
            <a:ext cx="9200542" cy="3957342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461007BA-07C3-4DD8-8798-7D3173F7E471}"/>
              </a:ext>
            </a:extLst>
          </p:cNvPr>
          <p:cNvGrpSpPr/>
          <p:nvPr/>
        </p:nvGrpSpPr>
        <p:grpSpPr>
          <a:xfrm>
            <a:off x="802881" y="3220887"/>
            <a:ext cx="7648586" cy="2501388"/>
            <a:chOff x="1200150" y="3107981"/>
            <a:chExt cx="9791700" cy="328917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3F9A6B05-7ED5-4F7C-AA64-18A3F997F137}"/>
                </a:ext>
              </a:extLst>
            </p:cNvPr>
            <p:cNvSpPr/>
            <p:nvPr/>
          </p:nvSpPr>
          <p:spPr>
            <a:xfrm>
              <a:off x="1664486" y="3107981"/>
              <a:ext cx="8945408" cy="3174172"/>
            </a:xfrm>
            <a:prstGeom prst="roundRect">
              <a:avLst>
                <a:gd name="adj" fmla="val 3205"/>
              </a:avLst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C09A6EA4-4FF5-4E8E-AB8F-7349BE02CD5E}"/>
                </a:ext>
              </a:extLst>
            </p:cNvPr>
            <p:cNvSpPr/>
            <p:nvPr/>
          </p:nvSpPr>
          <p:spPr>
            <a:xfrm>
              <a:off x="1463942" y="3222979"/>
              <a:ext cx="9346497" cy="3174172"/>
            </a:xfrm>
            <a:prstGeom prst="roundRect">
              <a:avLst>
                <a:gd name="adj" fmla="val 3205"/>
              </a:avLst>
            </a:prstGeom>
            <a:solidFill>
              <a:schemeClr val="bg1">
                <a:alpha val="9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BA5C651A-F6BF-4D75-A3D1-DDEB8CCADD03}"/>
                </a:ext>
              </a:extLst>
            </p:cNvPr>
            <p:cNvSpPr/>
            <p:nvPr/>
          </p:nvSpPr>
          <p:spPr>
            <a:xfrm>
              <a:off x="1200150" y="3365257"/>
              <a:ext cx="9791700" cy="2757614"/>
            </a:xfrm>
            <a:prstGeom prst="roundRect">
              <a:avLst>
                <a:gd name="adj" fmla="val 3205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F8F8F8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0" tIns="72000" rIns="540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457167">
                <a:lnSpc>
                  <a:spcPct val="120000"/>
                </a:lnSpc>
              </a:pPr>
              <a:endParaRPr lang="zh-CN" altLang="en-US" sz="24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9" name="标题 74">
            <a:extLst>
              <a:ext uri="{FF2B5EF4-FFF2-40B4-BE49-F238E27FC236}">
                <a16:creationId xmlns:a16="http://schemas.microsoft.com/office/drawing/2014/main" id="{FE4E37FF-6DE5-4CC8-8FB8-6127CB98D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8169" y="4161391"/>
            <a:ext cx="3044051" cy="670536"/>
          </a:xfrm>
        </p:spPr>
        <p:txBody>
          <a:bodyPr>
            <a:normAutofit fontScale="90000"/>
          </a:bodyPr>
          <a:lstStyle/>
          <a:p>
            <a:pPr algn="dist"/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课程脉络</a:t>
            </a:r>
            <a:b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 outline of course </a:t>
            </a:r>
            <a:endParaRPr lang="zh-CN" altLang="en-US" sz="36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AD6D6B3-BCF0-4E7E-9E0F-696945C0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2</a:t>
            </a:fld>
            <a:endParaRPr lang="zh-CN" altLang="en-US"/>
          </a:p>
        </p:txBody>
      </p:sp>
      <p:graphicFrame>
        <p:nvGraphicFramePr>
          <p:cNvPr id="10" name="图表 9">
            <a:extLst>
              <a:ext uri="{FF2B5EF4-FFF2-40B4-BE49-F238E27FC236}">
                <a16:creationId xmlns:a16="http://schemas.microsoft.com/office/drawing/2014/main" id="{C2A16DD7-7E56-46E8-99BC-6C95E446C457}"/>
              </a:ext>
            </a:extLst>
          </p:cNvPr>
          <p:cNvGraphicFramePr/>
          <p:nvPr/>
        </p:nvGraphicFramePr>
        <p:xfrm>
          <a:off x="1381564" y="3754945"/>
          <a:ext cx="2179863" cy="1272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12" name="ba3e13bc-cc22-40db-8abb-361298693e2c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4872306A-C0C4-4EAA-A0CE-7D3D08B3D35A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7823002" y="73858"/>
            <a:ext cx="1228130" cy="313031"/>
            <a:chOff x="2866708" y="2481344"/>
            <a:chExt cx="6458593" cy="1879440"/>
          </a:xfrm>
          <a:solidFill>
            <a:schemeClr val="bg1"/>
          </a:solidFill>
        </p:grpSpPr>
        <p:grpSp>
          <p:nvGrpSpPr>
            <p:cNvPr id="16" name="ïSļïdè">
              <a:extLst>
                <a:ext uri="{FF2B5EF4-FFF2-40B4-BE49-F238E27FC236}">
                  <a16:creationId xmlns:a16="http://schemas.microsoft.com/office/drawing/2014/main" id="{FDADEC7D-9C4A-4753-B76D-1E0C37349221}"/>
                </a:ext>
              </a:extLst>
            </p:cNvPr>
            <p:cNvGrpSpPr/>
            <p:nvPr/>
          </p:nvGrpSpPr>
          <p:grpSpPr>
            <a:xfrm>
              <a:off x="2866708" y="2604783"/>
              <a:ext cx="1724148" cy="1756001"/>
              <a:chOff x="4810125" y="3095626"/>
              <a:chExt cx="687388" cy="700088"/>
            </a:xfrm>
            <a:grpFill/>
          </p:grpSpPr>
          <p:sp>
            <p:nvSpPr>
              <p:cNvPr id="46" name="íşḷidê">
                <a:extLst>
                  <a:ext uri="{FF2B5EF4-FFF2-40B4-BE49-F238E27FC236}">
                    <a16:creationId xmlns:a16="http://schemas.microsoft.com/office/drawing/2014/main" id="{D98EF6A1-CCEA-404A-AA7F-81F96F9A12C2}"/>
                  </a:ext>
                </a:extLst>
              </p:cNvPr>
              <p:cNvSpPr/>
              <p:nvPr/>
            </p:nvSpPr>
            <p:spPr bwMode="auto">
              <a:xfrm>
                <a:off x="4810125" y="3095626"/>
                <a:ext cx="687388" cy="700088"/>
              </a:xfrm>
              <a:custGeom>
                <a:avLst/>
                <a:gdLst>
                  <a:gd name="T0" fmla="*/ 104 w 208"/>
                  <a:gd name="T1" fmla="*/ 207 h 210"/>
                  <a:gd name="T2" fmla="*/ 4 w 208"/>
                  <a:gd name="T3" fmla="*/ 105 h 210"/>
                  <a:gd name="T4" fmla="*/ 104 w 208"/>
                  <a:gd name="T5" fmla="*/ 4 h 210"/>
                  <a:gd name="T6" fmla="*/ 204 w 208"/>
                  <a:gd name="T7" fmla="*/ 105 h 210"/>
                  <a:gd name="T8" fmla="*/ 104 w 208"/>
                  <a:gd name="T9" fmla="*/ 207 h 210"/>
                  <a:gd name="T10" fmla="*/ 104 w 208"/>
                  <a:gd name="T11" fmla="*/ 0 h 210"/>
                  <a:gd name="T12" fmla="*/ 0 w 208"/>
                  <a:gd name="T13" fmla="*/ 105 h 210"/>
                  <a:gd name="T14" fmla="*/ 104 w 208"/>
                  <a:gd name="T15" fmla="*/ 210 h 210"/>
                  <a:gd name="T16" fmla="*/ 208 w 208"/>
                  <a:gd name="T17" fmla="*/ 105 h 210"/>
                  <a:gd name="T18" fmla="*/ 104 w 208"/>
                  <a:gd name="T19" fmla="*/ 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8" h="210">
                    <a:moveTo>
                      <a:pt x="104" y="207"/>
                    </a:moveTo>
                    <a:cubicBezTo>
                      <a:pt x="49" y="207"/>
                      <a:pt x="4" y="161"/>
                      <a:pt x="4" y="105"/>
                    </a:cubicBezTo>
                    <a:cubicBezTo>
                      <a:pt x="4" y="49"/>
                      <a:pt x="49" y="4"/>
                      <a:pt x="104" y="4"/>
                    </a:cubicBezTo>
                    <a:cubicBezTo>
                      <a:pt x="159" y="4"/>
                      <a:pt x="204" y="49"/>
                      <a:pt x="204" y="105"/>
                    </a:cubicBezTo>
                    <a:cubicBezTo>
                      <a:pt x="204" y="161"/>
                      <a:pt x="159" y="207"/>
                      <a:pt x="104" y="207"/>
                    </a:cubicBezTo>
                    <a:close/>
                    <a:moveTo>
                      <a:pt x="104" y="0"/>
                    </a:moveTo>
                    <a:cubicBezTo>
                      <a:pt x="47" y="0"/>
                      <a:pt x="0" y="47"/>
                      <a:pt x="0" y="105"/>
                    </a:cubicBezTo>
                    <a:cubicBezTo>
                      <a:pt x="0" y="163"/>
                      <a:pt x="47" y="210"/>
                      <a:pt x="104" y="210"/>
                    </a:cubicBezTo>
                    <a:cubicBezTo>
                      <a:pt x="161" y="210"/>
                      <a:pt x="208" y="163"/>
                      <a:pt x="208" y="105"/>
                    </a:cubicBezTo>
                    <a:cubicBezTo>
                      <a:pt x="208" y="47"/>
                      <a:pt x="161" y="0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íSľïdé">
                <a:extLst>
                  <a:ext uri="{FF2B5EF4-FFF2-40B4-BE49-F238E27FC236}">
                    <a16:creationId xmlns:a16="http://schemas.microsoft.com/office/drawing/2014/main" id="{F254EC13-E0AC-4092-BAFE-B9D379CB19EC}"/>
                  </a:ext>
                </a:extLst>
              </p:cNvPr>
              <p:cNvSpPr/>
              <p:nvPr/>
            </p:nvSpPr>
            <p:spPr bwMode="auto">
              <a:xfrm>
                <a:off x="5384800" y="3559176"/>
                <a:ext cx="46038" cy="30163"/>
              </a:xfrm>
              <a:custGeom>
                <a:avLst/>
                <a:gdLst>
                  <a:gd name="T0" fmla="*/ 29 w 29"/>
                  <a:gd name="T1" fmla="*/ 13 h 19"/>
                  <a:gd name="T2" fmla="*/ 27 w 29"/>
                  <a:gd name="T3" fmla="*/ 19 h 19"/>
                  <a:gd name="T4" fmla="*/ 0 w 29"/>
                  <a:gd name="T5" fmla="*/ 6 h 19"/>
                  <a:gd name="T6" fmla="*/ 4 w 29"/>
                  <a:gd name="T7" fmla="*/ 0 h 19"/>
                  <a:gd name="T8" fmla="*/ 29 w 29"/>
                  <a:gd name="T9" fmla="*/ 13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19">
                    <a:moveTo>
                      <a:pt x="29" y="13"/>
                    </a:moveTo>
                    <a:lnTo>
                      <a:pt x="27" y="19"/>
                    </a:lnTo>
                    <a:lnTo>
                      <a:pt x="0" y="6"/>
                    </a:lnTo>
                    <a:lnTo>
                      <a:pt x="4" y="0"/>
                    </a:lnTo>
                    <a:lnTo>
                      <a:pt x="29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ïslíḋê">
                <a:extLst>
                  <a:ext uri="{FF2B5EF4-FFF2-40B4-BE49-F238E27FC236}">
                    <a16:creationId xmlns:a16="http://schemas.microsoft.com/office/drawing/2014/main" id="{CD9A8FD7-138F-4F51-8F50-1A7F398595E5}"/>
                  </a:ext>
                </a:extLst>
              </p:cNvPr>
              <p:cNvSpPr/>
              <p:nvPr/>
            </p:nvSpPr>
            <p:spPr bwMode="auto">
              <a:xfrm>
                <a:off x="5405438" y="3479801"/>
                <a:ext cx="49213" cy="42863"/>
              </a:xfrm>
              <a:custGeom>
                <a:avLst/>
                <a:gdLst>
                  <a:gd name="T0" fmla="*/ 31 w 31"/>
                  <a:gd name="T1" fmla="*/ 14 h 27"/>
                  <a:gd name="T2" fmla="*/ 29 w 31"/>
                  <a:gd name="T3" fmla="*/ 21 h 27"/>
                  <a:gd name="T4" fmla="*/ 19 w 31"/>
                  <a:gd name="T5" fmla="*/ 18 h 27"/>
                  <a:gd name="T6" fmla="*/ 0 w 31"/>
                  <a:gd name="T7" fmla="*/ 27 h 27"/>
                  <a:gd name="T8" fmla="*/ 2 w 31"/>
                  <a:gd name="T9" fmla="*/ 18 h 27"/>
                  <a:gd name="T10" fmla="*/ 14 w 31"/>
                  <a:gd name="T11" fmla="*/ 14 h 27"/>
                  <a:gd name="T12" fmla="*/ 4 w 31"/>
                  <a:gd name="T13" fmla="*/ 6 h 27"/>
                  <a:gd name="T14" fmla="*/ 4 w 31"/>
                  <a:gd name="T15" fmla="*/ 0 h 27"/>
                  <a:gd name="T16" fmla="*/ 19 w 31"/>
                  <a:gd name="T17" fmla="*/ 12 h 27"/>
                  <a:gd name="T18" fmla="*/ 31 w 31"/>
                  <a:gd name="T19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" h="27">
                    <a:moveTo>
                      <a:pt x="31" y="14"/>
                    </a:moveTo>
                    <a:lnTo>
                      <a:pt x="29" y="21"/>
                    </a:lnTo>
                    <a:lnTo>
                      <a:pt x="19" y="18"/>
                    </a:lnTo>
                    <a:lnTo>
                      <a:pt x="0" y="27"/>
                    </a:lnTo>
                    <a:lnTo>
                      <a:pt x="2" y="18"/>
                    </a:lnTo>
                    <a:lnTo>
                      <a:pt x="14" y="14"/>
                    </a:lnTo>
                    <a:lnTo>
                      <a:pt x="4" y="6"/>
                    </a:lnTo>
                    <a:lnTo>
                      <a:pt x="4" y="0"/>
                    </a:lnTo>
                    <a:lnTo>
                      <a:pt x="19" y="12"/>
                    </a:lnTo>
                    <a:lnTo>
                      <a:pt x="31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işļïḍè">
                <a:extLst>
                  <a:ext uri="{FF2B5EF4-FFF2-40B4-BE49-F238E27FC236}">
                    <a16:creationId xmlns:a16="http://schemas.microsoft.com/office/drawing/2014/main" id="{4830FFCB-3E89-4192-8203-0AAB5A627595}"/>
                  </a:ext>
                </a:extLst>
              </p:cNvPr>
              <p:cNvSpPr/>
              <p:nvPr/>
            </p:nvSpPr>
            <p:spPr bwMode="auto">
              <a:xfrm>
                <a:off x="5391150" y="3522663"/>
                <a:ext cx="50800" cy="36513"/>
              </a:xfrm>
              <a:custGeom>
                <a:avLst/>
                <a:gdLst>
                  <a:gd name="T0" fmla="*/ 32 w 32"/>
                  <a:gd name="T1" fmla="*/ 17 h 23"/>
                  <a:gd name="T2" fmla="*/ 32 w 32"/>
                  <a:gd name="T3" fmla="*/ 23 h 23"/>
                  <a:gd name="T4" fmla="*/ 9 w 32"/>
                  <a:gd name="T5" fmla="*/ 15 h 23"/>
                  <a:gd name="T6" fmla="*/ 7 w 32"/>
                  <a:gd name="T7" fmla="*/ 23 h 23"/>
                  <a:gd name="T8" fmla="*/ 0 w 32"/>
                  <a:gd name="T9" fmla="*/ 21 h 23"/>
                  <a:gd name="T10" fmla="*/ 9 w 32"/>
                  <a:gd name="T11" fmla="*/ 0 h 23"/>
                  <a:gd name="T12" fmla="*/ 13 w 32"/>
                  <a:gd name="T13" fmla="*/ 2 h 23"/>
                  <a:gd name="T14" fmla="*/ 11 w 32"/>
                  <a:gd name="T15" fmla="*/ 8 h 23"/>
                  <a:gd name="T16" fmla="*/ 32 w 32"/>
                  <a:gd name="T17" fmla="*/ 17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" h="23">
                    <a:moveTo>
                      <a:pt x="32" y="17"/>
                    </a:moveTo>
                    <a:lnTo>
                      <a:pt x="32" y="23"/>
                    </a:lnTo>
                    <a:lnTo>
                      <a:pt x="9" y="15"/>
                    </a:lnTo>
                    <a:lnTo>
                      <a:pt x="7" y="23"/>
                    </a:lnTo>
                    <a:lnTo>
                      <a:pt x="0" y="21"/>
                    </a:lnTo>
                    <a:lnTo>
                      <a:pt x="9" y="0"/>
                    </a:lnTo>
                    <a:lnTo>
                      <a:pt x="13" y="2"/>
                    </a:lnTo>
                    <a:lnTo>
                      <a:pt x="11" y="8"/>
                    </a:lnTo>
                    <a:lnTo>
                      <a:pt x="32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0" name="í$ļîḓé">
                <a:extLst>
                  <a:ext uri="{FF2B5EF4-FFF2-40B4-BE49-F238E27FC236}">
                    <a16:creationId xmlns:a16="http://schemas.microsoft.com/office/drawing/2014/main" id="{EF860E45-7BB8-4BAE-8E76-FF26B80DC424}"/>
                  </a:ext>
                </a:extLst>
              </p:cNvPr>
              <p:cNvSpPr/>
              <p:nvPr/>
            </p:nvSpPr>
            <p:spPr bwMode="auto">
              <a:xfrm>
                <a:off x="5368925" y="3579813"/>
                <a:ext cx="46038" cy="46038"/>
              </a:xfrm>
              <a:custGeom>
                <a:avLst/>
                <a:gdLst>
                  <a:gd name="T0" fmla="*/ 0 w 14"/>
                  <a:gd name="T1" fmla="*/ 6 h 14"/>
                  <a:gd name="T2" fmla="*/ 1 w 14"/>
                  <a:gd name="T3" fmla="*/ 3 h 14"/>
                  <a:gd name="T4" fmla="*/ 4 w 14"/>
                  <a:gd name="T5" fmla="*/ 1 h 14"/>
                  <a:gd name="T6" fmla="*/ 8 w 14"/>
                  <a:gd name="T7" fmla="*/ 1 h 14"/>
                  <a:gd name="T8" fmla="*/ 6 w 14"/>
                  <a:gd name="T9" fmla="*/ 4 h 14"/>
                  <a:gd name="T10" fmla="*/ 5 w 14"/>
                  <a:gd name="T11" fmla="*/ 3 h 14"/>
                  <a:gd name="T12" fmla="*/ 3 w 14"/>
                  <a:gd name="T13" fmla="*/ 5 h 14"/>
                  <a:gd name="T14" fmla="*/ 3 w 14"/>
                  <a:gd name="T15" fmla="*/ 6 h 14"/>
                  <a:gd name="T16" fmla="*/ 3 w 14"/>
                  <a:gd name="T17" fmla="*/ 7 h 14"/>
                  <a:gd name="T18" fmla="*/ 4 w 14"/>
                  <a:gd name="T19" fmla="*/ 7 h 14"/>
                  <a:gd name="T20" fmla="*/ 6 w 14"/>
                  <a:gd name="T21" fmla="*/ 6 h 14"/>
                  <a:gd name="T22" fmla="*/ 9 w 14"/>
                  <a:gd name="T23" fmla="*/ 4 h 14"/>
                  <a:gd name="T24" fmla="*/ 11 w 14"/>
                  <a:gd name="T25" fmla="*/ 3 h 14"/>
                  <a:gd name="T26" fmla="*/ 13 w 14"/>
                  <a:gd name="T27" fmla="*/ 4 h 14"/>
                  <a:gd name="T28" fmla="*/ 14 w 14"/>
                  <a:gd name="T29" fmla="*/ 6 h 14"/>
                  <a:gd name="T30" fmla="*/ 14 w 14"/>
                  <a:gd name="T31" fmla="*/ 8 h 14"/>
                  <a:gd name="T32" fmla="*/ 13 w 14"/>
                  <a:gd name="T33" fmla="*/ 11 h 14"/>
                  <a:gd name="T34" fmla="*/ 10 w 14"/>
                  <a:gd name="T35" fmla="*/ 14 h 14"/>
                  <a:gd name="T36" fmla="*/ 6 w 14"/>
                  <a:gd name="T37" fmla="*/ 13 h 14"/>
                  <a:gd name="T38" fmla="*/ 7 w 14"/>
                  <a:gd name="T39" fmla="*/ 11 h 14"/>
                  <a:gd name="T40" fmla="*/ 10 w 14"/>
                  <a:gd name="T41" fmla="*/ 11 h 14"/>
                  <a:gd name="T42" fmla="*/ 11 w 14"/>
                  <a:gd name="T43" fmla="*/ 10 h 14"/>
                  <a:gd name="T44" fmla="*/ 12 w 14"/>
                  <a:gd name="T45" fmla="*/ 8 h 14"/>
                  <a:gd name="T46" fmla="*/ 11 w 14"/>
                  <a:gd name="T47" fmla="*/ 6 h 14"/>
                  <a:gd name="T48" fmla="*/ 10 w 14"/>
                  <a:gd name="T49" fmla="*/ 6 h 14"/>
                  <a:gd name="T50" fmla="*/ 9 w 14"/>
                  <a:gd name="T51" fmla="*/ 7 h 14"/>
                  <a:gd name="T52" fmla="*/ 7 w 14"/>
                  <a:gd name="T53" fmla="*/ 8 h 14"/>
                  <a:gd name="T54" fmla="*/ 5 w 14"/>
                  <a:gd name="T55" fmla="*/ 10 h 14"/>
                  <a:gd name="T56" fmla="*/ 2 w 14"/>
                  <a:gd name="T57" fmla="*/ 9 h 14"/>
                  <a:gd name="T58" fmla="*/ 0 w 14"/>
                  <a:gd name="T59" fmla="*/ 8 h 14"/>
                  <a:gd name="T60" fmla="*/ 0 w 14"/>
                  <a:gd name="T61" fmla="*/ 6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4" h="14">
                    <a:moveTo>
                      <a:pt x="0" y="6"/>
                    </a:moveTo>
                    <a:cubicBezTo>
                      <a:pt x="0" y="5"/>
                      <a:pt x="1" y="4"/>
                      <a:pt x="1" y="3"/>
                    </a:cubicBezTo>
                    <a:cubicBezTo>
                      <a:pt x="2" y="2"/>
                      <a:pt x="3" y="1"/>
                      <a:pt x="4" y="1"/>
                    </a:cubicBezTo>
                    <a:cubicBezTo>
                      <a:pt x="5" y="0"/>
                      <a:pt x="7" y="1"/>
                      <a:pt x="8" y="1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3"/>
                      <a:pt x="5" y="3"/>
                      <a:pt x="5" y="3"/>
                    </a:cubicBezTo>
                    <a:cubicBezTo>
                      <a:pt x="4" y="4"/>
                      <a:pt x="4" y="4"/>
                      <a:pt x="3" y="5"/>
                    </a:cubicBezTo>
                    <a:cubicBezTo>
                      <a:pt x="3" y="5"/>
                      <a:pt x="2" y="6"/>
                      <a:pt x="3" y="6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3" y="7"/>
                      <a:pt x="4" y="7"/>
                      <a:pt x="4" y="7"/>
                    </a:cubicBezTo>
                    <a:cubicBezTo>
                      <a:pt x="4" y="7"/>
                      <a:pt x="5" y="7"/>
                      <a:pt x="6" y="6"/>
                    </a:cubicBezTo>
                    <a:cubicBezTo>
                      <a:pt x="7" y="5"/>
                      <a:pt x="8" y="4"/>
                      <a:pt x="9" y="4"/>
                    </a:cubicBezTo>
                    <a:cubicBezTo>
                      <a:pt x="9" y="4"/>
                      <a:pt x="10" y="3"/>
                      <a:pt x="11" y="3"/>
                    </a:cubicBezTo>
                    <a:cubicBezTo>
                      <a:pt x="11" y="3"/>
                      <a:pt x="12" y="4"/>
                      <a:pt x="13" y="4"/>
                    </a:cubicBezTo>
                    <a:cubicBezTo>
                      <a:pt x="13" y="5"/>
                      <a:pt x="14" y="5"/>
                      <a:pt x="14" y="6"/>
                    </a:cubicBezTo>
                    <a:cubicBezTo>
                      <a:pt x="14" y="7"/>
                      <a:pt x="14" y="7"/>
                      <a:pt x="14" y="8"/>
                    </a:cubicBezTo>
                    <a:cubicBezTo>
                      <a:pt x="14" y="9"/>
                      <a:pt x="14" y="10"/>
                      <a:pt x="13" y="11"/>
                    </a:cubicBezTo>
                    <a:cubicBezTo>
                      <a:pt x="12" y="12"/>
                      <a:pt x="11" y="13"/>
                      <a:pt x="10" y="14"/>
                    </a:cubicBezTo>
                    <a:cubicBezTo>
                      <a:pt x="9" y="14"/>
                      <a:pt x="7" y="14"/>
                      <a:pt x="6" y="13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8" y="11"/>
                      <a:pt x="9" y="11"/>
                      <a:pt x="10" y="11"/>
                    </a:cubicBezTo>
                    <a:cubicBezTo>
                      <a:pt x="10" y="11"/>
                      <a:pt x="11" y="10"/>
                      <a:pt x="11" y="10"/>
                    </a:cubicBezTo>
                    <a:cubicBezTo>
                      <a:pt x="12" y="9"/>
                      <a:pt x="12" y="8"/>
                      <a:pt x="12" y="8"/>
                    </a:cubicBezTo>
                    <a:cubicBezTo>
                      <a:pt x="12" y="7"/>
                      <a:pt x="12" y="7"/>
                      <a:pt x="11" y="6"/>
                    </a:cubicBezTo>
                    <a:cubicBezTo>
                      <a:pt x="11" y="6"/>
                      <a:pt x="11" y="6"/>
                      <a:pt x="10" y="6"/>
                    </a:cubicBezTo>
                    <a:cubicBezTo>
                      <a:pt x="10" y="6"/>
                      <a:pt x="10" y="6"/>
                      <a:pt x="9" y="7"/>
                    </a:cubicBezTo>
                    <a:cubicBezTo>
                      <a:pt x="9" y="7"/>
                      <a:pt x="8" y="7"/>
                      <a:pt x="7" y="8"/>
                    </a:cubicBezTo>
                    <a:cubicBezTo>
                      <a:pt x="6" y="9"/>
                      <a:pt x="5" y="10"/>
                      <a:pt x="5" y="10"/>
                    </a:cubicBezTo>
                    <a:cubicBezTo>
                      <a:pt x="4" y="10"/>
                      <a:pt x="3" y="10"/>
                      <a:pt x="2" y="9"/>
                    </a:cubicBezTo>
                    <a:cubicBezTo>
                      <a:pt x="1" y="9"/>
                      <a:pt x="1" y="9"/>
                      <a:pt x="0" y="8"/>
                    </a:cubicBezTo>
                    <a:cubicBezTo>
                      <a:pt x="0" y="7"/>
                      <a:pt x="0" y="7"/>
                      <a:pt x="0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íşļíḑè">
                <a:extLst>
                  <a:ext uri="{FF2B5EF4-FFF2-40B4-BE49-F238E27FC236}">
                    <a16:creationId xmlns:a16="http://schemas.microsoft.com/office/drawing/2014/main" id="{47A905E5-018C-47A3-9365-F9BA3A00BA5E}"/>
                  </a:ext>
                </a:extLst>
              </p:cNvPr>
              <p:cNvSpPr/>
              <p:nvPr/>
            </p:nvSpPr>
            <p:spPr bwMode="auto">
              <a:xfrm>
                <a:off x="5335588" y="3616326"/>
                <a:ext cx="60325" cy="52388"/>
              </a:xfrm>
              <a:custGeom>
                <a:avLst/>
                <a:gdLst>
                  <a:gd name="T0" fmla="*/ 12 w 18"/>
                  <a:gd name="T1" fmla="*/ 9 h 16"/>
                  <a:gd name="T2" fmla="*/ 10 w 18"/>
                  <a:gd name="T3" fmla="*/ 8 h 16"/>
                  <a:gd name="T4" fmla="*/ 9 w 18"/>
                  <a:gd name="T5" fmla="*/ 9 h 16"/>
                  <a:gd name="T6" fmla="*/ 8 w 18"/>
                  <a:gd name="T7" fmla="*/ 9 h 16"/>
                  <a:gd name="T8" fmla="*/ 8 w 18"/>
                  <a:gd name="T9" fmla="*/ 10 h 16"/>
                  <a:gd name="T10" fmla="*/ 12 w 18"/>
                  <a:gd name="T11" fmla="*/ 14 h 16"/>
                  <a:gd name="T12" fmla="*/ 10 w 18"/>
                  <a:gd name="T13" fmla="*/ 16 h 16"/>
                  <a:gd name="T14" fmla="*/ 0 w 18"/>
                  <a:gd name="T15" fmla="*/ 7 h 16"/>
                  <a:gd name="T16" fmla="*/ 4 w 18"/>
                  <a:gd name="T17" fmla="*/ 2 h 16"/>
                  <a:gd name="T18" fmla="*/ 6 w 18"/>
                  <a:gd name="T19" fmla="*/ 0 h 16"/>
                  <a:gd name="T20" fmla="*/ 8 w 18"/>
                  <a:gd name="T21" fmla="*/ 0 h 16"/>
                  <a:gd name="T22" fmla="*/ 10 w 18"/>
                  <a:gd name="T23" fmla="*/ 1 h 16"/>
                  <a:gd name="T24" fmla="*/ 12 w 18"/>
                  <a:gd name="T25" fmla="*/ 3 h 16"/>
                  <a:gd name="T26" fmla="*/ 11 w 18"/>
                  <a:gd name="T27" fmla="*/ 6 h 16"/>
                  <a:gd name="T28" fmla="*/ 12 w 18"/>
                  <a:gd name="T29" fmla="*/ 6 h 16"/>
                  <a:gd name="T30" fmla="*/ 15 w 18"/>
                  <a:gd name="T31" fmla="*/ 6 h 16"/>
                  <a:gd name="T32" fmla="*/ 18 w 18"/>
                  <a:gd name="T33" fmla="*/ 7 h 16"/>
                  <a:gd name="T34" fmla="*/ 16 w 18"/>
                  <a:gd name="T35" fmla="*/ 9 h 16"/>
                  <a:gd name="T36" fmla="*/ 12 w 18"/>
                  <a:gd name="T37" fmla="*/ 9 h 16"/>
                  <a:gd name="T38" fmla="*/ 9 w 18"/>
                  <a:gd name="T39" fmla="*/ 5 h 16"/>
                  <a:gd name="T40" fmla="*/ 9 w 18"/>
                  <a:gd name="T41" fmla="*/ 4 h 16"/>
                  <a:gd name="T42" fmla="*/ 8 w 18"/>
                  <a:gd name="T43" fmla="*/ 3 h 16"/>
                  <a:gd name="T44" fmla="*/ 7 w 18"/>
                  <a:gd name="T45" fmla="*/ 3 h 16"/>
                  <a:gd name="T46" fmla="*/ 6 w 18"/>
                  <a:gd name="T47" fmla="*/ 3 h 16"/>
                  <a:gd name="T48" fmla="*/ 5 w 18"/>
                  <a:gd name="T49" fmla="*/ 5 h 16"/>
                  <a:gd name="T50" fmla="*/ 3 w 18"/>
                  <a:gd name="T51" fmla="*/ 6 h 16"/>
                  <a:gd name="T52" fmla="*/ 6 w 18"/>
                  <a:gd name="T53" fmla="*/ 8 h 16"/>
                  <a:gd name="T54" fmla="*/ 7 w 18"/>
                  <a:gd name="T55" fmla="*/ 7 h 16"/>
                  <a:gd name="T56" fmla="*/ 9 w 18"/>
                  <a:gd name="T57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" h="16">
                    <a:moveTo>
                      <a:pt x="12" y="9"/>
                    </a:moveTo>
                    <a:cubicBezTo>
                      <a:pt x="11" y="8"/>
                      <a:pt x="10" y="8"/>
                      <a:pt x="10" y="8"/>
                    </a:cubicBezTo>
                    <a:cubicBezTo>
                      <a:pt x="10" y="8"/>
                      <a:pt x="9" y="8"/>
                      <a:pt x="9" y="9"/>
                    </a:cubicBezTo>
                    <a:cubicBezTo>
                      <a:pt x="9" y="9"/>
                      <a:pt x="8" y="9"/>
                      <a:pt x="8" y="9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12" y="14"/>
                      <a:pt x="12" y="14"/>
                      <a:pt x="12" y="14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1"/>
                      <a:pt x="6" y="1"/>
                      <a:pt x="6" y="0"/>
                    </a:cubicBezTo>
                    <a:cubicBezTo>
                      <a:pt x="7" y="0"/>
                      <a:pt x="8" y="0"/>
                      <a:pt x="8" y="0"/>
                    </a:cubicBezTo>
                    <a:cubicBezTo>
                      <a:pt x="9" y="0"/>
                      <a:pt x="10" y="1"/>
                      <a:pt x="10" y="1"/>
                    </a:cubicBezTo>
                    <a:cubicBezTo>
                      <a:pt x="11" y="2"/>
                      <a:pt x="11" y="3"/>
                      <a:pt x="12" y="3"/>
                    </a:cubicBezTo>
                    <a:cubicBezTo>
                      <a:pt x="12" y="4"/>
                      <a:pt x="11" y="5"/>
                      <a:pt x="11" y="6"/>
                    </a:cubicBezTo>
                    <a:cubicBezTo>
                      <a:pt x="11" y="6"/>
                      <a:pt x="12" y="6"/>
                      <a:pt x="12" y="6"/>
                    </a:cubicBezTo>
                    <a:cubicBezTo>
                      <a:pt x="13" y="6"/>
                      <a:pt x="14" y="6"/>
                      <a:pt x="15" y="6"/>
                    </a:cubicBezTo>
                    <a:cubicBezTo>
                      <a:pt x="18" y="7"/>
                      <a:pt x="18" y="7"/>
                      <a:pt x="18" y="7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2" y="9"/>
                      <a:pt x="12" y="9"/>
                      <a:pt x="12" y="9"/>
                    </a:cubicBezTo>
                    <a:close/>
                    <a:moveTo>
                      <a:pt x="9" y="5"/>
                    </a:moveTo>
                    <a:cubicBezTo>
                      <a:pt x="9" y="5"/>
                      <a:pt x="9" y="4"/>
                      <a:pt x="9" y="4"/>
                    </a:cubicBezTo>
                    <a:cubicBezTo>
                      <a:pt x="9" y="4"/>
                      <a:pt x="9" y="4"/>
                      <a:pt x="8" y="3"/>
                    </a:cubicBezTo>
                    <a:cubicBezTo>
                      <a:pt x="8" y="3"/>
                      <a:pt x="8" y="3"/>
                      <a:pt x="7" y="3"/>
                    </a:cubicBezTo>
                    <a:cubicBezTo>
                      <a:pt x="7" y="3"/>
                      <a:pt x="7" y="3"/>
                      <a:pt x="6" y="3"/>
                    </a:cubicBez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8" y="6"/>
                      <a:pt x="9" y="5"/>
                      <a:pt x="9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2" name="î$1îḋé">
                <a:extLst>
                  <a:ext uri="{FF2B5EF4-FFF2-40B4-BE49-F238E27FC236}">
                    <a16:creationId xmlns:a16="http://schemas.microsoft.com/office/drawing/2014/main" id="{B3C50769-1FD6-4599-9F0F-E27B386FCB4E}"/>
                  </a:ext>
                </a:extLst>
              </p:cNvPr>
              <p:cNvSpPr/>
              <p:nvPr/>
            </p:nvSpPr>
            <p:spPr bwMode="auto">
              <a:xfrm>
                <a:off x="5302250" y="3641726"/>
                <a:ext cx="57150" cy="57150"/>
              </a:xfrm>
              <a:custGeom>
                <a:avLst/>
                <a:gdLst>
                  <a:gd name="T0" fmla="*/ 19 w 36"/>
                  <a:gd name="T1" fmla="*/ 36 h 36"/>
                  <a:gd name="T2" fmla="*/ 0 w 36"/>
                  <a:gd name="T3" fmla="*/ 15 h 36"/>
                  <a:gd name="T4" fmla="*/ 17 w 36"/>
                  <a:gd name="T5" fmla="*/ 0 h 36"/>
                  <a:gd name="T6" fmla="*/ 19 w 36"/>
                  <a:gd name="T7" fmla="*/ 5 h 36"/>
                  <a:gd name="T8" fmla="*/ 9 w 36"/>
                  <a:gd name="T9" fmla="*/ 15 h 36"/>
                  <a:gd name="T10" fmla="*/ 13 w 36"/>
                  <a:gd name="T11" fmla="*/ 19 h 36"/>
                  <a:gd name="T12" fmla="*/ 23 w 36"/>
                  <a:gd name="T13" fmla="*/ 11 h 36"/>
                  <a:gd name="T14" fmla="*/ 25 w 36"/>
                  <a:gd name="T15" fmla="*/ 15 h 36"/>
                  <a:gd name="T16" fmla="*/ 15 w 36"/>
                  <a:gd name="T17" fmla="*/ 24 h 36"/>
                  <a:gd name="T18" fmla="*/ 19 w 36"/>
                  <a:gd name="T19" fmla="*/ 30 h 36"/>
                  <a:gd name="T20" fmla="*/ 31 w 36"/>
                  <a:gd name="T21" fmla="*/ 19 h 36"/>
                  <a:gd name="T22" fmla="*/ 36 w 36"/>
                  <a:gd name="T23" fmla="*/ 24 h 36"/>
                  <a:gd name="T24" fmla="*/ 19 w 36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" h="36">
                    <a:moveTo>
                      <a:pt x="19" y="36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19" y="5"/>
                    </a:lnTo>
                    <a:lnTo>
                      <a:pt x="9" y="15"/>
                    </a:lnTo>
                    <a:lnTo>
                      <a:pt x="13" y="19"/>
                    </a:lnTo>
                    <a:lnTo>
                      <a:pt x="23" y="11"/>
                    </a:lnTo>
                    <a:lnTo>
                      <a:pt x="25" y="15"/>
                    </a:lnTo>
                    <a:lnTo>
                      <a:pt x="15" y="24"/>
                    </a:lnTo>
                    <a:lnTo>
                      <a:pt x="19" y="30"/>
                    </a:lnTo>
                    <a:lnTo>
                      <a:pt x="31" y="19"/>
                    </a:lnTo>
                    <a:lnTo>
                      <a:pt x="36" y="24"/>
                    </a:lnTo>
                    <a:lnTo>
                      <a:pt x="19" y="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3" name="isļiḋê">
                <a:extLst>
                  <a:ext uri="{FF2B5EF4-FFF2-40B4-BE49-F238E27FC236}">
                    <a16:creationId xmlns:a16="http://schemas.microsoft.com/office/drawing/2014/main" id="{DF39C0CD-F391-4B36-8104-CF10B1316DDB}"/>
                  </a:ext>
                </a:extLst>
              </p:cNvPr>
              <p:cNvSpPr/>
              <p:nvPr/>
            </p:nvSpPr>
            <p:spPr bwMode="auto">
              <a:xfrm>
                <a:off x="5262563" y="3665538"/>
                <a:ext cx="46038" cy="53975"/>
              </a:xfrm>
              <a:custGeom>
                <a:avLst/>
                <a:gdLst>
                  <a:gd name="T0" fmla="*/ 23 w 29"/>
                  <a:gd name="T1" fmla="*/ 0 h 34"/>
                  <a:gd name="T2" fmla="*/ 29 w 29"/>
                  <a:gd name="T3" fmla="*/ 30 h 34"/>
                  <a:gd name="T4" fmla="*/ 23 w 29"/>
                  <a:gd name="T5" fmla="*/ 34 h 34"/>
                  <a:gd name="T6" fmla="*/ 0 w 29"/>
                  <a:gd name="T7" fmla="*/ 15 h 34"/>
                  <a:gd name="T8" fmla="*/ 7 w 29"/>
                  <a:gd name="T9" fmla="*/ 11 h 34"/>
                  <a:gd name="T10" fmla="*/ 23 w 29"/>
                  <a:gd name="T11" fmla="*/ 25 h 34"/>
                  <a:gd name="T12" fmla="*/ 19 w 29"/>
                  <a:gd name="T13" fmla="*/ 4 h 34"/>
                  <a:gd name="T14" fmla="*/ 23 w 29"/>
                  <a:gd name="T15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9" h="34">
                    <a:moveTo>
                      <a:pt x="23" y="0"/>
                    </a:moveTo>
                    <a:lnTo>
                      <a:pt x="29" y="30"/>
                    </a:lnTo>
                    <a:lnTo>
                      <a:pt x="23" y="34"/>
                    </a:lnTo>
                    <a:lnTo>
                      <a:pt x="0" y="15"/>
                    </a:lnTo>
                    <a:lnTo>
                      <a:pt x="7" y="11"/>
                    </a:lnTo>
                    <a:lnTo>
                      <a:pt x="23" y="25"/>
                    </a:lnTo>
                    <a:lnTo>
                      <a:pt x="19" y="4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4" name="íşḷíďè">
                <a:extLst>
                  <a:ext uri="{FF2B5EF4-FFF2-40B4-BE49-F238E27FC236}">
                    <a16:creationId xmlns:a16="http://schemas.microsoft.com/office/drawing/2014/main" id="{E3313441-9841-486D-9E6A-3820D270968E}"/>
                  </a:ext>
                </a:extLst>
              </p:cNvPr>
              <p:cNvSpPr/>
              <p:nvPr/>
            </p:nvSpPr>
            <p:spPr bwMode="auto">
              <a:xfrm>
                <a:off x="5249863" y="3689351"/>
                <a:ext cx="26988" cy="42863"/>
              </a:xfrm>
              <a:custGeom>
                <a:avLst/>
                <a:gdLst>
                  <a:gd name="T0" fmla="*/ 17 w 17"/>
                  <a:gd name="T1" fmla="*/ 25 h 27"/>
                  <a:gd name="T2" fmla="*/ 12 w 17"/>
                  <a:gd name="T3" fmla="*/ 27 h 27"/>
                  <a:gd name="T4" fmla="*/ 0 w 17"/>
                  <a:gd name="T5" fmla="*/ 2 h 27"/>
                  <a:gd name="T6" fmla="*/ 6 w 17"/>
                  <a:gd name="T7" fmla="*/ 0 h 27"/>
                  <a:gd name="T8" fmla="*/ 17 w 17"/>
                  <a:gd name="T9" fmla="*/ 2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7">
                    <a:moveTo>
                      <a:pt x="17" y="25"/>
                    </a:moveTo>
                    <a:lnTo>
                      <a:pt x="12" y="27"/>
                    </a:lnTo>
                    <a:lnTo>
                      <a:pt x="0" y="2"/>
                    </a:lnTo>
                    <a:lnTo>
                      <a:pt x="6" y="0"/>
                    </a:lnTo>
                    <a:lnTo>
                      <a:pt x="17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5" name="ïṩľíḓê">
                <a:extLst>
                  <a:ext uri="{FF2B5EF4-FFF2-40B4-BE49-F238E27FC236}">
                    <a16:creationId xmlns:a16="http://schemas.microsoft.com/office/drawing/2014/main" id="{F55D3F91-D03F-475E-BCF7-B3EEAC951C17}"/>
                  </a:ext>
                </a:extLst>
              </p:cNvPr>
              <p:cNvSpPr/>
              <p:nvPr/>
            </p:nvSpPr>
            <p:spPr bwMode="auto">
              <a:xfrm>
                <a:off x="5207000" y="3695701"/>
                <a:ext cx="46038" cy="53975"/>
              </a:xfrm>
              <a:custGeom>
                <a:avLst/>
                <a:gdLst>
                  <a:gd name="T0" fmla="*/ 23 w 29"/>
                  <a:gd name="T1" fmla="*/ 0 h 34"/>
                  <a:gd name="T2" fmla="*/ 29 w 29"/>
                  <a:gd name="T3" fmla="*/ 27 h 34"/>
                  <a:gd name="T4" fmla="*/ 25 w 29"/>
                  <a:gd name="T5" fmla="*/ 29 h 34"/>
                  <a:gd name="T6" fmla="*/ 8 w 29"/>
                  <a:gd name="T7" fmla="*/ 15 h 34"/>
                  <a:gd name="T8" fmla="*/ 12 w 29"/>
                  <a:gd name="T9" fmla="*/ 32 h 34"/>
                  <a:gd name="T10" fmla="*/ 8 w 29"/>
                  <a:gd name="T11" fmla="*/ 34 h 34"/>
                  <a:gd name="T12" fmla="*/ 0 w 29"/>
                  <a:gd name="T13" fmla="*/ 6 h 34"/>
                  <a:gd name="T14" fmla="*/ 6 w 29"/>
                  <a:gd name="T15" fmla="*/ 4 h 34"/>
                  <a:gd name="T16" fmla="*/ 23 w 29"/>
                  <a:gd name="T17" fmla="*/ 19 h 34"/>
                  <a:gd name="T18" fmla="*/ 17 w 29"/>
                  <a:gd name="T19" fmla="*/ 2 h 34"/>
                  <a:gd name="T20" fmla="*/ 23 w 29"/>
                  <a:gd name="T21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9" h="34">
                    <a:moveTo>
                      <a:pt x="23" y="0"/>
                    </a:moveTo>
                    <a:lnTo>
                      <a:pt x="29" y="27"/>
                    </a:lnTo>
                    <a:lnTo>
                      <a:pt x="25" y="29"/>
                    </a:lnTo>
                    <a:lnTo>
                      <a:pt x="8" y="15"/>
                    </a:lnTo>
                    <a:lnTo>
                      <a:pt x="12" y="32"/>
                    </a:lnTo>
                    <a:lnTo>
                      <a:pt x="8" y="34"/>
                    </a:lnTo>
                    <a:lnTo>
                      <a:pt x="0" y="6"/>
                    </a:lnTo>
                    <a:lnTo>
                      <a:pt x="6" y="4"/>
                    </a:lnTo>
                    <a:lnTo>
                      <a:pt x="23" y="19"/>
                    </a:lnTo>
                    <a:lnTo>
                      <a:pt x="17" y="2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6" name="íšlïḑe">
                <a:extLst>
                  <a:ext uri="{FF2B5EF4-FFF2-40B4-BE49-F238E27FC236}">
                    <a16:creationId xmlns:a16="http://schemas.microsoft.com/office/drawing/2014/main" id="{63DA53E3-4A5C-4ECF-A17F-7855ECDFA9E2}"/>
                  </a:ext>
                </a:extLst>
              </p:cNvPr>
              <p:cNvSpPr/>
              <p:nvPr/>
            </p:nvSpPr>
            <p:spPr bwMode="auto">
              <a:xfrm>
                <a:off x="5164138" y="3705226"/>
                <a:ext cx="36513" cy="50800"/>
              </a:xfrm>
              <a:custGeom>
                <a:avLst/>
                <a:gdLst>
                  <a:gd name="T0" fmla="*/ 9 w 11"/>
                  <a:gd name="T1" fmla="*/ 8 h 15"/>
                  <a:gd name="T2" fmla="*/ 8 w 11"/>
                  <a:gd name="T3" fmla="*/ 1 h 15"/>
                  <a:gd name="T4" fmla="*/ 11 w 11"/>
                  <a:gd name="T5" fmla="*/ 0 h 15"/>
                  <a:gd name="T6" fmla="*/ 11 w 11"/>
                  <a:gd name="T7" fmla="*/ 7 h 15"/>
                  <a:gd name="T8" fmla="*/ 11 w 11"/>
                  <a:gd name="T9" fmla="*/ 11 h 15"/>
                  <a:gd name="T10" fmla="*/ 11 w 11"/>
                  <a:gd name="T11" fmla="*/ 13 h 15"/>
                  <a:gd name="T12" fmla="*/ 9 w 11"/>
                  <a:gd name="T13" fmla="*/ 14 h 15"/>
                  <a:gd name="T14" fmla="*/ 7 w 11"/>
                  <a:gd name="T15" fmla="*/ 14 h 15"/>
                  <a:gd name="T16" fmla="*/ 4 w 11"/>
                  <a:gd name="T17" fmla="*/ 14 h 15"/>
                  <a:gd name="T18" fmla="*/ 2 w 11"/>
                  <a:gd name="T19" fmla="*/ 13 h 15"/>
                  <a:gd name="T20" fmla="*/ 1 w 11"/>
                  <a:gd name="T21" fmla="*/ 12 h 15"/>
                  <a:gd name="T22" fmla="*/ 1 w 11"/>
                  <a:gd name="T23" fmla="*/ 8 h 15"/>
                  <a:gd name="T24" fmla="*/ 0 w 11"/>
                  <a:gd name="T25" fmla="*/ 1 h 15"/>
                  <a:gd name="T26" fmla="*/ 3 w 11"/>
                  <a:gd name="T27" fmla="*/ 1 h 15"/>
                  <a:gd name="T28" fmla="*/ 3 w 11"/>
                  <a:gd name="T29" fmla="*/ 8 h 15"/>
                  <a:gd name="T30" fmla="*/ 4 w 11"/>
                  <a:gd name="T31" fmla="*/ 11 h 15"/>
                  <a:gd name="T32" fmla="*/ 4 w 11"/>
                  <a:gd name="T33" fmla="*/ 12 h 15"/>
                  <a:gd name="T34" fmla="*/ 6 w 11"/>
                  <a:gd name="T35" fmla="*/ 12 h 15"/>
                  <a:gd name="T36" fmla="*/ 8 w 11"/>
                  <a:gd name="T37" fmla="*/ 12 h 15"/>
                  <a:gd name="T38" fmla="*/ 9 w 11"/>
                  <a:gd name="T39" fmla="*/ 10 h 15"/>
                  <a:gd name="T40" fmla="*/ 9 w 11"/>
                  <a:gd name="T41" fmla="*/ 8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1" h="15">
                    <a:moveTo>
                      <a:pt x="9" y="8"/>
                    </a:moveTo>
                    <a:cubicBezTo>
                      <a:pt x="8" y="1"/>
                      <a:pt x="8" y="1"/>
                      <a:pt x="8" y="1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11" y="10"/>
                      <a:pt x="11" y="11"/>
                    </a:cubicBezTo>
                    <a:cubicBezTo>
                      <a:pt x="11" y="12"/>
                      <a:pt x="11" y="12"/>
                      <a:pt x="11" y="13"/>
                    </a:cubicBezTo>
                    <a:cubicBezTo>
                      <a:pt x="10" y="13"/>
                      <a:pt x="10" y="14"/>
                      <a:pt x="9" y="14"/>
                    </a:cubicBezTo>
                    <a:cubicBezTo>
                      <a:pt x="9" y="14"/>
                      <a:pt x="8" y="14"/>
                      <a:pt x="7" y="14"/>
                    </a:cubicBezTo>
                    <a:cubicBezTo>
                      <a:pt x="5" y="15"/>
                      <a:pt x="4" y="15"/>
                      <a:pt x="4" y="14"/>
                    </a:cubicBezTo>
                    <a:cubicBezTo>
                      <a:pt x="3" y="14"/>
                      <a:pt x="2" y="14"/>
                      <a:pt x="2" y="13"/>
                    </a:cubicBezTo>
                    <a:cubicBezTo>
                      <a:pt x="2" y="13"/>
                      <a:pt x="1" y="12"/>
                      <a:pt x="1" y="12"/>
                    </a:cubicBezTo>
                    <a:cubicBezTo>
                      <a:pt x="1" y="11"/>
                      <a:pt x="1" y="10"/>
                      <a:pt x="1" y="8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3" y="9"/>
                      <a:pt x="3" y="10"/>
                      <a:pt x="4" y="11"/>
                    </a:cubicBezTo>
                    <a:cubicBezTo>
                      <a:pt x="4" y="11"/>
                      <a:pt x="4" y="12"/>
                      <a:pt x="4" y="12"/>
                    </a:cubicBezTo>
                    <a:cubicBezTo>
                      <a:pt x="5" y="12"/>
                      <a:pt x="6" y="12"/>
                      <a:pt x="6" y="12"/>
                    </a:cubicBezTo>
                    <a:cubicBezTo>
                      <a:pt x="7" y="12"/>
                      <a:pt x="8" y="12"/>
                      <a:pt x="8" y="12"/>
                    </a:cubicBezTo>
                    <a:cubicBezTo>
                      <a:pt x="8" y="11"/>
                      <a:pt x="9" y="11"/>
                      <a:pt x="9" y="10"/>
                    </a:cubicBezTo>
                    <a:cubicBezTo>
                      <a:pt x="9" y="10"/>
                      <a:pt x="9" y="9"/>
                      <a:pt x="9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7" name="iṥļïḓê">
                <a:extLst>
                  <a:ext uri="{FF2B5EF4-FFF2-40B4-BE49-F238E27FC236}">
                    <a16:creationId xmlns:a16="http://schemas.microsoft.com/office/drawing/2014/main" id="{BBFF4709-8B5F-4C3A-A192-3FB0E46EF4CC}"/>
                  </a:ext>
                </a:extLst>
              </p:cNvPr>
              <p:cNvSpPr/>
              <p:nvPr/>
            </p:nvSpPr>
            <p:spPr bwMode="auto">
              <a:xfrm>
                <a:off x="5091113" y="3705226"/>
                <a:ext cx="42863" cy="47625"/>
              </a:xfrm>
              <a:custGeom>
                <a:avLst/>
                <a:gdLst>
                  <a:gd name="T0" fmla="*/ 9 w 13"/>
                  <a:gd name="T1" fmla="*/ 11 h 14"/>
                  <a:gd name="T2" fmla="*/ 10 w 13"/>
                  <a:gd name="T3" fmla="*/ 9 h 14"/>
                  <a:gd name="T4" fmla="*/ 7 w 13"/>
                  <a:gd name="T5" fmla="*/ 9 h 14"/>
                  <a:gd name="T6" fmla="*/ 7 w 13"/>
                  <a:gd name="T7" fmla="*/ 6 h 14"/>
                  <a:gd name="T8" fmla="*/ 13 w 13"/>
                  <a:gd name="T9" fmla="*/ 7 h 14"/>
                  <a:gd name="T10" fmla="*/ 12 w 13"/>
                  <a:gd name="T11" fmla="*/ 13 h 14"/>
                  <a:gd name="T12" fmla="*/ 9 w 13"/>
                  <a:gd name="T13" fmla="*/ 14 h 14"/>
                  <a:gd name="T14" fmla="*/ 6 w 13"/>
                  <a:gd name="T15" fmla="*/ 14 h 14"/>
                  <a:gd name="T16" fmla="*/ 2 w 13"/>
                  <a:gd name="T17" fmla="*/ 12 h 14"/>
                  <a:gd name="T18" fmla="*/ 0 w 13"/>
                  <a:gd name="T19" fmla="*/ 9 h 14"/>
                  <a:gd name="T20" fmla="*/ 0 w 13"/>
                  <a:gd name="T21" fmla="*/ 6 h 14"/>
                  <a:gd name="T22" fmla="*/ 2 w 13"/>
                  <a:gd name="T23" fmla="*/ 2 h 14"/>
                  <a:gd name="T24" fmla="*/ 5 w 13"/>
                  <a:gd name="T25" fmla="*/ 0 h 14"/>
                  <a:gd name="T26" fmla="*/ 8 w 13"/>
                  <a:gd name="T27" fmla="*/ 0 h 14"/>
                  <a:gd name="T28" fmla="*/ 12 w 13"/>
                  <a:gd name="T29" fmla="*/ 2 h 14"/>
                  <a:gd name="T30" fmla="*/ 13 w 13"/>
                  <a:gd name="T31" fmla="*/ 5 h 14"/>
                  <a:gd name="T32" fmla="*/ 10 w 13"/>
                  <a:gd name="T33" fmla="*/ 5 h 14"/>
                  <a:gd name="T34" fmla="*/ 9 w 13"/>
                  <a:gd name="T35" fmla="*/ 3 h 14"/>
                  <a:gd name="T36" fmla="*/ 8 w 13"/>
                  <a:gd name="T37" fmla="*/ 2 h 14"/>
                  <a:gd name="T38" fmla="*/ 5 w 13"/>
                  <a:gd name="T39" fmla="*/ 3 h 14"/>
                  <a:gd name="T40" fmla="*/ 3 w 13"/>
                  <a:gd name="T41" fmla="*/ 6 h 14"/>
                  <a:gd name="T42" fmla="*/ 4 w 13"/>
                  <a:gd name="T43" fmla="*/ 10 h 14"/>
                  <a:gd name="T44" fmla="*/ 6 w 13"/>
                  <a:gd name="T45" fmla="*/ 11 h 14"/>
                  <a:gd name="T46" fmla="*/ 8 w 13"/>
                  <a:gd name="T47" fmla="*/ 11 h 14"/>
                  <a:gd name="T48" fmla="*/ 9 w 13"/>
                  <a:gd name="T49" fmla="*/ 11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3" h="14">
                    <a:moveTo>
                      <a:pt x="9" y="11"/>
                    </a:moveTo>
                    <a:cubicBezTo>
                      <a:pt x="10" y="9"/>
                      <a:pt x="10" y="9"/>
                      <a:pt x="10" y="9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13"/>
                      <a:pt x="12" y="13"/>
                      <a:pt x="12" y="13"/>
                    </a:cubicBezTo>
                    <a:cubicBezTo>
                      <a:pt x="11" y="13"/>
                      <a:pt x="10" y="13"/>
                      <a:pt x="9" y="14"/>
                    </a:cubicBezTo>
                    <a:cubicBezTo>
                      <a:pt x="8" y="14"/>
                      <a:pt x="7" y="14"/>
                      <a:pt x="6" y="14"/>
                    </a:cubicBezTo>
                    <a:cubicBezTo>
                      <a:pt x="5" y="14"/>
                      <a:pt x="3" y="13"/>
                      <a:pt x="2" y="12"/>
                    </a:cubicBezTo>
                    <a:cubicBezTo>
                      <a:pt x="1" y="12"/>
                      <a:pt x="1" y="11"/>
                      <a:pt x="0" y="9"/>
                    </a:cubicBezTo>
                    <a:cubicBezTo>
                      <a:pt x="0" y="8"/>
                      <a:pt x="0" y="7"/>
                      <a:pt x="0" y="6"/>
                    </a:cubicBezTo>
                    <a:cubicBezTo>
                      <a:pt x="0" y="4"/>
                      <a:pt x="1" y="3"/>
                      <a:pt x="2" y="2"/>
                    </a:cubicBezTo>
                    <a:cubicBezTo>
                      <a:pt x="2" y="1"/>
                      <a:pt x="3" y="1"/>
                      <a:pt x="5" y="0"/>
                    </a:cubicBezTo>
                    <a:cubicBezTo>
                      <a:pt x="6" y="0"/>
                      <a:pt x="7" y="0"/>
                      <a:pt x="8" y="0"/>
                    </a:cubicBezTo>
                    <a:cubicBezTo>
                      <a:pt x="10" y="0"/>
                      <a:pt x="11" y="1"/>
                      <a:pt x="12" y="2"/>
                    </a:cubicBezTo>
                    <a:cubicBezTo>
                      <a:pt x="13" y="2"/>
                      <a:pt x="13" y="3"/>
                      <a:pt x="13" y="5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0" y="4"/>
                      <a:pt x="10" y="4"/>
                      <a:pt x="9" y="3"/>
                    </a:cubicBezTo>
                    <a:cubicBezTo>
                      <a:pt x="9" y="3"/>
                      <a:pt x="8" y="2"/>
                      <a:pt x="8" y="2"/>
                    </a:cubicBezTo>
                    <a:cubicBezTo>
                      <a:pt x="6" y="2"/>
                      <a:pt x="5" y="2"/>
                      <a:pt x="5" y="3"/>
                    </a:cubicBezTo>
                    <a:cubicBezTo>
                      <a:pt x="4" y="4"/>
                      <a:pt x="3" y="5"/>
                      <a:pt x="3" y="6"/>
                    </a:cubicBezTo>
                    <a:cubicBezTo>
                      <a:pt x="3" y="8"/>
                      <a:pt x="3" y="9"/>
                      <a:pt x="4" y="10"/>
                    </a:cubicBezTo>
                    <a:cubicBezTo>
                      <a:pt x="4" y="11"/>
                      <a:pt x="5" y="11"/>
                      <a:pt x="6" y="11"/>
                    </a:cubicBezTo>
                    <a:cubicBezTo>
                      <a:pt x="7" y="12"/>
                      <a:pt x="7" y="12"/>
                      <a:pt x="8" y="11"/>
                    </a:cubicBezTo>
                    <a:cubicBezTo>
                      <a:pt x="9" y="11"/>
                      <a:pt x="9" y="11"/>
                      <a:pt x="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8" name="îṩḷïḓè">
                <a:extLst>
                  <a:ext uri="{FF2B5EF4-FFF2-40B4-BE49-F238E27FC236}">
                    <a16:creationId xmlns:a16="http://schemas.microsoft.com/office/drawing/2014/main" id="{707FA54D-B4C7-497E-97AC-7EE62AA17D29}"/>
                  </a:ext>
                </a:extLst>
              </p:cNvPr>
              <p:cNvSpPr/>
              <p:nvPr/>
            </p:nvSpPr>
            <p:spPr bwMode="auto">
              <a:xfrm>
                <a:off x="5038725" y="3689351"/>
                <a:ext cx="49213" cy="52388"/>
              </a:xfrm>
              <a:custGeom>
                <a:avLst/>
                <a:gdLst>
                  <a:gd name="T0" fmla="*/ 21 w 31"/>
                  <a:gd name="T1" fmla="*/ 23 h 33"/>
                  <a:gd name="T2" fmla="*/ 27 w 31"/>
                  <a:gd name="T3" fmla="*/ 6 h 33"/>
                  <a:gd name="T4" fmla="*/ 31 w 31"/>
                  <a:gd name="T5" fmla="*/ 8 h 33"/>
                  <a:gd name="T6" fmla="*/ 23 w 31"/>
                  <a:gd name="T7" fmla="*/ 33 h 33"/>
                  <a:gd name="T8" fmla="*/ 16 w 31"/>
                  <a:gd name="T9" fmla="*/ 31 h 33"/>
                  <a:gd name="T10" fmla="*/ 12 w 31"/>
                  <a:gd name="T11" fmla="*/ 10 h 33"/>
                  <a:gd name="T12" fmla="*/ 6 w 31"/>
                  <a:gd name="T13" fmla="*/ 29 h 33"/>
                  <a:gd name="T14" fmla="*/ 0 w 31"/>
                  <a:gd name="T15" fmla="*/ 27 h 33"/>
                  <a:gd name="T16" fmla="*/ 10 w 31"/>
                  <a:gd name="T17" fmla="*/ 0 h 33"/>
                  <a:gd name="T18" fmla="*/ 14 w 31"/>
                  <a:gd name="T19" fmla="*/ 2 h 33"/>
                  <a:gd name="T20" fmla="*/ 21 w 31"/>
                  <a:gd name="T21" fmla="*/ 2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1" h="33">
                    <a:moveTo>
                      <a:pt x="21" y="23"/>
                    </a:moveTo>
                    <a:lnTo>
                      <a:pt x="27" y="6"/>
                    </a:lnTo>
                    <a:lnTo>
                      <a:pt x="31" y="8"/>
                    </a:lnTo>
                    <a:lnTo>
                      <a:pt x="23" y="33"/>
                    </a:lnTo>
                    <a:lnTo>
                      <a:pt x="16" y="31"/>
                    </a:lnTo>
                    <a:lnTo>
                      <a:pt x="12" y="10"/>
                    </a:lnTo>
                    <a:lnTo>
                      <a:pt x="6" y="29"/>
                    </a:lnTo>
                    <a:lnTo>
                      <a:pt x="0" y="27"/>
                    </a:lnTo>
                    <a:lnTo>
                      <a:pt x="10" y="0"/>
                    </a:lnTo>
                    <a:lnTo>
                      <a:pt x="14" y="2"/>
                    </a:lnTo>
                    <a:lnTo>
                      <a:pt x="21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9" name="ïśḻïdê">
                <a:extLst>
                  <a:ext uri="{FF2B5EF4-FFF2-40B4-BE49-F238E27FC236}">
                    <a16:creationId xmlns:a16="http://schemas.microsoft.com/office/drawing/2014/main" id="{72C9BFF9-DB34-4164-93D9-EA9400969614}"/>
                  </a:ext>
                </a:extLst>
              </p:cNvPr>
              <p:cNvSpPr/>
              <p:nvPr/>
            </p:nvSpPr>
            <p:spPr bwMode="auto">
              <a:xfrm>
                <a:off x="4995863" y="3671888"/>
                <a:ext cx="46038" cy="47625"/>
              </a:xfrm>
              <a:custGeom>
                <a:avLst/>
                <a:gdLst>
                  <a:gd name="T0" fmla="*/ 6 w 14"/>
                  <a:gd name="T1" fmla="*/ 3 h 14"/>
                  <a:gd name="T2" fmla="*/ 4 w 14"/>
                  <a:gd name="T3" fmla="*/ 5 h 14"/>
                  <a:gd name="T4" fmla="*/ 3 w 14"/>
                  <a:gd name="T5" fmla="*/ 9 h 14"/>
                  <a:gd name="T6" fmla="*/ 5 w 14"/>
                  <a:gd name="T7" fmla="*/ 11 h 14"/>
                  <a:gd name="T8" fmla="*/ 7 w 14"/>
                  <a:gd name="T9" fmla="*/ 11 h 14"/>
                  <a:gd name="T10" fmla="*/ 10 w 14"/>
                  <a:gd name="T11" fmla="*/ 9 h 14"/>
                  <a:gd name="T12" fmla="*/ 11 w 14"/>
                  <a:gd name="T13" fmla="*/ 6 h 14"/>
                  <a:gd name="T14" fmla="*/ 9 w 14"/>
                  <a:gd name="T15" fmla="*/ 3 h 14"/>
                  <a:gd name="T16" fmla="*/ 6 w 14"/>
                  <a:gd name="T17" fmla="*/ 3 h 14"/>
                  <a:gd name="T18" fmla="*/ 8 w 14"/>
                  <a:gd name="T19" fmla="*/ 14 h 14"/>
                  <a:gd name="T20" fmla="*/ 3 w 14"/>
                  <a:gd name="T21" fmla="*/ 13 h 14"/>
                  <a:gd name="T22" fmla="*/ 0 w 14"/>
                  <a:gd name="T23" fmla="*/ 9 h 14"/>
                  <a:gd name="T24" fmla="*/ 1 w 14"/>
                  <a:gd name="T25" fmla="*/ 4 h 14"/>
                  <a:gd name="T26" fmla="*/ 4 w 14"/>
                  <a:gd name="T27" fmla="*/ 1 h 14"/>
                  <a:gd name="T28" fmla="*/ 6 w 14"/>
                  <a:gd name="T29" fmla="*/ 0 h 14"/>
                  <a:gd name="T30" fmla="*/ 8 w 14"/>
                  <a:gd name="T31" fmla="*/ 0 h 14"/>
                  <a:gd name="T32" fmla="*/ 11 w 14"/>
                  <a:gd name="T33" fmla="*/ 1 h 14"/>
                  <a:gd name="T34" fmla="*/ 14 w 14"/>
                  <a:gd name="T35" fmla="*/ 5 h 14"/>
                  <a:gd name="T36" fmla="*/ 13 w 14"/>
                  <a:gd name="T37" fmla="*/ 11 h 14"/>
                  <a:gd name="T38" fmla="*/ 8 w 14"/>
                  <a:gd name="T39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4" h="14">
                    <a:moveTo>
                      <a:pt x="6" y="3"/>
                    </a:move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3" y="8"/>
                      <a:pt x="3" y="9"/>
                    </a:cubicBezTo>
                    <a:cubicBezTo>
                      <a:pt x="3" y="10"/>
                      <a:pt x="4" y="11"/>
                      <a:pt x="5" y="11"/>
                    </a:cubicBezTo>
                    <a:cubicBezTo>
                      <a:pt x="5" y="12"/>
                      <a:pt x="6" y="12"/>
                      <a:pt x="7" y="11"/>
                    </a:cubicBezTo>
                    <a:cubicBezTo>
                      <a:pt x="8" y="11"/>
                      <a:pt x="9" y="10"/>
                      <a:pt x="10" y="9"/>
                    </a:cubicBezTo>
                    <a:cubicBezTo>
                      <a:pt x="11" y="8"/>
                      <a:pt x="11" y="7"/>
                      <a:pt x="11" y="6"/>
                    </a:cubicBezTo>
                    <a:cubicBezTo>
                      <a:pt x="11" y="5"/>
                      <a:pt x="10" y="4"/>
                      <a:pt x="9" y="3"/>
                    </a:cubicBezTo>
                    <a:cubicBezTo>
                      <a:pt x="8" y="3"/>
                      <a:pt x="7" y="2"/>
                      <a:pt x="6" y="3"/>
                    </a:cubicBezTo>
                    <a:close/>
                    <a:moveTo>
                      <a:pt x="8" y="14"/>
                    </a:moveTo>
                    <a:cubicBezTo>
                      <a:pt x="7" y="14"/>
                      <a:pt x="5" y="14"/>
                      <a:pt x="3" y="13"/>
                    </a:cubicBezTo>
                    <a:cubicBezTo>
                      <a:pt x="2" y="12"/>
                      <a:pt x="1" y="11"/>
                      <a:pt x="0" y="9"/>
                    </a:cubicBezTo>
                    <a:cubicBezTo>
                      <a:pt x="0" y="7"/>
                      <a:pt x="0" y="6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4" y="1"/>
                      <a:pt x="5" y="0"/>
                      <a:pt x="6" y="0"/>
                    </a:cubicBezTo>
                    <a:cubicBezTo>
                      <a:pt x="6" y="0"/>
                      <a:pt x="7" y="0"/>
                      <a:pt x="8" y="0"/>
                    </a:cubicBezTo>
                    <a:cubicBezTo>
                      <a:pt x="9" y="0"/>
                      <a:pt x="10" y="1"/>
                      <a:pt x="11" y="1"/>
                    </a:cubicBezTo>
                    <a:cubicBezTo>
                      <a:pt x="12" y="2"/>
                      <a:pt x="13" y="4"/>
                      <a:pt x="14" y="5"/>
                    </a:cubicBezTo>
                    <a:cubicBezTo>
                      <a:pt x="14" y="7"/>
                      <a:pt x="14" y="9"/>
                      <a:pt x="13" y="11"/>
                    </a:cubicBezTo>
                    <a:cubicBezTo>
                      <a:pt x="11" y="12"/>
                      <a:pt x="10" y="13"/>
                      <a:pt x="8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ïSḻíḑe">
                <a:extLst>
                  <a:ext uri="{FF2B5EF4-FFF2-40B4-BE49-F238E27FC236}">
                    <a16:creationId xmlns:a16="http://schemas.microsoft.com/office/drawing/2014/main" id="{114C71F0-2E10-432B-8F4E-F9A3621ACE3A}"/>
                  </a:ext>
                </a:extLst>
              </p:cNvPr>
              <p:cNvSpPr/>
              <p:nvPr/>
            </p:nvSpPr>
            <p:spPr bwMode="auto">
              <a:xfrm>
                <a:off x="4948238" y="3638551"/>
                <a:ext cx="50800" cy="50800"/>
              </a:xfrm>
              <a:custGeom>
                <a:avLst/>
                <a:gdLst>
                  <a:gd name="T0" fmla="*/ 9 w 15"/>
                  <a:gd name="T1" fmla="*/ 3 h 15"/>
                  <a:gd name="T2" fmla="*/ 3 w 15"/>
                  <a:gd name="T3" fmla="*/ 10 h 15"/>
                  <a:gd name="T4" fmla="*/ 5 w 15"/>
                  <a:gd name="T5" fmla="*/ 11 h 15"/>
                  <a:gd name="T6" fmla="*/ 6 w 15"/>
                  <a:gd name="T7" fmla="*/ 12 h 15"/>
                  <a:gd name="T8" fmla="*/ 7 w 15"/>
                  <a:gd name="T9" fmla="*/ 13 h 15"/>
                  <a:gd name="T10" fmla="*/ 9 w 15"/>
                  <a:gd name="T11" fmla="*/ 12 h 15"/>
                  <a:gd name="T12" fmla="*/ 11 w 15"/>
                  <a:gd name="T13" fmla="*/ 10 h 15"/>
                  <a:gd name="T14" fmla="*/ 12 w 15"/>
                  <a:gd name="T15" fmla="*/ 8 h 15"/>
                  <a:gd name="T16" fmla="*/ 12 w 15"/>
                  <a:gd name="T17" fmla="*/ 7 h 15"/>
                  <a:gd name="T18" fmla="*/ 12 w 15"/>
                  <a:gd name="T19" fmla="*/ 6 h 15"/>
                  <a:gd name="T20" fmla="*/ 10 w 15"/>
                  <a:gd name="T21" fmla="*/ 4 h 15"/>
                  <a:gd name="T22" fmla="*/ 9 w 15"/>
                  <a:gd name="T23" fmla="*/ 3 h 15"/>
                  <a:gd name="T24" fmla="*/ 11 w 15"/>
                  <a:gd name="T25" fmla="*/ 14 h 15"/>
                  <a:gd name="T26" fmla="*/ 8 w 15"/>
                  <a:gd name="T27" fmla="*/ 15 h 15"/>
                  <a:gd name="T28" fmla="*/ 6 w 15"/>
                  <a:gd name="T29" fmla="*/ 15 h 15"/>
                  <a:gd name="T30" fmla="*/ 4 w 15"/>
                  <a:gd name="T31" fmla="*/ 13 h 15"/>
                  <a:gd name="T32" fmla="*/ 0 w 15"/>
                  <a:gd name="T33" fmla="*/ 10 h 15"/>
                  <a:gd name="T34" fmla="*/ 9 w 15"/>
                  <a:gd name="T35" fmla="*/ 0 h 15"/>
                  <a:gd name="T36" fmla="*/ 12 w 15"/>
                  <a:gd name="T37" fmla="*/ 3 h 15"/>
                  <a:gd name="T38" fmla="*/ 14 w 15"/>
                  <a:gd name="T39" fmla="*/ 5 h 15"/>
                  <a:gd name="T40" fmla="*/ 15 w 15"/>
                  <a:gd name="T41" fmla="*/ 7 h 15"/>
                  <a:gd name="T42" fmla="*/ 14 w 15"/>
                  <a:gd name="T43" fmla="*/ 10 h 15"/>
                  <a:gd name="T44" fmla="*/ 13 w 15"/>
                  <a:gd name="T45" fmla="*/ 12 h 15"/>
                  <a:gd name="T46" fmla="*/ 11 w 15"/>
                  <a:gd name="T47" fmla="*/ 14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5" h="15">
                    <a:moveTo>
                      <a:pt x="9" y="3"/>
                    </a:moveTo>
                    <a:cubicBezTo>
                      <a:pt x="3" y="10"/>
                      <a:pt x="3" y="10"/>
                      <a:pt x="3" y="10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5" y="12"/>
                      <a:pt x="6" y="12"/>
                      <a:pt x="6" y="12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3"/>
                      <a:pt x="8" y="13"/>
                      <a:pt x="9" y="12"/>
                    </a:cubicBezTo>
                    <a:cubicBezTo>
                      <a:pt x="9" y="12"/>
                      <a:pt x="10" y="11"/>
                      <a:pt x="11" y="10"/>
                    </a:cubicBezTo>
                    <a:cubicBezTo>
                      <a:pt x="11" y="10"/>
                      <a:pt x="12" y="9"/>
                      <a:pt x="12" y="8"/>
                    </a:cubicBezTo>
                    <a:cubicBezTo>
                      <a:pt x="12" y="8"/>
                      <a:pt x="12" y="7"/>
                      <a:pt x="12" y="7"/>
                    </a:cubicBezTo>
                    <a:cubicBezTo>
                      <a:pt x="12" y="7"/>
                      <a:pt x="12" y="6"/>
                      <a:pt x="12" y="6"/>
                    </a:cubicBezTo>
                    <a:cubicBezTo>
                      <a:pt x="11" y="5"/>
                      <a:pt x="11" y="5"/>
                      <a:pt x="10" y="4"/>
                    </a:cubicBezTo>
                    <a:cubicBezTo>
                      <a:pt x="9" y="3"/>
                      <a:pt x="9" y="3"/>
                      <a:pt x="9" y="3"/>
                    </a:cubicBezTo>
                    <a:close/>
                    <a:moveTo>
                      <a:pt x="11" y="14"/>
                    </a:moveTo>
                    <a:cubicBezTo>
                      <a:pt x="10" y="15"/>
                      <a:pt x="9" y="15"/>
                      <a:pt x="8" y="15"/>
                    </a:cubicBezTo>
                    <a:cubicBezTo>
                      <a:pt x="7" y="15"/>
                      <a:pt x="7" y="15"/>
                      <a:pt x="6" y="15"/>
                    </a:cubicBezTo>
                    <a:cubicBezTo>
                      <a:pt x="5" y="14"/>
                      <a:pt x="4" y="14"/>
                      <a:pt x="4" y="13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3" y="4"/>
                      <a:pt x="14" y="4"/>
                      <a:pt x="14" y="5"/>
                    </a:cubicBezTo>
                    <a:cubicBezTo>
                      <a:pt x="15" y="6"/>
                      <a:pt x="15" y="6"/>
                      <a:pt x="15" y="7"/>
                    </a:cubicBezTo>
                    <a:cubicBezTo>
                      <a:pt x="15" y="8"/>
                      <a:pt x="15" y="9"/>
                      <a:pt x="14" y="10"/>
                    </a:cubicBezTo>
                    <a:cubicBezTo>
                      <a:pt x="14" y="10"/>
                      <a:pt x="14" y="11"/>
                      <a:pt x="13" y="12"/>
                    </a:cubicBezTo>
                    <a:cubicBezTo>
                      <a:pt x="12" y="13"/>
                      <a:pt x="11" y="14"/>
                      <a:pt x="11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1" name="ïsľíḋè">
                <a:extLst>
                  <a:ext uri="{FF2B5EF4-FFF2-40B4-BE49-F238E27FC236}">
                    <a16:creationId xmlns:a16="http://schemas.microsoft.com/office/drawing/2014/main" id="{91F4A257-2A0F-4CD8-915C-0D17C78D509D}"/>
                  </a:ext>
                </a:extLst>
              </p:cNvPr>
              <p:cNvSpPr/>
              <p:nvPr/>
            </p:nvSpPr>
            <p:spPr bwMode="auto">
              <a:xfrm>
                <a:off x="4913313" y="3605213"/>
                <a:ext cx="58738" cy="57150"/>
              </a:xfrm>
              <a:custGeom>
                <a:avLst/>
                <a:gdLst>
                  <a:gd name="T0" fmla="*/ 37 w 37"/>
                  <a:gd name="T1" fmla="*/ 17 h 36"/>
                  <a:gd name="T2" fmla="*/ 14 w 37"/>
                  <a:gd name="T3" fmla="*/ 36 h 36"/>
                  <a:gd name="T4" fmla="*/ 10 w 37"/>
                  <a:gd name="T5" fmla="*/ 32 h 36"/>
                  <a:gd name="T6" fmla="*/ 18 w 37"/>
                  <a:gd name="T7" fmla="*/ 11 h 36"/>
                  <a:gd name="T8" fmla="*/ 4 w 37"/>
                  <a:gd name="T9" fmla="*/ 21 h 36"/>
                  <a:gd name="T10" fmla="*/ 0 w 37"/>
                  <a:gd name="T11" fmla="*/ 19 h 36"/>
                  <a:gd name="T12" fmla="*/ 20 w 37"/>
                  <a:gd name="T13" fmla="*/ 0 h 36"/>
                  <a:gd name="T14" fmla="*/ 25 w 37"/>
                  <a:gd name="T15" fmla="*/ 5 h 36"/>
                  <a:gd name="T16" fmla="*/ 18 w 37"/>
                  <a:gd name="T17" fmla="*/ 26 h 36"/>
                  <a:gd name="T18" fmla="*/ 33 w 37"/>
                  <a:gd name="T19" fmla="*/ 13 h 36"/>
                  <a:gd name="T20" fmla="*/ 37 w 37"/>
                  <a:gd name="T21" fmla="*/ 1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7" h="36">
                    <a:moveTo>
                      <a:pt x="37" y="17"/>
                    </a:moveTo>
                    <a:lnTo>
                      <a:pt x="14" y="36"/>
                    </a:lnTo>
                    <a:lnTo>
                      <a:pt x="10" y="32"/>
                    </a:lnTo>
                    <a:lnTo>
                      <a:pt x="18" y="11"/>
                    </a:lnTo>
                    <a:lnTo>
                      <a:pt x="4" y="21"/>
                    </a:lnTo>
                    <a:lnTo>
                      <a:pt x="0" y="19"/>
                    </a:lnTo>
                    <a:lnTo>
                      <a:pt x="20" y="0"/>
                    </a:lnTo>
                    <a:lnTo>
                      <a:pt x="25" y="5"/>
                    </a:lnTo>
                    <a:lnTo>
                      <a:pt x="18" y="26"/>
                    </a:lnTo>
                    <a:lnTo>
                      <a:pt x="33" y="13"/>
                    </a:lnTo>
                    <a:lnTo>
                      <a:pt x="37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2" name="iśļídé">
                <a:extLst>
                  <a:ext uri="{FF2B5EF4-FFF2-40B4-BE49-F238E27FC236}">
                    <a16:creationId xmlns:a16="http://schemas.microsoft.com/office/drawing/2014/main" id="{10EE661D-0A71-4477-BCFC-A73FF2DB2545}"/>
                  </a:ext>
                </a:extLst>
              </p:cNvPr>
              <p:cNvSpPr/>
              <p:nvPr/>
            </p:nvSpPr>
            <p:spPr bwMode="auto">
              <a:xfrm>
                <a:off x="4883150" y="3579813"/>
                <a:ext cx="52388" cy="46038"/>
              </a:xfrm>
              <a:custGeom>
                <a:avLst/>
                <a:gdLst>
                  <a:gd name="T0" fmla="*/ 0 w 33"/>
                  <a:gd name="T1" fmla="*/ 4 h 29"/>
                  <a:gd name="T2" fmla="*/ 31 w 33"/>
                  <a:gd name="T3" fmla="*/ 0 h 29"/>
                  <a:gd name="T4" fmla="*/ 33 w 33"/>
                  <a:gd name="T5" fmla="*/ 4 h 29"/>
                  <a:gd name="T6" fmla="*/ 14 w 33"/>
                  <a:gd name="T7" fmla="*/ 29 h 29"/>
                  <a:gd name="T8" fmla="*/ 10 w 33"/>
                  <a:gd name="T9" fmla="*/ 23 h 29"/>
                  <a:gd name="T10" fmla="*/ 16 w 33"/>
                  <a:gd name="T11" fmla="*/ 16 h 29"/>
                  <a:gd name="T12" fmla="*/ 10 w 33"/>
                  <a:gd name="T13" fmla="*/ 8 h 29"/>
                  <a:gd name="T14" fmla="*/ 4 w 33"/>
                  <a:gd name="T15" fmla="*/ 8 h 29"/>
                  <a:gd name="T16" fmla="*/ 0 w 33"/>
                  <a:gd name="T17" fmla="*/ 4 h 29"/>
                  <a:gd name="T18" fmla="*/ 0 w 33"/>
                  <a:gd name="T19" fmla="*/ 4 h 29"/>
                  <a:gd name="T20" fmla="*/ 19 w 33"/>
                  <a:gd name="T21" fmla="*/ 14 h 29"/>
                  <a:gd name="T22" fmla="*/ 27 w 33"/>
                  <a:gd name="T23" fmla="*/ 4 h 29"/>
                  <a:gd name="T24" fmla="*/ 14 w 33"/>
                  <a:gd name="T25" fmla="*/ 6 h 29"/>
                  <a:gd name="T26" fmla="*/ 19 w 33"/>
                  <a:gd name="T27" fmla="*/ 14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3" h="29">
                    <a:moveTo>
                      <a:pt x="0" y="4"/>
                    </a:moveTo>
                    <a:lnTo>
                      <a:pt x="31" y="0"/>
                    </a:lnTo>
                    <a:lnTo>
                      <a:pt x="33" y="4"/>
                    </a:lnTo>
                    <a:lnTo>
                      <a:pt x="14" y="29"/>
                    </a:lnTo>
                    <a:lnTo>
                      <a:pt x="10" y="23"/>
                    </a:lnTo>
                    <a:lnTo>
                      <a:pt x="16" y="16"/>
                    </a:lnTo>
                    <a:lnTo>
                      <a:pt x="10" y="8"/>
                    </a:lnTo>
                    <a:lnTo>
                      <a:pt x="4" y="8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  <a:moveTo>
                      <a:pt x="19" y="14"/>
                    </a:moveTo>
                    <a:lnTo>
                      <a:pt x="27" y="4"/>
                    </a:lnTo>
                    <a:lnTo>
                      <a:pt x="14" y="6"/>
                    </a:lnTo>
                    <a:lnTo>
                      <a:pt x="19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3" name="iṥlïḑé">
                <a:extLst>
                  <a:ext uri="{FF2B5EF4-FFF2-40B4-BE49-F238E27FC236}">
                    <a16:creationId xmlns:a16="http://schemas.microsoft.com/office/drawing/2014/main" id="{64D7C10C-C1B1-44FA-BB1E-78E008BACE0B}"/>
                  </a:ext>
                </a:extLst>
              </p:cNvPr>
              <p:cNvSpPr/>
              <p:nvPr/>
            </p:nvSpPr>
            <p:spPr bwMode="auto">
              <a:xfrm>
                <a:off x="4865688" y="3525838"/>
                <a:ext cx="53975" cy="49213"/>
              </a:xfrm>
              <a:custGeom>
                <a:avLst/>
                <a:gdLst>
                  <a:gd name="T0" fmla="*/ 15 w 34"/>
                  <a:gd name="T1" fmla="*/ 10 h 31"/>
                  <a:gd name="T2" fmla="*/ 2 w 34"/>
                  <a:gd name="T3" fmla="*/ 15 h 31"/>
                  <a:gd name="T4" fmla="*/ 0 w 34"/>
                  <a:gd name="T5" fmla="*/ 8 h 31"/>
                  <a:gd name="T6" fmla="*/ 27 w 34"/>
                  <a:gd name="T7" fmla="*/ 0 h 31"/>
                  <a:gd name="T8" fmla="*/ 30 w 34"/>
                  <a:gd name="T9" fmla="*/ 4 h 31"/>
                  <a:gd name="T10" fmla="*/ 19 w 34"/>
                  <a:gd name="T11" fmla="*/ 8 h 31"/>
                  <a:gd name="T12" fmla="*/ 21 w 34"/>
                  <a:gd name="T13" fmla="*/ 19 h 31"/>
                  <a:gd name="T14" fmla="*/ 34 w 34"/>
                  <a:gd name="T15" fmla="*/ 15 h 31"/>
                  <a:gd name="T16" fmla="*/ 34 w 34"/>
                  <a:gd name="T17" fmla="*/ 21 h 31"/>
                  <a:gd name="T18" fmla="*/ 9 w 34"/>
                  <a:gd name="T19" fmla="*/ 31 h 31"/>
                  <a:gd name="T20" fmla="*/ 7 w 34"/>
                  <a:gd name="T21" fmla="*/ 25 h 31"/>
                  <a:gd name="T22" fmla="*/ 17 w 34"/>
                  <a:gd name="T23" fmla="*/ 21 h 31"/>
                  <a:gd name="T24" fmla="*/ 15 w 34"/>
                  <a:gd name="T25" fmla="*/ 1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4" h="31">
                    <a:moveTo>
                      <a:pt x="15" y="10"/>
                    </a:moveTo>
                    <a:lnTo>
                      <a:pt x="2" y="15"/>
                    </a:lnTo>
                    <a:lnTo>
                      <a:pt x="0" y="8"/>
                    </a:lnTo>
                    <a:lnTo>
                      <a:pt x="27" y="0"/>
                    </a:lnTo>
                    <a:lnTo>
                      <a:pt x="30" y="4"/>
                    </a:lnTo>
                    <a:lnTo>
                      <a:pt x="19" y="8"/>
                    </a:lnTo>
                    <a:lnTo>
                      <a:pt x="21" y="19"/>
                    </a:lnTo>
                    <a:lnTo>
                      <a:pt x="34" y="15"/>
                    </a:lnTo>
                    <a:lnTo>
                      <a:pt x="34" y="21"/>
                    </a:lnTo>
                    <a:lnTo>
                      <a:pt x="9" y="31"/>
                    </a:lnTo>
                    <a:lnTo>
                      <a:pt x="7" y="25"/>
                    </a:lnTo>
                    <a:lnTo>
                      <a:pt x="17" y="21"/>
                    </a:lnTo>
                    <a:lnTo>
                      <a:pt x="15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4" name="îṧḷiḑé">
                <a:extLst>
                  <a:ext uri="{FF2B5EF4-FFF2-40B4-BE49-F238E27FC236}">
                    <a16:creationId xmlns:a16="http://schemas.microsoft.com/office/drawing/2014/main" id="{7539DE5E-FC79-4564-BE36-C204A33D1E11}"/>
                  </a:ext>
                </a:extLst>
              </p:cNvPr>
              <p:cNvSpPr/>
              <p:nvPr/>
            </p:nvSpPr>
            <p:spPr bwMode="auto">
              <a:xfrm>
                <a:off x="4856163" y="3486151"/>
                <a:ext cx="49213" cy="39688"/>
              </a:xfrm>
              <a:custGeom>
                <a:avLst/>
                <a:gdLst>
                  <a:gd name="T0" fmla="*/ 4 w 15"/>
                  <a:gd name="T1" fmla="*/ 1 h 12"/>
                  <a:gd name="T2" fmla="*/ 5 w 15"/>
                  <a:gd name="T3" fmla="*/ 3 h 12"/>
                  <a:gd name="T4" fmla="*/ 3 w 15"/>
                  <a:gd name="T5" fmla="*/ 4 h 12"/>
                  <a:gd name="T6" fmla="*/ 3 w 15"/>
                  <a:gd name="T7" fmla="*/ 6 h 12"/>
                  <a:gd name="T8" fmla="*/ 4 w 15"/>
                  <a:gd name="T9" fmla="*/ 8 h 12"/>
                  <a:gd name="T10" fmla="*/ 5 w 15"/>
                  <a:gd name="T11" fmla="*/ 9 h 12"/>
                  <a:gd name="T12" fmla="*/ 6 w 15"/>
                  <a:gd name="T13" fmla="*/ 8 h 12"/>
                  <a:gd name="T14" fmla="*/ 6 w 15"/>
                  <a:gd name="T15" fmla="*/ 7 h 12"/>
                  <a:gd name="T16" fmla="*/ 6 w 15"/>
                  <a:gd name="T17" fmla="*/ 5 h 12"/>
                  <a:gd name="T18" fmla="*/ 7 w 15"/>
                  <a:gd name="T19" fmla="*/ 2 h 12"/>
                  <a:gd name="T20" fmla="*/ 10 w 15"/>
                  <a:gd name="T21" fmla="*/ 0 h 12"/>
                  <a:gd name="T22" fmla="*/ 12 w 15"/>
                  <a:gd name="T23" fmla="*/ 0 h 12"/>
                  <a:gd name="T24" fmla="*/ 13 w 15"/>
                  <a:gd name="T25" fmla="*/ 2 h 12"/>
                  <a:gd name="T26" fmla="*/ 14 w 15"/>
                  <a:gd name="T27" fmla="*/ 4 h 12"/>
                  <a:gd name="T28" fmla="*/ 14 w 15"/>
                  <a:gd name="T29" fmla="*/ 8 h 12"/>
                  <a:gd name="T30" fmla="*/ 11 w 15"/>
                  <a:gd name="T31" fmla="*/ 10 h 12"/>
                  <a:gd name="T32" fmla="*/ 11 w 15"/>
                  <a:gd name="T33" fmla="*/ 7 h 12"/>
                  <a:gd name="T34" fmla="*/ 12 w 15"/>
                  <a:gd name="T35" fmla="*/ 6 h 12"/>
                  <a:gd name="T36" fmla="*/ 12 w 15"/>
                  <a:gd name="T37" fmla="*/ 5 h 12"/>
                  <a:gd name="T38" fmla="*/ 11 w 15"/>
                  <a:gd name="T39" fmla="*/ 3 h 12"/>
                  <a:gd name="T40" fmla="*/ 10 w 15"/>
                  <a:gd name="T41" fmla="*/ 3 h 12"/>
                  <a:gd name="T42" fmla="*/ 10 w 15"/>
                  <a:gd name="T43" fmla="*/ 3 h 12"/>
                  <a:gd name="T44" fmla="*/ 9 w 15"/>
                  <a:gd name="T45" fmla="*/ 6 h 12"/>
                  <a:gd name="T46" fmla="*/ 9 w 15"/>
                  <a:gd name="T47" fmla="*/ 9 h 12"/>
                  <a:gd name="T48" fmla="*/ 8 w 15"/>
                  <a:gd name="T49" fmla="*/ 10 h 12"/>
                  <a:gd name="T50" fmla="*/ 6 w 15"/>
                  <a:gd name="T51" fmla="*/ 11 h 12"/>
                  <a:gd name="T52" fmla="*/ 3 w 15"/>
                  <a:gd name="T53" fmla="*/ 11 h 12"/>
                  <a:gd name="T54" fmla="*/ 1 w 15"/>
                  <a:gd name="T55" fmla="*/ 10 h 12"/>
                  <a:gd name="T56" fmla="*/ 0 w 15"/>
                  <a:gd name="T57" fmla="*/ 7 h 12"/>
                  <a:gd name="T58" fmla="*/ 1 w 15"/>
                  <a:gd name="T59" fmla="*/ 3 h 12"/>
                  <a:gd name="T60" fmla="*/ 4 w 15"/>
                  <a:gd name="T61" fmla="*/ 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" h="12">
                    <a:moveTo>
                      <a:pt x="4" y="1"/>
                    </a:moveTo>
                    <a:cubicBezTo>
                      <a:pt x="5" y="3"/>
                      <a:pt x="5" y="3"/>
                      <a:pt x="5" y="3"/>
                    </a:cubicBezTo>
                    <a:cubicBezTo>
                      <a:pt x="4" y="3"/>
                      <a:pt x="3" y="4"/>
                      <a:pt x="3" y="4"/>
                    </a:cubicBezTo>
                    <a:cubicBezTo>
                      <a:pt x="3" y="5"/>
                      <a:pt x="3" y="6"/>
                      <a:pt x="3" y="6"/>
                    </a:cubicBezTo>
                    <a:cubicBezTo>
                      <a:pt x="3" y="7"/>
                      <a:pt x="3" y="8"/>
                      <a:pt x="4" y="8"/>
                    </a:cubicBezTo>
                    <a:cubicBezTo>
                      <a:pt x="4" y="9"/>
                      <a:pt x="5" y="9"/>
                      <a:pt x="5" y="9"/>
                    </a:cubicBezTo>
                    <a:cubicBezTo>
                      <a:pt x="5" y="9"/>
                      <a:pt x="6" y="8"/>
                      <a:pt x="6" y="8"/>
                    </a:cubicBezTo>
                    <a:cubicBezTo>
                      <a:pt x="6" y="8"/>
                      <a:pt x="6" y="8"/>
                      <a:pt x="6" y="7"/>
                    </a:cubicBezTo>
                    <a:cubicBezTo>
                      <a:pt x="6" y="7"/>
                      <a:pt x="6" y="6"/>
                      <a:pt x="6" y="5"/>
                    </a:cubicBezTo>
                    <a:cubicBezTo>
                      <a:pt x="7" y="3"/>
                      <a:pt x="7" y="2"/>
                      <a:pt x="7" y="2"/>
                    </a:cubicBezTo>
                    <a:cubicBezTo>
                      <a:pt x="8" y="1"/>
                      <a:pt x="9" y="0"/>
                      <a:pt x="10" y="0"/>
                    </a:cubicBezTo>
                    <a:cubicBezTo>
                      <a:pt x="10" y="0"/>
                      <a:pt x="11" y="0"/>
                      <a:pt x="12" y="0"/>
                    </a:cubicBezTo>
                    <a:cubicBezTo>
                      <a:pt x="12" y="1"/>
                      <a:pt x="13" y="1"/>
                      <a:pt x="13" y="2"/>
                    </a:cubicBezTo>
                    <a:cubicBezTo>
                      <a:pt x="14" y="2"/>
                      <a:pt x="14" y="3"/>
                      <a:pt x="14" y="4"/>
                    </a:cubicBezTo>
                    <a:cubicBezTo>
                      <a:pt x="15" y="6"/>
                      <a:pt x="14" y="7"/>
                      <a:pt x="14" y="8"/>
                    </a:cubicBezTo>
                    <a:cubicBezTo>
                      <a:pt x="13" y="9"/>
                      <a:pt x="12" y="10"/>
                      <a:pt x="11" y="10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1" y="7"/>
                      <a:pt x="12" y="7"/>
                      <a:pt x="12" y="6"/>
                    </a:cubicBezTo>
                    <a:cubicBezTo>
                      <a:pt x="12" y="6"/>
                      <a:pt x="12" y="5"/>
                      <a:pt x="12" y="5"/>
                    </a:cubicBezTo>
                    <a:cubicBezTo>
                      <a:pt x="12" y="4"/>
                      <a:pt x="12" y="3"/>
                      <a:pt x="11" y="3"/>
                    </a:cubicBezTo>
                    <a:cubicBezTo>
                      <a:pt x="11" y="3"/>
                      <a:pt x="11" y="2"/>
                      <a:pt x="10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9" y="3"/>
                      <a:pt x="9" y="4"/>
                      <a:pt x="9" y="6"/>
                    </a:cubicBezTo>
                    <a:cubicBezTo>
                      <a:pt x="9" y="7"/>
                      <a:pt x="9" y="8"/>
                      <a:pt x="9" y="9"/>
                    </a:cubicBezTo>
                    <a:cubicBezTo>
                      <a:pt x="8" y="9"/>
                      <a:pt x="8" y="10"/>
                      <a:pt x="8" y="10"/>
                    </a:cubicBezTo>
                    <a:cubicBezTo>
                      <a:pt x="7" y="11"/>
                      <a:pt x="6" y="11"/>
                      <a:pt x="6" y="11"/>
                    </a:cubicBezTo>
                    <a:cubicBezTo>
                      <a:pt x="5" y="12"/>
                      <a:pt x="4" y="11"/>
                      <a:pt x="3" y="11"/>
                    </a:cubicBezTo>
                    <a:cubicBezTo>
                      <a:pt x="3" y="11"/>
                      <a:pt x="2" y="10"/>
                      <a:pt x="1" y="10"/>
                    </a:cubicBezTo>
                    <a:cubicBezTo>
                      <a:pt x="1" y="9"/>
                      <a:pt x="1" y="8"/>
                      <a:pt x="0" y="7"/>
                    </a:cubicBezTo>
                    <a:cubicBezTo>
                      <a:pt x="0" y="5"/>
                      <a:pt x="0" y="4"/>
                      <a:pt x="1" y="3"/>
                    </a:cubicBezTo>
                    <a:cubicBezTo>
                      <a:pt x="2" y="2"/>
                      <a:pt x="3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5" name="ïṣḷîďé">
                <a:extLst>
                  <a:ext uri="{FF2B5EF4-FFF2-40B4-BE49-F238E27FC236}">
                    <a16:creationId xmlns:a16="http://schemas.microsoft.com/office/drawing/2014/main" id="{A365E589-706F-4B3F-B387-7E7476A019D5}"/>
                  </a:ext>
                </a:extLst>
              </p:cNvPr>
              <p:cNvSpPr/>
              <p:nvPr/>
            </p:nvSpPr>
            <p:spPr bwMode="auto">
              <a:xfrm>
                <a:off x="4916488" y="3205163"/>
                <a:ext cx="474663" cy="477838"/>
              </a:xfrm>
              <a:custGeom>
                <a:avLst/>
                <a:gdLst>
                  <a:gd name="T0" fmla="*/ 72 w 144"/>
                  <a:gd name="T1" fmla="*/ 143 h 143"/>
                  <a:gd name="T2" fmla="*/ 0 w 144"/>
                  <a:gd name="T3" fmla="*/ 72 h 143"/>
                  <a:gd name="T4" fmla="*/ 72 w 144"/>
                  <a:gd name="T5" fmla="*/ 0 h 143"/>
                  <a:gd name="T6" fmla="*/ 144 w 144"/>
                  <a:gd name="T7" fmla="*/ 72 h 143"/>
                  <a:gd name="T8" fmla="*/ 72 w 144"/>
                  <a:gd name="T9" fmla="*/ 143 h 143"/>
                  <a:gd name="T10" fmla="*/ 3 w 144"/>
                  <a:gd name="T11" fmla="*/ 72 h 143"/>
                  <a:gd name="T12" fmla="*/ 10 w 144"/>
                  <a:gd name="T13" fmla="*/ 102 h 143"/>
                  <a:gd name="T14" fmla="*/ 133 w 144"/>
                  <a:gd name="T15" fmla="*/ 102 h 143"/>
                  <a:gd name="T16" fmla="*/ 141 w 144"/>
                  <a:gd name="T17" fmla="*/ 72 h 143"/>
                  <a:gd name="T18" fmla="*/ 72 w 144"/>
                  <a:gd name="T19" fmla="*/ 3 h 143"/>
                  <a:gd name="T20" fmla="*/ 3 w 144"/>
                  <a:gd name="T21" fmla="*/ 72 h 143"/>
                  <a:gd name="T22" fmla="*/ 132 w 144"/>
                  <a:gd name="T23" fmla="*/ 106 h 143"/>
                  <a:gd name="T24" fmla="*/ 12 w 144"/>
                  <a:gd name="T25" fmla="*/ 106 h 143"/>
                  <a:gd name="T26" fmla="*/ 72 w 144"/>
                  <a:gd name="T27" fmla="*/ 140 h 143"/>
                  <a:gd name="T28" fmla="*/ 132 w 144"/>
                  <a:gd name="T29" fmla="*/ 106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4" h="143">
                    <a:moveTo>
                      <a:pt x="72" y="143"/>
                    </a:moveTo>
                    <a:cubicBezTo>
                      <a:pt x="32" y="143"/>
                      <a:pt x="0" y="111"/>
                      <a:pt x="0" y="72"/>
                    </a:cubicBezTo>
                    <a:cubicBezTo>
                      <a:pt x="0" y="32"/>
                      <a:pt x="32" y="0"/>
                      <a:pt x="72" y="0"/>
                    </a:cubicBezTo>
                    <a:cubicBezTo>
                      <a:pt x="111" y="0"/>
                      <a:pt x="144" y="32"/>
                      <a:pt x="144" y="72"/>
                    </a:cubicBezTo>
                    <a:cubicBezTo>
                      <a:pt x="144" y="111"/>
                      <a:pt x="111" y="143"/>
                      <a:pt x="72" y="143"/>
                    </a:cubicBezTo>
                    <a:close/>
                    <a:moveTo>
                      <a:pt x="3" y="72"/>
                    </a:moveTo>
                    <a:cubicBezTo>
                      <a:pt x="3" y="83"/>
                      <a:pt x="6" y="93"/>
                      <a:pt x="10" y="102"/>
                    </a:cubicBezTo>
                    <a:cubicBezTo>
                      <a:pt x="133" y="102"/>
                      <a:pt x="133" y="102"/>
                      <a:pt x="133" y="102"/>
                    </a:cubicBezTo>
                    <a:cubicBezTo>
                      <a:pt x="138" y="93"/>
                      <a:pt x="141" y="83"/>
                      <a:pt x="141" y="72"/>
                    </a:cubicBezTo>
                    <a:cubicBezTo>
                      <a:pt x="141" y="34"/>
                      <a:pt x="110" y="3"/>
                      <a:pt x="72" y="3"/>
                    </a:cubicBezTo>
                    <a:cubicBezTo>
                      <a:pt x="34" y="3"/>
                      <a:pt x="3" y="34"/>
                      <a:pt x="3" y="72"/>
                    </a:cubicBezTo>
                    <a:close/>
                    <a:moveTo>
                      <a:pt x="132" y="106"/>
                    </a:moveTo>
                    <a:cubicBezTo>
                      <a:pt x="12" y="106"/>
                      <a:pt x="12" y="106"/>
                      <a:pt x="12" y="106"/>
                    </a:cubicBezTo>
                    <a:cubicBezTo>
                      <a:pt x="24" y="126"/>
                      <a:pt x="46" y="140"/>
                      <a:pt x="72" y="140"/>
                    </a:cubicBezTo>
                    <a:cubicBezTo>
                      <a:pt x="97" y="140"/>
                      <a:pt x="120" y="126"/>
                      <a:pt x="132" y="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6" name="iṧḻîďé">
                <a:extLst>
                  <a:ext uri="{FF2B5EF4-FFF2-40B4-BE49-F238E27FC236}">
                    <a16:creationId xmlns:a16="http://schemas.microsoft.com/office/drawing/2014/main" id="{37DC4535-2BA3-49A9-953E-5F1EDD480300}"/>
                  </a:ext>
                </a:extLst>
              </p:cNvPr>
              <p:cNvSpPr/>
              <p:nvPr/>
            </p:nvSpPr>
            <p:spPr bwMode="auto">
              <a:xfrm>
                <a:off x="4948238" y="3235326"/>
                <a:ext cx="411163" cy="306388"/>
              </a:xfrm>
              <a:custGeom>
                <a:avLst/>
                <a:gdLst>
                  <a:gd name="T0" fmla="*/ 114 w 124"/>
                  <a:gd name="T1" fmla="*/ 68 h 92"/>
                  <a:gd name="T2" fmla="*/ 103 w 124"/>
                  <a:gd name="T3" fmla="*/ 62 h 92"/>
                  <a:gd name="T4" fmla="*/ 95 w 124"/>
                  <a:gd name="T5" fmla="*/ 68 h 92"/>
                  <a:gd name="T6" fmla="*/ 83 w 124"/>
                  <a:gd name="T7" fmla="*/ 62 h 92"/>
                  <a:gd name="T8" fmla="*/ 70 w 124"/>
                  <a:gd name="T9" fmla="*/ 81 h 92"/>
                  <a:gd name="T10" fmla="*/ 104 w 124"/>
                  <a:gd name="T11" fmla="*/ 76 h 92"/>
                  <a:gd name="T12" fmla="*/ 124 w 124"/>
                  <a:gd name="T13" fmla="*/ 83 h 92"/>
                  <a:gd name="T14" fmla="*/ 81 w 124"/>
                  <a:gd name="T15" fmla="*/ 84 h 92"/>
                  <a:gd name="T16" fmla="*/ 43 w 124"/>
                  <a:gd name="T17" fmla="*/ 84 h 92"/>
                  <a:gd name="T18" fmla="*/ 0 w 124"/>
                  <a:gd name="T19" fmla="*/ 83 h 92"/>
                  <a:gd name="T20" fmla="*/ 19 w 124"/>
                  <a:gd name="T21" fmla="*/ 76 h 92"/>
                  <a:gd name="T22" fmla="*/ 54 w 124"/>
                  <a:gd name="T23" fmla="*/ 81 h 92"/>
                  <a:gd name="T24" fmla="*/ 53 w 124"/>
                  <a:gd name="T25" fmla="*/ 62 h 92"/>
                  <a:gd name="T26" fmla="*/ 44 w 124"/>
                  <a:gd name="T27" fmla="*/ 55 h 92"/>
                  <a:gd name="T28" fmla="*/ 30 w 124"/>
                  <a:gd name="T29" fmla="*/ 66 h 92"/>
                  <a:gd name="T30" fmla="*/ 24 w 124"/>
                  <a:gd name="T31" fmla="*/ 55 h 92"/>
                  <a:gd name="T32" fmla="*/ 10 w 124"/>
                  <a:gd name="T33" fmla="*/ 66 h 92"/>
                  <a:gd name="T34" fmla="*/ 4 w 124"/>
                  <a:gd name="T35" fmla="*/ 56 h 92"/>
                  <a:gd name="T36" fmla="*/ 20 w 124"/>
                  <a:gd name="T37" fmla="*/ 47 h 92"/>
                  <a:gd name="T38" fmla="*/ 45 w 124"/>
                  <a:gd name="T39" fmla="*/ 35 h 92"/>
                  <a:gd name="T40" fmla="*/ 79 w 124"/>
                  <a:gd name="T41" fmla="*/ 35 h 92"/>
                  <a:gd name="T42" fmla="*/ 107 w 124"/>
                  <a:gd name="T43" fmla="*/ 53 h 92"/>
                  <a:gd name="T44" fmla="*/ 120 w 124"/>
                  <a:gd name="T45" fmla="*/ 62 h 92"/>
                  <a:gd name="T46" fmla="*/ 47 w 124"/>
                  <a:gd name="T47" fmla="*/ 47 h 92"/>
                  <a:gd name="T48" fmla="*/ 60 w 124"/>
                  <a:gd name="T49" fmla="*/ 37 h 92"/>
                  <a:gd name="T50" fmla="*/ 65 w 124"/>
                  <a:gd name="T51" fmla="*/ 48 h 92"/>
                  <a:gd name="T52" fmla="*/ 66 w 124"/>
                  <a:gd name="T53" fmla="*/ 55 h 92"/>
                  <a:gd name="T54" fmla="*/ 62 w 124"/>
                  <a:gd name="T55" fmla="*/ 17 h 92"/>
                  <a:gd name="T56" fmla="*/ 90 w 124"/>
                  <a:gd name="T57" fmla="*/ 35 h 92"/>
                  <a:gd name="T58" fmla="*/ 88 w 124"/>
                  <a:gd name="T59" fmla="*/ 54 h 92"/>
                  <a:gd name="T60" fmla="*/ 90 w 124"/>
                  <a:gd name="T61" fmla="*/ 35 h 92"/>
                  <a:gd name="T62" fmla="*/ 29 w 124"/>
                  <a:gd name="T63" fmla="*/ 47 h 92"/>
                  <a:gd name="T64" fmla="*/ 41 w 124"/>
                  <a:gd name="T65" fmla="*/ 42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24" h="92">
                    <a:moveTo>
                      <a:pt x="112" y="62"/>
                    </a:moveTo>
                    <a:cubicBezTo>
                      <a:pt x="114" y="68"/>
                      <a:pt x="114" y="68"/>
                      <a:pt x="114" y="68"/>
                    </a:cubicBezTo>
                    <a:cubicBezTo>
                      <a:pt x="105" y="68"/>
                      <a:pt x="105" y="68"/>
                      <a:pt x="105" y="68"/>
                    </a:cubicBezTo>
                    <a:cubicBezTo>
                      <a:pt x="103" y="62"/>
                      <a:pt x="103" y="62"/>
                      <a:pt x="103" y="62"/>
                    </a:cubicBezTo>
                    <a:cubicBezTo>
                      <a:pt x="92" y="62"/>
                      <a:pt x="92" y="62"/>
                      <a:pt x="92" y="62"/>
                    </a:cubicBezTo>
                    <a:cubicBezTo>
                      <a:pt x="95" y="68"/>
                      <a:pt x="95" y="68"/>
                      <a:pt x="95" y="68"/>
                    </a:cubicBezTo>
                    <a:cubicBezTo>
                      <a:pt x="86" y="68"/>
                      <a:pt x="86" y="68"/>
                      <a:pt x="86" y="68"/>
                    </a:cubicBezTo>
                    <a:cubicBezTo>
                      <a:pt x="83" y="62"/>
                      <a:pt x="83" y="62"/>
                      <a:pt x="83" y="62"/>
                    </a:cubicBezTo>
                    <a:cubicBezTo>
                      <a:pt x="67" y="62"/>
                      <a:pt x="67" y="62"/>
                      <a:pt x="67" y="62"/>
                    </a:cubicBezTo>
                    <a:cubicBezTo>
                      <a:pt x="70" y="81"/>
                      <a:pt x="70" y="81"/>
                      <a:pt x="70" y="81"/>
                    </a:cubicBezTo>
                    <a:cubicBezTo>
                      <a:pt x="70" y="81"/>
                      <a:pt x="73" y="83"/>
                      <a:pt x="81" y="77"/>
                    </a:cubicBezTo>
                    <a:cubicBezTo>
                      <a:pt x="81" y="77"/>
                      <a:pt x="92" y="88"/>
                      <a:pt x="104" y="76"/>
                    </a:cubicBezTo>
                    <a:cubicBezTo>
                      <a:pt x="104" y="76"/>
                      <a:pt x="112" y="85"/>
                      <a:pt x="122" y="77"/>
                    </a:cubicBezTo>
                    <a:cubicBezTo>
                      <a:pt x="124" y="83"/>
                      <a:pt x="124" y="83"/>
                      <a:pt x="124" y="83"/>
                    </a:cubicBezTo>
                    <a:cubicBezTo>
                      <a:pt x="124" y="83"/>
                      <a:pt x="115" y="90"/>
                      <a:pt x="104" y="84"/>
                    </a:cubicBezTo>
                    <a:cubicBezTo>
                      <a:pt x="104" y="84"/>
                      <a:pt x="92" y="92"/>
                      <a:pt x="81" y="84"/>
                    </a:cubicBezTo>
                    <a:cubicBezTo>
                      <a:pt x="81" y="84"/>
                      <a:pt x="70" y="92"/>
                      <a:pt x="62" y="84"/>
                    </a:cubicBezTo>
                    <a:cubicBezTo>
                      <a:pt x="62" y="84"/>
                      <a:pt x="56" y="92"/>
                      <a:pt x="43" y="84"/>
                    </a:cubicBezTo>
                    <a:cubicBezTo>
                      <a:pt x="43" y="84"/>
                      <a:pt x="33" y="92"/>
                      <a:pt x="19" y="83"/>
                    </a:cubicBezTo>
                    <a:cubicBezTo>
                      <a:pt x="19" y="83"/>
                      <a:pt x="10" y="90"/>
                      <a:pt x="0" y="83"/>
                    </a:cubicBezTo>
                    <a:cubicBezTo>
                      <a:pt x="2" y="78"/>
                      <a:pt x="2" y="78"/>
                      <a:pt x="2" y="78"/>
                    </a:cubicBezTo>
                    <a:cubicBezTo>
                      <a:pt x="2" y="78"/>
                      <a:pt x="11" y="85"/>
                      <a:pt x="19" y="76"/>
                    </a:cubicBezTo>
                    <a:cubicBezTo>
                      <a:pt x="19" y="76"/>
                      <a:pt x="30" y="88"/>
                      <a:pt x="43" y="77"/>
                    </a:cubicBezTo>
                    <a:cubicBezTo>
                      <a:pt x="43" y="77"/>
                      <a:pt x="50" y="82"/>
                      <a:pt x="54" y="81"/>
                    </a:cubicBezTo>
                    <a:cubicBezTo>
                      <a:pt x="57" y="62"/>
                      <a:pt x="57" y="62"/>
                      <a:pt x="57" y="62"/>
                    </a:cubicBezTo>
                    <a:cubicBezTo>
                      <a:pt x="53" y="62"/>
                      <a:pt x="53" y="62"/>
                      <a:pt x="53" y="62"/>
                    </a:cubicBezTo>
                    <a:cubicBezTo>
                      <a:pt x="58" y="55"/>
                      <a:pt x="58" y="55"/>
                      <a:pt x="58" y="55"/>
                    </a:cubicBezTo>
                    <a:cubicBezTo>
                      <a:pt x="44" y="55"/>
                      <a:pt x="44" y="55"/>
                      <a:pt x="44" y="55"/>
                    </a:cubicBezTo>
                    <a:cubicBezTo>
                      <a:pt x="39" y="66"/>
                      <a:pt x="39" y="66"/>
                      <a:pt x="39" y="66"/>
                    </a:cubicBezTo>
                    <a:cubicBezTo>
                      <a:pt x="30" y="66"/>
                      <a:pt x="30" y="66"/>
                      <a:pt x="30" y="66"/>
                    </a:cubicBezTo>
                    <a:cubicBezTo>
                      <a:pt x="35" y="55"/>
                      <a:pt x="35" y="55"/>
                      <a:pt x="35" y="55"/>
                    </a:cubicBezTo>
                    <a:cubicBezTo>
                      <a:pt x="24" y="55"/>
                      <a:pt x="24" y="55"/>
                      <a:pt x="24" y="55"/>
                    </a:cubicBezTo>
                    <a:cubicBezTo>
                      <a:pt x="19" y="66"/>
                      <a:pt x="19" y="66"/>
                      <a:pt x="19" y="66"/>
                    </a:cubicBezTo>
                    <a:cubicBezTo>
                      <a:pt x="10" y="66"/>
                      <a:pt x="10" y="66"/>
                      <a:pt x="10" y="66"/>
                    </a:cubicBezTo>
                    <a:cubicBezTo>
                      <a:pt x="15" y="55"/>
                      <a:pt x="15" y="55"/>
                      <a:pt x="15" y="55"/>
                    </a:cubicBezTo>
                    <a:cubicBezTo>
                      <a:pt x="4" y="56"/>
                      <a:pt x="4" y="56"/>
                      <a:pt x="4" y="5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20" y="47"/>
                      <a:pt x="20" y="47"/>
                      <a:pt x="20" y="47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45" y="35"/>
                      <a:pt x="45" y="35"/>
                      <a:pt x="45" y="35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79" y="35"/>
                      <a:pt x="79" y="35"/>
                      <a:pt x="79" y="35"/>
                    </a:cubicBezTo>
                    <a:cubicBezTo>
                      <a:pt x="92" y="22"/>
                      <a:pt x="92" y="22"/>
                      <a:pt x="92" y="22"/>
                    </a:cubicBezTo>
                    <a:cubicBezTo>
                      <a:pt x="107" y="53"/>
                      <a:pt x="107" y="53"/>
                      <a:pt x="107" y="53"/>
                    </a:cubicBezTo>
                    <a:cubicBezTo>
                      <a:pt x="120" y="53"/>
                      <a:pt x="120" y="53"/>
                      <a:pt x="120" y="53"/>
                    </a:cubicBezTo>
                    <a:cubicBezTo>
                      <a:pt x="120" y="62"/>
                      <a:pt x="120" y="62"/>
                      <a:pt x="120" y="62"/>
                    </a:cubicBezTo>
                    <a:cubicBezTo>
                      <a:pt x="112" y="62"/>
                      <a:pt x="112" y="62"/>
                      <a:pt x="112" y="62"/>
                    </a:cubicBezTo>
                    <a:close/>
                    <a:moveTo>
                      <a:pt x="47" y="47"/>
                    </a:moveTo>
                    <a:cubicBezTo>
                      <a:pt x="58" y="48"/>
                      <a:pt x="58" y="48"/>
                      <a:pt x="58" y="48"/>
                    </a:cubicBezTo>
                    <a:cubicBezTo>
                      <a:pt x="60" y="37"/>
                      <a:pt x="60" y="37"/>
                      <a:pt x="60" y="37"/>
                    </a:cubicBezTo>
                    <a:cubicBezTo>
                      <a:pt x="64" y="37"/>
                      <a:pt x="64" y="37"/>
                      <a:pt x="64" y="37"/>
                    </a:cubicBezTo>
                    <a:cubicBezTo>
                      <a:pt x="65" y="48"/>
                      <a:pt x="65" y="48"/>
                      <a:pt x="65" y="48"/>
                    </a:cubicBezTo>
                    <a:cubicBezTo>
                      <a:pt x="71" y="48"/>
                      <a:pt x="71" y="48"/>
                      <a:pt x="71" y="48"/>
                    </a:cubicBezTo>
                    <a:cubicBezTo>
                      <a:pt x="66" y="55"/>
                      <a:pt x="66" y="55"/>
                      <a:pt x="66" y="55"/>
                    </a:cubicBezTo>
                    <a:cubicBezTo>
                      <a:pt x="79" y="54"/>
                      <a:pt x="79" y="54"/>
                      <a:pt x="79" y="54"/>
                    </a:cubicBezTo>
                    <a:cubicBezTo>
                      <a:pt x="62" y="17"/>
                      <a:pt x="62" y="17"/>
                      <a:pt x="62" y="17"/>
                    </a:cubicBezTo>
                    <a:cubicBezTo>
                      <a:pt x="47" y="47"/>
                      <a:pt x="47" y="47"/>
                      <a:pt x="47" y="47"/>
                    </a:cubicBezTo>
                    <a:close/>
                    <a:moveTo>
                      <a:pt x="90" y="35"/>
                    </a:moveTo>
                    <a:cubicBezTo>
                      <a:pt x="83" y="42"/>
                      <a:pt x="83" y="42"/>
                      <a:pt x="83" y="42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99" y="54"/>
                      <a:pt x="99" y="54"/>
                      <a:pt x="99" y="54"/>
                    </a:cubicBezTo>
                    <a:cubicBezTo>
                      <a:pt x="90" y="35"/>
                      <a:pt x="90" y="35"/>
                      <a:pt x="90" y="35"/>
                    </a:cubicBezTo>
                    <a:close/>
                    <a:moveTo>
                      <a:pt x="34" y="35"/>
                    </a:moveTo>
                    <a:cubicBezTo>
                      <a:pt x="29" y="47"/>
                      <a:pt x="29" y="47"/>
                      <a:pt x="29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41" y="42"/>
                      <a:pt x="41" y="42"/>
                      <a:pt x="41" y="42"/>
                    </a:cubicBezTo>
                    <a:lnTo>
                      <a:pt x="34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7" name="îṡ1íḓè">
                <a:extLst>
                  <a:ext uri="{FF2B5EF4-FFF2-40B4-BE49-F238E27FC236}">
                    <a16:creationId xmlns:a16="http://schemas.microsoft.com/office/drawing/2014/main" id="{34EE4143-C8BE-463F-BDAE-827CCA818386}"/>
                  </a:ext>
                </a:extLst>
              </p:cNvPr>
              <p:cNvSpPr/>
              <p:nvPr/>
            </p:nvSpPr>
            <p:spPr bwMode="auto">
              <a:xfrm>
                <a:off x="5375275" y="3316288"/>
                <a:ext cx="88900" cy="58738"/>
              </a:xfrm>
              <a:custGeom>
                <a:avLst/>
                <a:gdLst>
                  <a:gd name="T0" fmla="*/ 2 w 27"/>
                  <a:gd name="T1" fmla="*/ 7 h 18"/>
                  <a:gd name="T2" fmla="*/ 4 w 27"/>
                  <a:gd name="T3" fmla="*/ 12 h 18"/>
                  <a:gd name="T4" fmla="*/ 6 w 27"/>
                  <a:gd name="T5" fmla="*/ 10 h 18"/>
                  <a:gd name="T6" fmla="*/ 5 w 27"/>
                  <a:gd name="T7" fmla="*/ 8 h 18"/>
                  <a:gd name="T8" fmla="*/ 2 w 27"/>
                  <a:gd name="T9" fmla="*/ 7 h 18"/>
                  <a:gd name="T10" fmla="*/ 4 w 27"/>
                  <a:gd name="T11" fmla="*/ 13 h 18"/>
                  <a:gd name="T12" fmla="*/ 1 w 27"/>
                  <a:gd name="T13" fmla="*/ 10 h 18"/>
                  <a:gd name="T14" fmla="*/ 3 w 27"/>
                  <a:gd name="T15" fmla="*/ 2 h 18"/>
                  <a:gd name="T16" fmla="*/ 9 w 27"/>
                  <a:gd name="T17" fmla="*/ 11 h 18"/>
                  <a:gd name="T18" fmla="*/ 9 w 27"/>
                  <a:gd name="T19" fmla="*/ 8 h 18"/>
                  <a:gd name="T20" fmla="*/ 10 w 27"/>
                  <a:gd name="T21" fmla="*/ 6 h 18"/>
                  <a:gd name="T22" fmla="*/ 12 w 27"/>
                  <a:gd name="T23" fmla="*/ 6 h 18"/>
                  <a:gd name="T24" fmla="*/ 10 w 27"/>
                  <a:gd name="T25" fmla="*/ 5 h 18"/>
                  <a:gd name="T26" fmla="*/ 10 w 27"/>
                  <a:gd name="T27" fmla="*/ 3 h 18"/>
                  <a:gd name="T28" fmla="*/ 12 w 27"/>
                  <a:gd name="T29" fmla="*/ 3 h 18"/>
                  <a:gd name="T30" fmla="*/ 20 w 27"/>
                  <a:gd name="T31" fmla="*/ 7 h 18"/>
                  <a:gd name="T32" fmla="*/ 21 w 27"/>
                  <a:gd name="T33" fmla="*/ 7 h 18"/>
                  <a:gd name="T34" fmla="*/ 21 w 27"/>
                  <a:gd name="T35" fmla="*/ 5 h 18"/>
                  <a:gd name="T36" fmla="*/ 18 w 27"/>
                  <a:gd name="T37" fmla="*/ 3 h 18"/>
                  <a:gd name="T38" fmla="*/ 17 w 27"/>
                  <a:gd name="T39" fmla="*/ 1 h 18"/>
                  <a:gd name="T40" fmla="*/ 19 w 27"/>
                  <a:gd name="T41" fmla="*/ 0 h 18"/>
                  <a:gd name="T42" fmla="*/ 20 w 27"/>
                  <a:gd name="T43" fmla="*/ 1 h 18"/>
                  <a:gd name="T44" fmla="*/ 19 w 27"/>
                  <a:gd name="T45" fmla="*/ 2 h 18"/>
                  <a:gd name="T46" fmla="*/ 22 w 27"/>
                  <a:gd name="T47" fmla="*/ 5 h 18"/>
                  <a:gd name="T48" fmla="*/ 23 w 27"/>
                  <a:gd name="T49" fmla="*/ 5 h 18"/>
                  <a:gd name="T50" fmla="*/ 24 w 27"/>
                  <a:gd name="T51" fmla="*/ 7 h 18"/>
                  <a:gd name="T52" fmla="*/ 26 w 27"/>
                  <a:gd name="T53" fmla="*/ 8 h 18"/>
                  <a:gd name="T54" fmla="*/ 27 w 27"/>
                  <a:gd name="T55" fmla="*/ 9 h 18"/>
                  <a:gd name="T56" fmla="*/ 27 w 27"/>
                  <a:gd name="T57" fmla="*/ 11 h 18"/>
                  <a:gd name="T58" fmla="*/ 21 w 27"/>
                  <a:gd name="T59" fmla="*/ 9 h 18"/>
                  <a:gd name="T60" fmla="*/ 19 w 27"/>
                  <a:gd name="T61" fmla="*/ 8 h 18"/>
                  <a:gd name="T62" fmla="*/ 17 w 27"/>
                  <a:gd name="T63" fmla="*/ 8 h 18"/>
                  <a:gd name="T64" fmla="*/ 14 w 27"/>
                  <a:gd name="T65" fmla="*/ 6 h 18"/>
                  <a:gd name="T66" fmla="*/ 15 w 27"/>
                  <a:gd name="T67" fmla="*/ 9 h 18"/>
                  <a:gd name="T68" fmla="*/ 11 w 27"/>
                  <a:gd name="T69" fmla="*/ 8 h 18"/>
                  <a:gd name="T70" fmla="*/ 9 w 27"/>
                  <a:gd name="T71" fmla="*/ 12 h 18"/>
                  <a:gd name="T72" fmla="*/ 9 w 27"/>
                  <a:gd name="T73" fmla="*/ 15 h 18"/>
                  <a:gd name="T74" fmla="*/ 7 w 27"/>
                  <a:gd name="T75" fmla="*/ 16 h 18"/>
                  <a:gd name="T76" fmla="*/ 7 w 27"/>
                  <a:gd name="T77" fmla="*/ 15 h 18"/>
                  <a:gd name="T78" fmla="*/ 7 w 27"/>
                  <a:gd name="T79" fmla="*/ 13 h 18"/>
                  <a:gd name="T80" fmla="*/ 6 w 27"/>
                  <a:gd name="T81" fmla="*/ 13 h 18"/>
                  <a:gd name="T82" fmla="*/ 4 w 27"/>
                  <a:gd name="T83" fmla="*/ 13 h 18"/>
                  <a:gd name="T84" fmla="*/ 25 w 27"/>
                  <a:gd name="T85" fmla="*/ 9 h 18"/>
                  <a:gd name="T86" fmla="*/ 24 w 27"/>
                  <a:gd name="T87" fmla="*/ 8 h 18"/>
                  <a:gd name="T88" fmla="*/ 23 w 27"/>
                  <a:gd name="T89" fmla="*/ 8 h 18"/>
                  <a:gd name="T90" fmla="*/ 25 w 27"/>
                  <a:gd name="T91" fmla="*/ 9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27" h="18">
                    <a:moveTo>
                      <a:pt x="2" y="7"/>
                    </a:moveTo>
                    <a:cubicBezTo>
                      <a:pt x="2" y="7"/>
                      <a:pt x="1" y="12"/>
                      <a:pt x="4" y="12"/>
                    </a:cubicBezTo>
                    <a:cubicBezTo>
                      <a:pt x="4" y="12"/>
                      <a:pt x="8" y="12"/>
                      <a:pt x="6" y="10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2" y="5"/>
                      <a:pt x="2" y="7"/>
                    </a:cubicBezTo>
                    <a:close/>
                    <a:moveTo>
                      <a:pt x="4" y="13"/>
                    </a:moveTo>
                    <a:cubicBezTo>
                      <a:pt x="0" y="13"/>
                      <a:pt x="1" y="10"/>
                      <a:pt x="1" y="10"/>
                    </a:cubicBezTo>
                    <a:cubicBezTo>
                      <a:pt x="2" y="2"/>
                      <a:pt x="3" y="2"/>
                      <a:pt x="3" y="2"/>
                    </a:cubicBezTo>
                    <a:cubicBezTo>
                      <a:pt x="9" y="7"/>
                      <a:pt x="9" y="11"/>
                      <a:pt x="9" y="11"/>
                    </a:cubicBezTo>
                    <a:cubicBezTo>
                      <a:pt x="10" y="10"/>
                      <a:pt x="9" y="8"/>
                      <a:pt x="9" y="8"/>
                    </a:cubicBezTo>
                    <a:cubicBezTo>
                      <a:pt x="8" y="6"/>
                      <a:pt x="10" y="6"/>
                      <a:pt x="10" y="6"/>
                    </a:cubicBezTo>
                    <a:cubicBezTo>
                      <a:pt x="11" y="7"/>
                      <a:pt x="12" y="6"/>
                      <a:pt x="12" y="6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0" y="4"/>
                      <a:pt x="10" y="3"/>
                      <a:pt x="10" y="3"/>
                    </a:cubicBezTo>
                    <a:cubicBezTo>
                      <a:pt x="11" y="2"/>
                      <a:pt x="12" y="3"/>
                      <a:pt x="12" y="3"/>
                    </a:cubicBezTo>
                    <a:cubicBezTo>
                      <a:pt x="12" y="4"/>
                      <a:pt x="20" y="7"/>
                      <a:pt x="20" y="7"/>
                    </a:cubicBezTo>
                    <a:cubicBezTo>
                      <a:pt x="21" y="8"/>
                      <a:pt x="21" y="7"/>
                      <a:pt x="21" y="7"/>
                    </a:cubicBezTo>
                    <a:cubicBezTo>
                      <a:pt x="21" y="7"/>
                      <a:pt x="21" y="5"/>
                      <a:pt x="21" y="5"/>
                    </a:cubicBezTo>
                    <a:cubicBezTo>
                      <a:pt x="21" y="5"/>
                      <a:pt x="18" y="3"/>
                      <a:pt x="18" y="3"/>
                    </a:cubicBezTo>
                    <a:cubicBezTo>
                      <a:pt x="16" y="3"/>
                      <a:pt x="17" y="1"/>
                      <a:pt x="17" y="1"/>
                    </a:cubicBezTo>
                    <a:cubicBezTo>
                      <a:pt x="17" y="1"/>
                      <a:pt x="19" y="0"/>
                      <a:pt x="19" y="0"/>
                    </a:cubicBezTo>
                    <a:cubicBezTo>
                      <a:pt x="21" y="0"/>
                      <a:pt x="20" y="1"/>
                      <a:pt x="20" y="1"/>
                    </a:cubicBezTo>
                    <a:cubicBezTo>
                      <a:pt x="18" y="2"/>
                      <a:pt x="19" y="2"/>
                      <a:pt x="19" y="2"/>
                    </a:cubicBezTo>
                    <a:cubicBezTo>
                      <a:pt x="22" y="5"/>
                      <a:pt x="22" y="5"/>
                      <a:pt x="22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3" y="7"/>
                      <a:pt x="24" y="7"/>
                      <a:pt x="24" y="7"/>
                    </a:cubicBezTo>
                    <a:cubicBezTo>
                      <a:pt x="26" y="8"/>
                      <a:pt x="26" y="8"/>
                      <a:pt x="26" y="8"/>
                    </a:cubicBezTo>
                    <a:cubicBezTo>
                      <a:pt x="27" y="9"/>
                      <a:pt x="27" y="9"/>
                      <a:pt x="27" y="9"/>
                    </a:cubicBezTo>
                    <a:cubicBezTo>
                      <a:pt x="27" y="9"/>
                      <a:pt x="27" y="11"/>
                      <a:pt x="27" y="11"/>
                    </a:cubicBezTo>
                    <a:cubicBezTo>
                      <a:pt x="22" y="11"/>
                      <a:pt x="21" y="9"/>
                      <a:pt x="21" y="9"/>
                    </a:cubicBezTo>
                    <a:cubicBezTo>
                      <a:pt x="19" y="9"/>
                      <a:pt x="19" y="8"/>
                      <a:pt x="19" y="8"/>
                    </a:cubicBezTo>
                    <a:cubicBezTo>
                      <a:pt x="18" y="8"/>
                      <a:pt x="17" y="8"/>
                      <a:pt x="17" y="8"/>
                    </a:cubicBezTo>
                    <a:cubicBezTo>
                      <a:pt x="17" y="7"/>
                      <a:pt x="15" y="6"/>
                      <a:pt x="14" y="6"/>
                    </a:cubicBezTo>
                    <a:cubicBezTo>
                      <a:pt x="16" y="8"/>
                      <a:pt x="15" y="9"/>
                      <a:pt x="15" y="9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1" y="12"/>
                      <a:pt x="9" y="12"/>
                      <a:pt x="9" y="12"/>
                    </a:cubicBezTo>
                    <a:cubicBezTo>
                      <a:pt x="9" y="15"/>
                      <a:pt x="9" y="15"/>
                      <a:pt x="9" y="15"/>
                    </a:cubicBezTo>
                    <a:cubicBezTo>
                      <a:pt x="8" y="18"/>
                      <a:pt x="7" y="16"/>
                      <a:pt x="7" y="16"/>
                    </a:cubicBezTo>
                    <a:cubicBezTo>
                      <a:pt x="6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2"/>
                      <a:pt x="6" y="13"/>
                      <a:pt x="6" y="13"/>
                    </a:cubicBezTo>
                    <a:cubicBezTo>
                      <a:pt x="4" y="13"/>
                      <a:pt x="4" y="13"/>
                      <a:pt x="4" y="13"/>
                    </a:cubicBezTo>
                    <a:close/>
                    <a:moveTo>
                      <a:pt x="25" y="9"/>
                    </a:moveTo>
                    <a:cubicBezTo>
                      <a:pt x="24" y="8"/>
                      <a:pt x="24" y="8"/>
                      <a:pt x="24" y="8"/>
                    </a:cubicBezTo>
                    <a:cubicBezTo>
                      <a:pt x="24" y="8"/>
                      <a:pt x="23" y="8"/>
                      <a:pt x="23" y="8"/>
                    </a:cubicBezTo>
                    <a:cubicBezTo>
                      <a:pt x="22" y="8"/>
                      <a:pt x="25" y="9"/>
                      <a:pt x="25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8" name="ïṩliḑé">
                <a:extLst>
                  <a:ext uri="{FF2B5EF4-FFF2-40B4-BE49-F238E27FC236}">
                    <a16:creationId xmlns:a16="http://schemas.microsoft.com/office/drawing/2014/main" id="{377801C3-8F19-4720-B7CE-9333FBE3FE4B}"/>
                  </a:ext>
                </a:extLst>
              </p:cNvPr>
              <p:cNvSpPr/>
              <p:nvPr/>
            </p:nvSpPr>
            <p:spPr bwMode="auto">
              <a:xfrm>
                <a:off x="5249863" y="3201988"/>
                <a:ext cx="26988" cy="23813"/>
              </a:xfrm>
              <a:custGeom>
                <a:avLst/>
                <a:gdLst>
                  <a:gd name="T0" fmla="*/ 2 w 8"/>
                  <a:gd name="T1" fmla="*/ 6 h 7"/>
                  <a:gd name="T2" fmla="*/ 5 w 8"/>
                  <a:gd name="T3" fmla="*/ 2 h 7"/>
                  <a:gd name="T4" fmla="*/ 6 w 8"/>
                  <a:gd name="T5" fmla="*/ 2 h 7"/>
                  <a:gd name="T6" fmla="*/ 6 w 8"/>
                  <a:gd name="T7" fmla="*/ 6 h 7"/>
                  <a:gd name="T8" fmla="*/ 2 w 8"/>
                  <a:gd name="T9" fmla="*/ 7 h 7"/>
                  <a:gd name="T10" fmla="*/ 2 w 8"/>
                  <a:gd name="T11" fmla="*/ 6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7">
                    <a:moveTo>
                      <a:pt x="2" y="6"/>
                    </a:moveTo>
                    <a:cubicBezTo>
                      <a:pt x="3" y="6"/>
                      <a:pt x="5" y="2"/>
                      <a:pt x="5" y="2"/>
                    </a:cubicBezTo>
                    <a:cubicBezTo>
                      <a:pt x="5" y="0"/>
                      <a:pt x="6" y="2"/>
                      <a:pt x="6" y="2"/>
                    </a:cubicBezTo>
                    <a:cubicBezTo>
                      <a:pt x="8" y="4"/>
                      <a:pt x="6" y="6"/>
                      <a:pt x="6" y="6"/>
                    </a:cubicBezTo>
                    <a:cubicBezTo>
                      <a:pt x="5" y="6"/>
                      <a:pt x="2" y="7"/>
                      <a:pt x="2" y="7"/>
                    </a:cubicBezTo>
                    <a:cubicBezTo>
                      <a:pt x="0" y="7"/>
                      <a:pt x="2" y="6"/>
                      <a:pt x="2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9" name="îSľíḓê">
                <a:extLst>
                  <a:ext uri="{FF2B5EF4-FFF2-40B4-BE49-F238E27FC236}">
                    <a16:creationId xmlns:a16="http://schemas.microsoft.com/office/drawing/2014/main" id="{E0289DD6-CB93-48DE-8D9B-2717278C25A8}"/>
                  </a:ext>
                </a:extLst>
              </p:cNvPr>
              <p:cNvSpPr/>
              <p:nvPr/>
            </p:nvSpPr>
            <p:spPr bwMode="auto">
              <a:xfrm>
                <a:off x="5207000" y="3162301"/>
                <a:ext cx="85725" cy="39688"/>
              </a:xfrm>
              <a:custGeom>
                <a:avLst/>
                <a:gdLst>
                  <a:gd name="T0" fmla="*/ 16 w 26"/>
                  <a:gd name="T1" fmla="*/ 1 h 12"/>
                  <a:gd name="T2" fmla="*/ 17 w 26"/>
                  <a:gd name="T3" fmla="*/ 2 h 12"/>
                  <a:gd name="T4" fmla="*/ 15 w 26"/>
                  <a:gd name="T5" fmla="*/ 4 h 12"/>
                  <a:gd name="T6" fmla="*/ 20 w 26"/>
                  <a:gd name="T7" fmla="*/ 3 h 12"/>
                  <a:gd name="T8" fmla="*/ 20 w 26"/>
                  <a:gd name="T9" fmla="*/ 3 h 12"/>
                  <a:gd name="T10" fmla="*/ 21 w 26"/>
                  <a:gd name="T11" fmla="*/ 0 h 12"/>
                  <a:gd name="T12" fmla="*/ 22 w 26"/>
                  <a:gd name="T13" fmla="*/ 1 h 12"/>
                  <a:gd name="T14" fmla="*/ 23 w 26"/>
                  <a:gd name="T15" fmla="*/ 4 h 12"/>
                  <a:gd name="T16" fmla="*/ 25 w 26"/>
                  <a:gd name="T17" fmla="*/ 4 h 12"/>
                  <a:gd name="T18" fmla="*/ 26 w 26"/>
                  <a:gd name="T19" fmla="*/ 4 h 12"/>
                  <a:gd name="T20" fmla="*/ 26 w 26"/>
                  <a:gd name="T21" fmla="*/ 6 h 12"/>
                  <a:gd name="T22" fmla="*/ 22 w 26"/>
                  <a:gd name="T23" fmla="*/ 6 h 12"/>
                  <a:gd name="T24" fmla="*/ 11 w 26"/>
                  <a:gd name="T25" fmla="*/ 11 h 12"/>
                  <a:gd name="T26" fmla="*/ 3 w 26"/>
                  <a:gd name="T27" fmla="*/ 12 h 12"/>
                  <a:gd name="T28" fmla="*/ 2 w 26"/>
                  <a:gd name="T29" fmla="*/ 11 h 12"/>
                  <a:gd name="T30" fmla="*/ 12 w 26"/>
                  <a:gd name="T31" fmla="*/ 8 h 12"/>
                  <a:gd name="T32" fmla="*/ 15 w 26"/>
                  <a:gd name="T33" fmla="*/ 7 h 12"/>
                  <a:gd name="T34" fmla="*/ 13 w 26"/>
                  <a:gd name="T35" fmla="*/ 5 h 12"/>
                  <a:gd name="T36" fmla="*/ 16 w 26"/>
                  <a:gd name="T37" fmla="*/ 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6" h="12">
                    <a:moveTo>
                      <a:pt x="16" y="1"/>
                    </a:moveTo>
                    <a:cubicBezTo>
                      <a:pt x="16" y="1"/>
                      <a:pt x="17" y="1"/>
                      <a:pt x="17" y="2"/>
                    </a:cubicBezTo>
                    <a:cubicBezTo>
                      <a:pt x="17" y="2"/>
                      <a:pt x="15" y="2"/>
                      <a:pt x="15" y="4"/>
                    </a:cubicBezTo>
                    <a:cubicBezTo>
                      <a:pt x="20" y="3"/>
                      <a:pt x="20" y="3"/>
                      <a:pt x="20" y="3"/>
                    </a:cubicBezTo>
                    <a:cubicBezTo>
                      <a:pt x="20" y="3"/>
                      <a:pt x="20" y="3"/>
                      <a:pt x="20" y="3"/>
                    </a:cubicBezTo>
                    <a:cubicBezTo>
                      <a:pt x="20" y="3"/>
                      <a:pt x="21" y="1"/>
                      <a:pt x="21" y="0"/>
                    </a:cubicBezTo>
                    <a:cubicBezTo>
                      <a:pt x="21" y="0"/>
                      <a:pt x="22" y="0"/>
                      <a:pt x="22" y="1"/>
                    </a:cubicBezTo>
                    <a:cubicBezTo>
                      <a:pt x="22" y="1"/>
                      <a:pt x="23" y="3"/>
                      <a:pt x="23" y="4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4"/>
                      <a:pt x="26" y="4"/>
                      <a:pt x="26" y="4"/>
                    </a:cubicBezTo>
                    <a:cubicBezTo>
                      <a:pt x="26" y="6"/>
                      <a:pt x="26" y="6"/>
                      <a:pt x="26" y="6"/>
                    </a:cubicBezTo>
                    <a:cubicBezTo>
                      <a:pt x="26" y="6"/>
                      <a:pt x="24" y="6"/>
                      <a:pt x="22" y="6"/>
                    </a:cubicBezTo>
                    <a:cubicBezTo>
                      <a:pt x="22" y="6"/>
                      <a:pt x="21" y="8"/>
                      <a:pt x="11" y="11"/>
                    </a:cubicBezTo>
                    <a:cubicBezTo>
                      <a:pt x="11" y="11"/>
                      <a:pt x="4" y="12"/>
                      <a:pt x="3" y="12"/>
                    </a:cubicBezTo>
                    <a:cubicBezTo>
                      <a:pt x="3" y="12"/>
                      <a:pt x="0" y="11"/>
                      <a:pt x="2" y="11"/>
                    </a:cubicBezTo>
                    <a:cubicBezTo>
                      <a:pt x="2" y="11"/>
                      <a:pt x="8" y="11"/>
                      <a:pt x="12" y="8"/>
                    </a:cubicBezTo>
                    <a:cubicBezTo>
                      <a:pt x="12" y="8"/>
                      <a:pt x="15" y="7"/>
                      <a:pt x="15" y="7"/>
                    </a:cubicBezTo>
                    <a:cubicBezTo>
                      <a:pt x="15" y="7"/>
                      <a:pt x="13" y="6"/>
                      <a:pt x="13" y="5"/>
                    </a:cubicBezTo>
                    <a:cubicBezTo>
                      <a:pt x="13" y="5"/>
                      <a:pt x="14" y="2"/>
                      <a:pt x="1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0" name="íṧļïḋé">
                <a:extLst>
                  <a:ext uri="{FF2B5EF4-FFF2-40B4-BE49-F238E27FC236}">
                    <a16:creationId xmlns:a16="http://schemas.microsoft.com/office/drawing/2014/main" id="{F29B1D7E-8DD7-4832-ACF4-E57068D66362}"/>
                  </a:ext>
                </a:extLst>
              </p:cNvPr>
              <p:cNvSpPr/>
              <p:nvPr/>
            </p:nvSpPr>
            <p:spPr bwMode="auto">
              <a:xfrm>
                <a:off x="5041900" y="3201988"/>
                <a:ext cx="15875" cy="14288"/>
              </a:xfrm>
              <a:custGeom>
                <a:avLst/>
                <a:gdLst>
                  <a:gd name="T0" fmla="*/ 5 w 5"/>
                  <a:gd name="T1" fmla="*/ 1 h 4"/>
                  <a:gd name="T2" fmla="*/ 5 w 5"/>
                  <a:gd name="T3" fmla="*/ 2 h 4"/>
                  <a:gd name="T4" fmla="*/ 4 w 5"/>
                  <a:gd name="T5" fmla="*/ 3 h 4"/>
                  <a:gd name="T6" fmla="*/ 2 w 5"/>
                  <a:gd name="T7" fmla="*/ 2 h 4"/>
                  <a:gd name="T8" fmla="*/ 2 w 5"/>
                  <a:gd name="T9" fmla="*/ 1 h 4"/>
                  <a:gd name="T10" fmla="*/ 4 w 5"/>
                  <a:gd name="T11" fmla="*/ 0 h 4"/>
                  <a:gd name="T12" fmla="*/ 5 w 5"/>
                  <a:gd name="T13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4">
                    <a:moveTo>
                      <a:pt x="5" y="1"/>
                    </a:moveTo>
                    <a:cubicBezTo>
                      <a:pt x="5" y="2"/>
                      <a:pt x="5" y="2"/>
                      <a:pt x="5" y="2"/>
                    </a:cubicBezTo>
                    <a:cubicBezTo>
                      <a:pt x="5" y="4"/>
                      <a:pt x="4" y="3"/>
                      <a:pt x="4" y="3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0" y="1"/>
                      <a:pt x="2" y="1"/>
                      <a:pt x="2" y="1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5" y="0"/>
                      <a:pt x="5" y="1"/>
                      <a:pt x="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1" name="îŝľiḋe">
                <a:extLst>
                  <a:ext uri="{FF2B5EF4-FFF2-40B4-BE49-F238E27FC236}">
                    <a16:creationId xmlns:a16="http://schemas.microsoft.com/office/drawing/2014/main" id="{78878888-6A96-4EF7-B3A7-E577C7EDD08A}"/>
                  </a:ext>
                </a:extLst>
              </p:cNvPr>
              <p:cNvSpPr/>
              <p:nvPr/>
            </p:nvSpPr>
            <p:spPr bwMode="auto">
              <a:xfrm>
                <a:off x="5011738" y="3146426"/>
                <a:ext cx="39688" cy="85725"/>
              </a:xfrm>
              <a:custGeom>
                <a:avLst/>
                <a:gdLst>
                  <a:gd name="T0" fmla="*/ 4 w 12"/>
                  <a:gd name="T1" fmla="*/ 19 h 26"/>
                  <a:gd name="T2" fmla="*/ 4 w 12"/>
                  <a:gd name="T3" fmla="*/ 14 h 26"/>
                  <a:gd name="T4" fmla="*/ 1 w 12"/>
                  <a:gd name="T5" fmla="*/ 13 h 26"/>
                  <a:gd name="T6" fmla="*/ 2 w 12"/>
                  <a:gd name="T7" fmla="*/ 12 h 26"/>
                  <a:gd name="T8" fmla="*/ 3 w 12"/>
                  <a:gd name="T9" fmla="*/ 10 h 26"/>
                  <a:gd name="T10" fmla="*/ 3 w 12"/>
                  <a:gd name="T11" fmla="*/ 2 h 26"/>
                  <a:gd name="T12" fmla="*/ 4 w 12"/>
                  <a:gd name="T13" fmla="*/ 1 h 26"/>
                  <a:gd name="T14" fmla="*/ 4 w 12"/>
                  <a:gd name="T15" fmla="*/ 2 h 26"/>
                  <a:gd name="T16" fmla="*/ 5 w 12"/>
                  <a:gd name="T17" fmla="*/ 6 h 26"/>
                  <a:gd name="T18" fmla="*/ 6 w 12"/>
                  <a:gd name="T19" fmla="*/ 3 h 26"/>
                  <a:gd name="T20" fmla="*/ 7 w 12"/>
                  <a:gd name="T21" fmla="*/ 2 h 26"/>
                  <a:gd name="T22" fmla="*/ 8 w 12"/>
                  <a:gd name="T23" fmla="*/ 2 h 26"/>
                  <a:gd name="T24" fmla="*/ 8 w 12"/>
                  <a:gd name="T25" fmla="*/ 6 h 26"/>
                  <a:gd name="T26" fmla="*/ 6 w 12"/>
                  <a:gd name="T27" fmla="*/ 9 h 26"/>
                  <a:gd name="T28" fmla="*/ 6 w 12"/>
                  <a:gd name="T29" fmla="*/ 10 h 26"/>
                  <a:gd name="T30" fmla="*/ 8 w 12"/>
                  <a:gd name="T31" fmla="*/ 11 h 26"/>
                  <a:gd name="T32" fmla="*/ 8 w 12"/>
                  <a:gd name="T33" fmla="*/ 11 h 26"/>
                  <a:gd name="T34" fmla="*/ 8 w 12"/>
                  <a:gd name="T35" fmla="*/ 12 h 26"/>
                  <a:gd name="T36" fmla="*/ 9 w 12"/>
                  <a:gd name="T37" fmla="*/ 13 h 26"/>
                  <a:gd name="T38" fmla="*/ 9 w 12"/>
                  <a:gd name="T39" fmla="*/ 17 h 26"/>
                  <a:gd name="T40" fmla="*/ 11 w 12"/>
                  <a:gd name="T41" fmla="*/ 21 h 26"/>
                  <a:gd name="T42" fmla="*/ 12 w 12"/>
                  <a:gd name="T43" fmla="*/ 24 h 26"/>
                  <a:gd name="T44" fmla="*/ 8 w 12"/>
                  <a:gd name="T45" fmla="*/ 23 h 26"/>
                  <a:gd name="T46" fmla="*/ 8 w 12"/>
                  <a:gd name="T47" fmla="*/ 25 h 26"/>
                  <a:gd name="T48" fmla="*/ 7 w 12"/>
                  <a:gd name="T49" fmla="*/ 26 h 26"/>
                  <a:gd name="T50" fmla="*/ 6 w 12"/>
                  <a:gd name="T51" fmla="*/ 24 h 26"/>
                  <a:gd name="T52" fmla="*/ 6 w 12"/>
                  <a:gd name="T53" fmla="*/ 23 h 26"/>
                  <a:gd name="T54" fmla="*/ 8 w 12"/>
                  <a:gd name="T55" fmla="*/ 21 h 26"/>
                  <a:gd name="T56" fmla="*/ 7 w 12"/>
                  <a:gd name="T57" fmla="*/ 18 h 26"/>
                  <a:gd name="T58" fmla="*/ 7 w 12"/>
                  <a:gd name="T59" fmla="*/ 18 h 26"/>
                  <a:gd name="T60" fmla="*/ 6 w 12"/>
                  <a:gd name="T61" fmla="*/ 20 h 26"/>
                  <a:gd name="T62" fmla="*/ 4 w 12"/>
                  <a:gd name="T63" fmla="*/ 20 h 26"/>
                  <a:gd name="T64" fmla="*/ 4 w 12"/>
                  <a:gd name="T65" fmla="*/ 19 h 26"/>
                  <a:gd name="T66" fmla="*/ 6 w 12"/>
                  <a:gd name="T67" fmla="*/ 16 h 26"/>
                  <a:gd name="T68" fmla="*/ 6 w 12"/>
                  <a:gd name="T69" fmla="*/ 15 h 26"/>
                  <a:gd name="T70" fmla="*/ 5 w 12"/>
                  <a:gd name="T71" fmla="*/ 11 h 26"/>
                  <a:gd name="T72" fmla="*/ 5 w 12"/>
                  <a:gd name="T73" fmla="*/ 14 h 26"/>
                  <a:gd name="T74" fmla="*/ 5 w 12"/>
                  <a:gd name="T75" fmla="*/ 18 h 26"/>
                  <a:gd name="T76" fmla="*/ 6 w 12"/>
                  <a:gd name="T77" fmla="*/ 1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2" h="26">
                    <a:moveTo>
                      <a:pt x="4" y="19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0" y="12"/>
                      <a:pt x="2" y="12"/>
                      <a:pt x="2" y="12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0"/>
                      <a:pt x="4" y="1"/>
                      <a:pt x="4" y="1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3"/>
                      <a:pt x="5" y="6"/>
                      <a:pt x="5" y="6"/>
                    </a:cubicBezTo>
                    <a:cubicBezTo>
                      <a:pt x="5" y="5"/>
                      <a:pt x="6" y="4"/>
                      <a:pt x="6" y="3"/>
                    </a:cubicBezTo>
                    <a:cubicBezTo>
                      <a:pt x="7" y="3"/>
                      <a:pt x="7" y="2"/>
                      <a:pt x="7" y="2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5" y="11"/>
                      <a:pt x="6" y="10"/>
                      <a:pt x="6" y="10"/>
                    </a:cubicBezTo>
                    <a:cubicBezTo>
                      <a:pt x="7" y="10"/>
                      <a:pt x="8" y="11"/>
                      <a:pt x="8" y="11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9" y="13"/>
                      <a:pt x="9" y="13"/>
                      <a:pt x="9" y="13"/>
                    </a:cubicBezTo>
                    <a:cubicBezTo>
                      <a:pt x="8" y="16"/>
                      <a:pt x="9" y="17"/>
                      <a:pt x="9" y="17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2" y="22"/>
                      <a:pt x="12" y="24"/>
                      <a:pt x="12" y="24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8" y="26"/>
                      <a:pt x="7" y="26"/>
                      <a:pt x="7" y="26"/>
                    </a:cubicBezTo>
                    <a:cubicBezTo>
                      <a:pt x="4" y="26"/>
                      <a:pt x="6" y="24"/>
                      <a:pt x="6" y="24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7" y="23"/>
                      <a:pt x="8" y="21"/>
                      <a:pt x="8" y="21"/>
                    </a:cubicBezTo>
                    <a:cubicBezTo>
                      <a:pt x="7" y="18"/>
                      <a:pt x="7" y="18"/>
                      <a:pt x="7" y="18"/>
                    </a:cubicBezTo>
                    <a:cubicBezTo>
                      <a:pt x="7" y="18"/>
                      <a:pt x="7" y="18"/>
                      <a:pt x="7" y="18"/>
                    </a:cubicBezTo>
                    <a:cubicBezTo>
                      <a:pt x="6" y="20"/>
                      <a:pt x="6" y="20"/>
                      <a:pt x="6" y="20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4" y="19"/>
                      <a:pt x="4" y="19"/>
                      <a:pt x="4" y="19"/>
                    </a:cubicBezTo>
                    <a:close/>
                    <a:moveTo>
                      <a:pt x="6" y="16"/>
                    </a:moveTo>
                    <a:cubicBezTo>
                      <a:pt x="6" y="16"/>
                      <a:pt x="6" y="16"/>
                      <a:pt x="6" y="15"/>
                    </a:cubicBezTo>
                    <a:cubicBezTo>
                      <a:pt x="6" y="15"/>
                      <a:pt x="6" y="12"/>
                      <a:pt x="5" y="11"/>
                    </a:cubicBezTo>
                    <a:cubicBezTo>
                      <a:pt x="5" y="11"/>
                      <a:pt x="4" y="12"/>
                      <a:pt x="5" y="14"/>
                    </a:cubicBezTo>
                    <a:cubicBezTo>
                      <a:pt x="5" y="18"/>
                      <a:pt x="5" y="18"/>
                      <a:pt x="5" y="18"/>
                    </a:cubicBezTo>
                    <a:lnTo>
                      <a:pt x="6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2" name="ïṣļîḋe">
                <a:extLst>
                  <a:ext uri="{FF2B5EF4-FFF2-40B4-BE49-F238E27FC236}">
                    <a16:creationId xmlns:a16="http://schemas.microsoft.com/office/drawing/2014/main" id="{7A182396-CA74-4824-B470-C642D9F2ABA3}"/>
                  </a:ext>
                </a:extLst>
              </p:cNvPr>
              <p:cNvSpPr/>
              <p:nvPr/>
            </p:nvSpPr>
            <p:spPr bwMode="auto">
              <a:xfrm>
                <a:off x="4905375" y="3313113"/>
                <a:ext cx="17463" cy="25400"/>
              </a:xfrm>
              <a:custGeom>
                <a:avLst/>
                <a:gdLst>
                  <a:gd name="T0" fmla="*/ 4 w 5"/>
                  <a:gd name="T1" fmla="*/ 1 h 8"/>
                  <a:gd name="T2" fmla="*/ 4 w 5"/>
                  <a:gd name="T3" fmla="*/ 2 h 8"/>
                  <a:gd name="T4" fmla="*/ 3 w 5"/>
                  <a:gd name="T5" fmla="*/ 6 h 8"/>
                  <a:gd name="T6" fmla="*/ 2 w 5"/>
                  <a:gd name="T7" fmla="*/ 7 h 8"/>
                  <a:gd name="T8" fmla="*/ 1 w 5"/>
                  <a:gd name="T9" fmla="*/ 2 h 8"/>
                  <a:gd name="T10" fmla="*/ 1 w 5"/>
                  <a:gd name="T11" fmla="*/ 0 h 8"/>
                  <a:gd name="T12" fmla="*/ 4 w 5"/>
                  <a:gd name="T13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8">
                    <a:moveTo>
                      <a:pt x="4" y="1"/>
                    </a:moveTo>
                    <a:cubicBezTo>
                      <a:pt x="5" y="1"/>
                      <a:pt x="4" y="2"/>
                      <a:pt x="4" y="2"/>
                    </a:cubicBezTo>
                    <a:cubicBezTo>
                      <a:pt x="4" y="3"/>
                      <a:pt x="3" y="6"/>
                      <a:pt x="3" y="6"/>
                    </a:cubicBezTo>
                    <a:cubicBezTo>
                      <a:pt x="2" y="8"/>
                      <a:pt x="2" y="7"/>
                      <a:pt x="2" y="7"/>
                    </a:cubicBezTo>
                    <a:cubicBezTo>
                      <a:pt x="2" y="5"/>
                      <a:pt x="1" y="2"/>
                      <a:pt x="1" y="2"/>
                    </a:cubicBezTo>
                    <a:cubicBezTo>
                      <a:pt x="0" y="1"/>
                      <a:pt x="1" y="0"/>
                      <a:pt x="1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3" name="ís1íḋe">
                <a:extLst>
                  <a:ext uri="{FF2B5EF4-FFF2-40B4-BE49-F238E27FC236}">
                    <a16:creationId xmlns:a16="http://schemas.microsoft.com/office/drawing/2014/main" id="{D6505446-CCB2-453A-BC3B-5FC6635D427F}"/>
                  </a:ext>
                </a:extLst>
              </p:cNvPr>
              <p:cNvSpPr/>
              <p:nvPr/>
            </p:nvSpPr>
            <p:spPr bwMode="auto">
              <a:xfrm>
                <a:off x="4865688" y="3305176"/>
                <a:ext cx="26988" cy="26988"/>
              </a:xfrm>
              <a:custGeom>
                <a:avLst/>
                <a:gdLst>
                  <a:gd name="T0" fmla="*/ 7 w 8"/>
                  <a:gd name="T1" fmla="*/ 5 h 8"/>
                  <a:gd name="T2" fmla="*/ 8 w 8"/>
                  <a:gd name="T3" fmla="*/ 8 h 8"/>
                  <a:gd name="T4" fmla="*/ 7 w 8"/>
                  <a:gd name="T5" fmla="*/ 8 h 8"/>
                  <a:gd name="T6" fmla="*/ 6 w 8"/>
                  <a:gd name="T7" fmla="*/ 6 h 8"/>
                  <a:gd name="T8" fmla="*/ 3 w 8"/>
                  <a:gd name="T9" fmla="*/ 2 h 8"/>
                  <a:gd name="T10" fmla="*/ 1 w 8"/>
                  <a:gd name="T11" fmla="*/ 0 h 8"/>
                  <a:gd name="T12" fmla="*/ 1 w 8"/>
                  <a:gd name="T13" fmla="*/ 0 h 8"/>
                  <a:gd name="T14" fmla="*/ 4 w 8"/>
                  <a:gd name="T15" fmla="*/ 0 h 8"/>
                  <a:gd name="T16" fmla="*/ 7 w 8"/>
                  <a:gd name="T17" fmla="*/ 5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" h="8">
                    <a:moveTo>
                      <a:pt x="7" y="5"/>
                    </a:moveTo>
                    <a:cubicBezTo>
                      <a:pt x="8" y="6"/>
                      <a:pt x="8" y="8"/>
                      <a:pt x="8" y="8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7"/>
                      <a:pt x="6" y="6"/>
                      <a:pt x="6" y="6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0"/>
                      <a:pt x="1" y="1"/>
                      <a:pt x="1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5" y="2"/>
                      <a:pt x="7" y="5"/>
                      <a:pt x="7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4" name="íṧḻiďê">
                <a:extLst>
                  <a:ext uri="{FF2B5EF4-FFF2-40B4-BE49-F238E27FC236}">
                    <a16:creationId xmlns:a16="http://schemas.microsoft.com/office/drawing/2014/main" id="{C35A3C6B-251F-410F-97DB-7D32485995E8}"/>
                  </a:ext>
                </a:extLst>
              </p:cNvPr>
              <p:cNvSpPr/>
              <p:nvPr/>
            </p:nvSpPr>
            <p:spPr bwMode="auto">
              <a:xfrm>
                <a:off x="4876800" y="3325813"/>
                <a:ext cx="25400" cy="53975"/>
              </a:xfrm>
              <a:custGeom>
                <a:avLst/>
                <a:gdLst>
                  <a:gd name="T0" fmla="*/ 6 w 8"/>
                  <a:gd name="T1" fmla="*/ 1 h 16"/>
                  <a:gd name="T2" fmla="*/ 7 w 8"/>
                  <a:gd name="T3" fmla="*/ 1 h 16"/>
                  <a:gd name="T4" fmla="*/ 8 w 8"/>
                  <a:gd name="T5" fmla="*/ 6 h 16"/>
                  <a:gd name="T6" fmla="*/ 8 w 8"/>
                  <a:gd name="T7" fmla="*/ 10 h 16"/>
                  <a:gd name="T8" fmla="*/ 6 w 8"/>
                  <a:gd name="T9" fmla="*/ 16 h 16"/>
                  <a:gd name="T10" fmla="*/ 3 w 8"/>
                  <a:gd name="T11" fmla="*/ 15 h 16"/>
                  <a:gd name="T12" fmla="*/ 1 w 8"/>
                  <a:gd name="T13" fmla="*/ 9 h 16"/>
                  <a:gd name="T14" fmla="*/ 1 w 8"/>
                  <a:gd name="T15" fmla="*/ 9 h 16"/>
                  <a:gd name="T16" fmla="*/ 5 w 8"/>
                  <a:gd name="T17" fmla="*/ 12 h 16"/>
                  <a:gd name="T18" fmla="*/ 5 w 8"/>
                  <a:gd name="T19" fmla="*/ 12 h 16"/>
                  <a:gd name="T20" fmla="*/ 5 w 8"/>
                  <a:gd name="T21" fmla="*/ 10 h 16"/>
                  <a:gd name="T22" fmla="*/ 6 w 8"/>
                  <a:gd name="T23" fmla="*/ 6 h 16"/>
                  <a:gd name="T24" fmla="*/ 6 w 8"/>
                  <a:gd name="T25" fmla="*/ 1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" h="16">
                    <a:moveTo>
                      <a:pt x="6" y="1"/>
                    </a:moveTo>
                    <a:cubicBezTo>
                      <a:pt x="7" y="0"/>
                      <a:pt x="7" y="1"/>
                      <a:pt x="7" y="1"/>
                    </a:cubicBezTo>
                    <a:cubicBezTo>
                      <a:pt x="8" y="3"/>
                      <a:pt x="8" y="6"/>
                      <a:pt x="8" y="6"/>
                    </a:cubicBezTo>
                    <a:cubicBezTo>
                      <a:pt x="8" y="7"/>
                      <a:pt x="8" y="10"/>
                      <a:pt x="8" y="10"/>
                    </a:cubicBezTo>
                    <a:cubicBezTo>
                      <a:pt x="8" y="12"/>
                      <a:pt x="6" y="16"/>
                      <a:pt x="6" y="16"/>
                    </a:cubicBezTo>
                    <a:cubicBezTo>
                      <a:pt x="5" y="16"/>
                      <a:pt x="3" y="15"/>
                      <a:pt x="3" y="15"/>
                    </a:cubicBezTo>
                    <a:cubicBezTo>
                      <a:pt x="3" y="14"/>
                      <a:pt x="1" y="9"/>
                      <a:pt x="1" y="9"/>
                    </a:cubicBezTo>
                    <a:cubicBezTo>
                      <a:pt x="0" y="9"/>
                      <a:pt x="1" y="9"/>
                      <a:pt x="1" y="9"/>
                    </a:cubicBezTo>
                    <a:cubicBezTo>
                      <a:pt x="3" y="8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0"/>
                      <a:pt x="5" y="10"/>
                    </a:cubicBezTo>
                    <a:cubicBezTo>
                      <a:pt x="6" y="9"/>
                      <a:pt x="6" y="6"/>
                      <a:pt x="6" y="6"/>
                    </a:cubicBezTo>
                    <a:cubicBezTo>
                      <a:pt x="7" y="5"/>
                      <a:pt x="6" y="1"/>
                      <a:pt x="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5" name="iŝ1iḋe">
                <a:extLst>
                  <a:ext uri="{FF2B5EF4-FFF2-40B4-BE49-F238E27FC236}">
                    <a16:creationId xmlns:a16="http://schemas.microsoft.com/office/drawing/2014/main" id="{8844E230-DCBB-45FE-B005-A1939B01D62E}"/>
                  </a:ext>
                </a:extLst>
              </p:cNvPr>
              <p:cNvSpPr/>
              <p:nvPr/>
            </p:nvSpPr>
            <p:spPr bwMode="auto">
              <a:xfrm>
                <a:off x="5075238" y="3586163"/>
                <a:ext cx="15875" cy="46038"/>
              </a:xfrm>
              <a:custGeom>
                <a:avLst/>
                <a:gdLst>
                  <a:gd name="T0" fmla="*/ 0 w 10"/>
                  <a:gd name="T1" fmla="*/ 6 h 29"/>
                  <a:gd name="T2" fmla="*/ 8 w 10"/>
                  <a:gd name="T3" fmla="*/ 0 h 29"/>
                  <a:gd name="T4" fmla="*/ 10 w 10"/>
                  <a:gd name="T5" fmla="*/ 2 h 29"/>
                  <a:gd name="T6" fmla="*/ 10 w 10"/>
                  <a:gd name="T7" fmla="*/ 29 h 29"/>
                  <a:gd name="T8" fmla="*/ 6 w 10"/>
                  <a:gd name="T9" fmla="*/ 29 h 29"/>
                  <a:gd name="T10" fmla="*/ 6 w 10"/>
                  <a:gd name="T11" fmla="*/ 6 h 29"/>
                  <a:gd name="T12" fmla="*/ 2 w 10"/>
                  <a:gd name="T13" fmla="*/ 8 h 29"/>
                  <a:gd name="T14" fmla="*/ 0 w 10"/>
                  <a:gd name="T15" fmla="*/ 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29">
                    <a:moveTo>
                      <a:pt x="0" y="6"/>
                    </a:moveTo>
                    <a:lnTo>
                      <a:pt x="8" y="0"/>
                    </a:lnTo>
                    <a:lnTo>
                      <a:pt x="10" y="2"/>
                    </a:lnTo>
                    <a:lnTo>
                      <a:pt x="10" y="29"/>
                    </a:lnTo>
                    <a:lnTo>
                      <a:pt x="6" y="29"/>
                    </a:lnTo>
                    <a:lnTo>
                      <a:pt x="6" y="6"/>
                    </a:lnTo>
                    <a:lnTo>
                      <a:pt x="2" y="8"/>
                    </a:lnTo>
                    <a:lnTo>
                      <a:pt x="0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6" name="iṣ1íḓê">
                <a:extLst>
                  <a:ext uri="{FF2B5EF4-FFF2-40B4-BE49-F238E27FC236}">
                    <a16:creationId xmlns:a16="http://schemas.microsoft.com/office/drawing/2014/main" id="{71C87D3F-62F8-4690-9F40-C572EC2C9058}"/>
                  </a:ext>
                </a:extLst>
              </p:cNvPr>
              <p:cNvSpPr/>
              <p:nvPr/>
            </p:nvSpPr>
            <p:spPr bwMode="auto">
              <a:xfrm>
                <a:off x="5210175" y="3586163"/>
                <a:ext cx="15875" cy="46038"/>
              </a:xfrm>
              <a:custGeom>
                <a:avLst/>
                <a:gdLst>
                  <a:gd name="T0" fmla="*/ 6 w 10"/>
                  <a:gd name="T1" fmla="*/ 6 h 29"/>
                  <a:gd name="T2" fmla="*/ 2 w 10"/>
                  <a:gd name="T3" fmla="*/ 8 h 29"/>
                  <a:gd name="T4" fmla="*/ 0 w 10"/>
                  <a:gd name="T5" fmla="*/ 6 h 29"/>
                  <a:gd name="T6" fmla="*/ 6 w 10"/>
                  <a:gd name="T7" fmla="*/ 0 h 29"/>
                  <a:gd name="T8" fmla="*/ 10 w 10"/>
                  <a:gd name="T9" fmla="*/ 2 h 29"/>
                  <a:gd name="T10" fmla="*/ 10 w 10"/>
                  <a:gd name="T11" fmla="*/ 29 h 29"/>
                  <a:gd name="T12" fmla="*/ 6 w 10"/>
                  <a:gd name="T13" fmla="*/ 29 h 29"/>
                  <a:gd name="T14" fmla="*/ 6 w 10"/>
                  <a:gd name="T15" fmla="*/ 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29">
                    <a:moveTo>
                      <a:pt x="6" y="6"/>
                    </a:moveTo>
                    <a:lnTo>
                      <a:pt x="2" y="8"/>
                    </a:lnTo>
                    <a:lnTo>
                      <a:pt x="0" y="6"/>
                    </a:lnTo>
                    <a:lnTo>
                      <a:pt x="6" y="0"/>
                    </a:lnTo>
                    <a:lnTo>
                      <a:pt x="10" y="2"/>
                    </a:lnTo>
                    <a:lnTo>
                      <a:pt x="10" y="29"/>
                    </a:lnTo>
                    <a:lnTo>
                      <a:pt x="6" y="29"/>
                    </a:lnTo>
                    <a:lnTo>
                      <a:pt x="6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7" name="iŝliḍe">
                <a:extLst>
                  <a:ext uri="{FF2B5EF4-FFF2-40B4-BE49-F238E27FC236}">
                    <a16:creationId xmlns:a16="http://schemas.microsoft.com/office/drawing/2014/main" id="{260A95E9-BAD7-4060-BF76-FE7241DDAB8B}"/>
                  </a:ext>
                </a:extLst>
              </p:cNvPr>
              <p:cNvSpPr/>
              <p:nvPr/>
            </p:nvSpPr>
            <p:spPr bwMode="auto">
              <a:xfrm>
                <a:off x="5114925" y="3586163"/>
                <a:ext cx="25400" cy="46038"/>
              </a:xfrm>
              <a:custGeom>
                <a:avLst/>
                <a:gdLst>
                  <a:gd name="T0" fmla="*/ 4 w 8"/>
                  <a:gd name="T1" fmla="*/ 2 h 14"/>
                  <a:gd name="T2" fmla="*/ 3 w 8"/>
                  <a:gd name="T3" fmla="*/ 2 h 14"/>
                  <a:gd name="T4" fmla="*/ 3 w 8"/>
                  <a:gd name="T5" fmla="*/ 3 h 14"/>
                  <a:gd name="T6" fmla="*/ 2 w 8"/>
                  <a:gd name="T7" fmla="*/ 3 h 14"/>
                  <a:gd name="T8" fmla="*/ 2 w 8"/>
                  <a:gd name="T9" fmla="*/ 5 h 14"/>
                  <a:gd name="T10" fmla="*/ 2 w 8"/>
                  <a:gd name="T11" fmla="*/ 6 h 14"/>
                  <a:gd name="T12" fmla="*/ 3 w 8"/>
                  <a:gd name="T13" fmla="*/ 7 h 14"/>
                  <a:gd name="T14" fmla="*/ 4 w 8"/>
                  <a:gd name="T15" fmla="*/ 7 h 14"/>
                  <a:gd name="T16" fmla="*/ 5 w 8"/>
                  <a:gd name="T17" fmla="*/ 7 h 14"/>
                  <a:gd name="T18" fmla="*/ 6 w 8"/>
                  <a:gd name="T19" fmla="*/ 7 h 14"/>
                  <a:gd name="T20" fmla="*/ 7 w 8"/>
                  <a:gd name="T21" fmla="*/ 6 h 14"/>
                  <a:gd name="T22" fmla="*/ 7 w 8"/>
                  <a:gd name="T23" fmla="*/ 4 h 14"/>
                  <a:gd name="T24" fmla="*/ 6 w 8"/>
                  <a:gd name="T25" fmla="*/ 3 h 14"/>
                  <a:gd name="T26" fmla="*/ 6 w 8"/>
                  <a:gd name="T27" fmla="*/ 2 h 14"/>
                  <a:gd name="T28" fmla="*/ 4 w 8"/>
                  <a:gd name="T29" fmla="*/ 2 h 14"/>
                  <a:gd name="T30" fmla="*/ 4 w 8"/>
                  <a:gd name="T31" fmla="*/ 9 h 14"/>
                  <a:gd name="T32" fmla="*/ 2 w 8"/>
                  <a:gd name="T33" fmla="*/ 9 h 14"/>
                  <a:gd name="T34" fmla="*/ 1 w 8"/>
                  <a:gd name="T35" fmla="*/ 8 h 14"/>
                  <a:gd name="T36" fmla="*/ 0 w 8"/>
                  <a:gd name="T37" fmla="*/ 7 h 14"/>
                  <a:gd name="T38" fmla="*/ 0 w 8"/>
                  <a:gd name="T39" fmla="*/ 5 h 14"/>
                  <a:gd name="T40" fmla="*/ 0 w 8"/>
                  <a:gd name="T41" fmla="*/ 3 h 14"/>
                  <a:gd name="T42" fmla="*/ 1 w 8"/>
                  <a:gd name="T43" fmla="*/ 2 h 14"/>
                  <a:gd name="T44" fmla="*/ 1 w 8"/>
                  <a:gd name="T45" fmla="*/ 1 h 14"/>
                  <a:gd name="T46" fmla="*/ 3 w 8"/>
                  <a:gd name="T47" fmla="*/ 0 h 14"/>
                  <a:gd name="T48" fmla="*/ 4 w 8"/>
                  <a:gd name="T49" fmla="*/ 0 h 14"/>
                  <a:gd name="T50" fmla="*/ 6 w 8"/>
                  <a:gd name="T51" fmla="*/ 0 h 14"/>
                  <a:gd name="T52" fmla="*/ 8 w 8"/>
                  <a:gd name="T53" fmla="*/ 2 h 14"/>
                  <a:gd name="T54" fmla="*/ 8 w 8"/>
                  <a:gd name="T55" fmla="*/ 3 h 14"/>
                  <a:gd name="T56" fmla="*/ 8 w 8"/>
                  <a:gd name="T57" fmla="*/ 5 h 14"/>
                  <a:gd name="T58" fmla="*/ 8 w 8"/>
                  <a:gd name="T59" fmla="*/ 9 h 14"/>
                  <a:gd name="T60" fmla="*/ 8 w 8"/>
                  <a:gd name="T61" fmla="*/ 11 h 14"/>
                  <a:gd name="T62" fmla="*/ 8 w 8"/>
                  <a:gd name="T63" fmla="*/ 12 h 14"/>
                  <a:gd name="T64" fmla="*/ 8 w 8"/>
                  <a:gd name="T65" fmla="*/ 13 h 14"/>
                  <a:gd name="T66" fmla="*/ 7 w 8"/>
                  <a:gd name="T67" fmla="*/ 14 h 14"/>
                  <a:gd name="T68" fmla="*/ 6 w 8"/>
                  <a:gd name="T69" fmla="*/ 14 h 14"/>
                  <a:gd name="T70" fmla="*/ 4 w 8"/>
                  <a:gd name="T71" fmla="*/ 14 h 14"/>
                  <a:gd name="T72" fmla="*/ 3 w 8"/>
                  <a:gd name="T73" fmla="*/ 14 h 14"/>
                  <a:gd name="T74" fmla="*/ 2 w 8"/>
                  <a:gd name="T75" fmla="*/ 14 h 14"/>
                  <a:gd name="T76" fmla="*/ 1 w 8"/>
                  <a:gd name="T77" fmla="*/ 13 h 14"/>
                  <a:gd name="T78" fmla="*/ 0 w 8"/>
                  <a:gd name="T79" fmla="*/ 12 h 14"/>
                  <a:gd name="T80" fmla="*/ 0 w 8"/>
                  <a:gd name="T81" fmla="*/ 11 h 14"/>
                  <a:gd name="T82" fmla="*/ 2 w 8"/>
                  <a:gd name="T83" fmla="*/ 11 h 14"/>
                  <a:gd name="T84" fmla="*/ 2 w 8"/>
                  <a:gd name="T85" fmla="*/ 11 h 14"/>
                  <a:gd name="T86" fmla="*/ 3 w 8"/>
                  <a:gd name="T87" fmla="*/ 12 h 14"/>
                  <a:gd name="T88" fmla="*/ 4 w 8"/>
                  <a:gd name="T89" fmla="*/ 12 h 14"/>
                  <a:gd name="T90" fmla="*/ 5 w 8"/>
                  <a:gd name="T91" fmla="*/ 12 h 14"/>
                  <a:gd name="T92" fmla="*/ 6 w 8"/>
                  <a:gd name="T93" fmla="*/ 12 h 14"/>
                  <a:gd name="T94" fmla="*/ 6 w 8"/>
                  <a:gd name="T95" fmla="*/ 11 h 14"/>
                  <a:gd name="T96" fmla="*/ 7 w 8"/>
                  <a:gd name="T97" fmla="*/ 10 h 14"/>
                  <a:gd name="T98" fmla="*/ 7 w 8"/>
                  <a:gd name="T99" fmla="*/ 9 h 14"/>
                  <a:gd name="T100" fmla="*/ 7 w 8"/>
                  <a:gd name="T101" fmla="*/ 8 h 14"/>
                  <a:gd name="T102" fmla="*/ 6 w 8"/>
                  <a:gd name="T103" fmla="*/ 9 h 14"/>
                  <a:gd name="T104" fmla="*/ 5 w 8"/>
                  <a:gd name="T105" fmla="*/ 9 h 14"/>
                  <a:gd name="T106" fmla="*/ 4 w 8"/>
                  <a:gd name="T107" fmla="*/ 9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8" h="14">
                    <a:moveTo>
                      <a:pt x="4" y="2"/>
                    </a:moveTo>
                    <a:cubicBezTo>
                      <a:pt x="4" y="2"/>
                      <a:pt x="4" y="2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4"/>
                      <a:pt x="2" y="4"/>
                      <a:pt x="2" y="5"/>
                    </a:cubicBezTo>
                    <a:cubicBezTo>
                      <a:pt x="2" y="5"/>
                      <a:pt x="2" y="6"/>
                      <a:pt x="2" y="6"/>
                    </a:cubicBezTo>
                    <a:cubicBezTo>
                      <a:pt x="2" y="6"/>
                      <a:pt x="2" y="6"/>
                      <a:pt x="3" y="7"/>
                    </a:cubicBezTo>
                    <a:cubicBezTo>
                      <a:pt x="3" y="7"/>
                      <a:pt x="3" y="7"/>
                      <a:pt x="4" y="7"/>
                    </a:cubicBezTo>
                    <a:cubicBezTo>
                      <a:pt x="4" y="7"/>
                      <a:pt x="4" y="7"/>
                      <a:pt x="5" y="7"/>
                    </a:cubicBezTo>
                    <a:cubicBezTo>
                      <a:pt x="5" y="7"/>
                      <a:pt x="6" y="7"/>
                      <a:pt x="6" y="7"/>
                    </a:cubicBezTo>
                    <a:cubicBezTo>
                      <a:pt x="6" y="6"/>
                      <a:pt x="6" y="6"/>
                      <a:pt x="7" y="6"/>
                    </a:cubicBezTo>
                    <a:cubicBezTo>
                      <a:pt x="7" y="5"/>
                      <a:pt x="7" y="5"/>
                      <a:pt x="7" y="4"/>
                    </a:cubicBezTo>
                    <a:cubicBezTo>
                      <a:pt x="7" y="4"/>
                      <a:pt x="7" y="3"/>
                      <a:pt x="6" y="3"/>
                    </a:cubicBezTo>
                    <a:cubicBezTo>
                      <a:pt x="6" y="3"/>
                      <a:pt x="6" y="3"/>
                      <a:pt x="6" y="2"/>
                    </a:cubicBezTo>
                    <a:cubicBezTo>
                      <a:pt x="5" y="2"/>
                      <a:pt x="5" y="2"/>
                      <a:pt x="4" y="2"/>
                    </a:cubicBezTo>
                    <a:close/>
                    <a:moveTo>
                      <a:pt x="4" y="9"/>
                    </a:moveTo>
                    <a:cubicBezTo>
                      <a:pt x="4" y="9"/>
                      <a:pt x="3" y="9"/>
                      <a:pt x="2" y="9"/>
                    </a:cubicBezTo>
                    <a:cubicBezTo>
                      <a:pt x="2" y="8"/>
                      <a:pt x="1" y="8"/>
                      <a:pt x="1" y="8"/>
                    </a:cubicBezTo>
                    <a:cubicBezTo>
                      <a:pt x="1" y="7"/>
                      <a:pt x="1" y="7"/>
                      <a:pt x="0" y="7"/>
                    </a:cubicBezTo>
                    <a:cubicBezTo>
                      <a:pt x="0" y="6"/>
                      <a:pt x="0" y="6"/>
                      <a:pt x="0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1" y="2"/>
                      <a:pt x="1" y="1"/>
                      <a:pt x="1" y="1"/>
                    </a:cubicBezTo>
                    <a:cubicBezTo>
                      <a:pt x="2" y="1"/>
                      <a:pt x="2" y="0"/>
                      <a:pt x="3" y="0"/>
                    </a:cubicBezTo>
                    <a:cubicBezTo>
                      <a:pt x="3" y="0"/>
                      <a:pt x="4" y="0"/>
                      <a:pt x="4" y="0"/>
                    </a:cubicBezTo>
                    <a:cubicBezTo>
                      <a:pt x="5" y="0"/>
                      <a:pt x="6" y="0"/>
                      <a:pt x="6" y="0"/>
                    </a:cubicBezTo>
                    <a:cubicBezTo>
                      <a:pt x="7" y="1"/>
                      <a:pt x="7" y="1"/>
                      <a:pt x="8" y="2"/>
                    </a:cubicBezTo>
                    <a:cubicBezTo>
                      <a:pt x="8" y="2"/>
                      <a:pt x="8" y="3"/>
                      <a:pt x="8" y="3"/>
                    </a:cubicBezTo>
                    <a:cubicBezTo>
                      <a:pt x="8" y="4"/>
                      <a:pt x="8" y="4"/>
                      <a:pt x="8" y="5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8" y="10"/>
                      <a:pt x="8" y="10"/>
                      <a:pt x="8" y="11"/>
                    </a:cubicBezTo>
                    <a:cubicBezTo>
                      <a:pt x="8" y="11"/>
                      <a:pt x="8" y="11"/>
                      <a:pt x="8" y="12"/>
                    </a:cubicBezTo>
                    <a:cubicBezTo>
                      <a:pt x="8" y="12"/>
                      <a:pt x="8" y="13"/>
                      <a:pt x="8" y="13"/>
                    </a:cubicBezTo>
                    <a:cubicBezTo>
                      <a:pt x="7" y="13"/>
                      <a:pt x="7" y="13"/>
                      <a:pt x="7" y="14"/>
                    </a:cubicBezTo>
                    <a:cubicBezTo>
                      <a:pt x="7" y="14"/>
                      <a:pt x="6" y="14"/>
                      <a:pt x="6" y="14"/>
                    </a:cubicBezTo>
                    <a:cubicBezTo>
                      <a:pt x="5" y="14"/>
                      <a:pt x="5" y="14"/>
                      <a:pt x="4" y="14"/>
                    </a:cubicBezTo>
                    <a:cubicBezTo>
                      <a:pt x="4" y="14"/>
                      <a:pt x="3" y="14"/>
                      <a:pt x="3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2"/>
                      <a:pt x="2" y="12"/>
                      <a:pt x="3" y="12"/>
                    </a:cubicBezTo>
                    <a:cubicBezTo>
                      <a:pt x="3" y="12"/>
                      <a:pt x="3" y="12"/>
                      <a:pt x="4" y="12"/>
                    </a:cubicBezTo>
                    <a:cubicBezTo>
                      <a:pt x="4" y="12"/>
                      <a:pt x="4" y="12"/>
                      <a:pt x="5" y="12"/>
                    </a:cubicBezTo>
                    <a:cubicBezTo>
                      <a:pt x="5" y="12"/>
                      <a:pt x="5" y="12"/>
                      <a:pt x="6" y="12"/>
                    </a:cubicBezTo>
                    <a:cubicBezTo>
                      <a:pt x="6" y="12"/>
                      <a:pt x="6" y="12"/>
                      <a:pt x="6" y="11"/>
                    </a:cubicBezTo>
                    <a:cubicBezTo>
                      <a:pt x="6" y="11"/>
                      <a:pt x="7" y="11"/>
                      <a:pt x="7" y="10"/>
                    </a:cubicBezTo>
                    <a:cubicBezTo>
                      <a:pt x="7" y="10"/>
                      <a:pt x="7" y="10"/>
                      <a:pt x="7" y="9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9"/>
                      <a:pt x="6" y="9"/>
                      <a:pt x="6" y="9"/>
                    </a:cubicBezTo>
                    <a:cubicBezTo>
                      <a:pt x="6" y="9"/>
                      <a:pt x="6" y="9"/>
                      <a:pt x="5" y="9"/>
                    </a:cubicBezTo>
                    <a:cubicBezTo>
                      <a:pt x="5" y="9"/>
                      <a:pt x="5" y="9"/>
                      <a:pt x="4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8" name="iSḷidé">
                <a:extLst>
                  <a:ext uri="{FF2B5EF4-FFF2-40B4-BE49-F238E27FC236}">
                    <a16:creationId xmlns:a16="http://schemas.microsoft.com/office/drawing/2014/main" id="{47D9352D-F8E6-489A-ADC1-2D1AB05280B5}"/>
                  </a:ext>
                </a:extLst>
              </p:cNvPr>
              <p:cNvSpPr/>
              <p:nvPr/>
            </p:nvSpPr>
            <p:spPr bwMode="auto">
              <a:xfrm>
                <a:off x="5164138" y="3586163"/>
                <a:ext cx="30163" cy="46038"/>
              </a:xfrm>
              <a:custGeom>
                <a:avLst/>
                <a:gdLst>
                  <a:gd name="T0" fmla="*/ 1 w 9"/>
                  <a:gd name="T1" fmla="*/ 13 h 14"/>
                  <a:gd name="T2" fmla="*/ 0 w 9"/>
                  <a:gd name="T3" fmla="*/ 12 h 14"/>
                  <a:gd name="T4" fmla="*/ 0 w 9"/>
                  <a:gd name="T5" fmla="*/ 10 h 14"/>
                  <a:gd name="T6" fmla="*/ 0 w 9"/>
                  <a:gd name="T7" fmla="*/ 8 h 14"/>
                  <a:gd name="T8" fmla="*/ 0 w 9"/>
                  <a:gd name="T9" fmla="*/ 6 h 14"/>
                  <a:gd name="T10" fmla="*/ 0 w 9"/>
                  <a:gd name="T11" fmla="*/ 4 h 14"/>
                  <a:gd name="T12" fmla="*/ 0 w 9"/>
                  <a:gd name="T13" fmla="*/ 3 h 14"/>
                  <a:gd name="T14" fmla="*/ 1 w 9"/>
                  <a:gd name="T15" fmla="*/ 1 h 14"/>
                  <a:gd name="T16" fmla="*/ 2 w 9"/>
                  <a:gd name="T17" fmla="*/ 0 h 14"/>
                  <a:gd name="T18" fmla="*/ 4 w 9"/>
                  <a:gd name="T19" fmla="*/ 0 h 14"/>
                  <a:gd name="T20" fmla="*/ 6 w 9"/>
                  <a:gd name="T21" fmla="*/ 0 h 14"/>
                  <a:gd name="T22" fmla="*/ 7 w 9"/>
                  <a:gd name="T23" fmla="*/ 1 h 14"/>
                  <a:gd name="T24" fmla="*/ 8 w 9"/>
                  <a:gd name="T25" fmla="*/ 2 h 14"/>
                  <a:gd name="T26" fmla="*/ 9 w 9"/>
                  <a:gd name="T27" fmla="*/ 4 h 14"/>
                  <a:gd name="T28" fmla="*/ 9 w 9"/>
                  <a:gd name="T29" fmla="*/ 6 h 14"/>
                  <a:gd name="T30" fmla="*/ 9 w 9"/>
                  <a:gd name="T31" fmla="*/ 8 h 14"/>
                  <a:gd name="T32" fmla="*/ 9 w 9"/>
                  <a:gd name="T33" fmla="*/ 9 h 14"/>
                  <a:gd name="T34" fmla="*/ 9 w 9"/>
                  <a:gd name="T35" fmla="*/ 11 h 14"/>
                  <a:gd name="T36" fmla="*/ 8 w 9"/>
                  <a:gd name="T37" fmla="*/ 12 h 14"/>
                  <a:gd name="T38" fmla="*/ 7 w 9"/>
                  <a:gd name="T39" fmla="*/ 13 h 14"/>
                  <a:gd name="T40" fmla="*/ 6 w 9"/>
                  <a:gd name="T41" fmla="*/ 14 h 14"/>
                  <a:gd name="T42" fmla="*/ 4 w 9"/>
                  <a:gd name="T43" fmla="*/ 14 h 14"/>
                  <a:gd name="T44" fmla="*/ 3 w 9"/>
                  <a:gd name="T45" fmla="*/ 14 h 14"/>
                  <a:gd name="T46" fmla="*/ 1 w 9"/>
                  <a:gd name="T47" fmla="*/ 13 h 14"/>
                  <a:gd name="T48" fmla="*/ 7 w 9"/>
                  <a:gd name="T49" fmla="*/ 7 h 14"/>
                  <a:gd name="T50" fmla="*/ 7 w 9"/>
                  <a:gd name="T51" fmla="*/ 5 h 14"/>
                  <a:gd name="T52" fmla="*/ 6 w 9"/>
                  <a:gd name="T53" fmla="*/ 3 h 14"/>
                  <a:gd name="T54" fmla="*/ 5 w 9"/>
                  <a:gd name="T55" fmla="*/ 2 h 14"/>
                  <a:gd name="T56" fmla="*/ 4 w 9"/>
                  <a:gd name="T57" fmla="*/ 2 h 14"/>
                  <a:gd name="T58" fmla="*/ 3 w 9"/>
                  <a:gd name="T59" fmla="*/ 2 h 14"/>
                  <a:gd name="T60" fmla="*/ 2 w 9"/>
                  <a:gd name="T61" fmla="*/ 3 h 14"/>
                  <a:gd name="T62" fmla="*/ 2 w 9"/>
                  <a:gd name="T63" fmla="*/ 5 h 14"/>
                  <a:gd name="T64" fmla="*/ 1 w 9"/>
                  <a:gd name="T65" fmla="*/ 6 h 14"/>
                  <a:gd name="T66" fmla="*/ 1 w 9"/>
                  <a:gd name="T67" fmla="*/ 7 h 14"/>
                  <a:gd name="T68" fmla="*/ 2 w 9"/>
                  <a:gd name="T69" fmla="*/ 10 h 14"/>
                  <a:gd name="T70" fmla="*/ 2 w 9"/>
                  <a:gd name="T71" fmla="*/ 11 h 14"/>
                  <a:gd name="T72" fmla="*/ 3 w 9"/>
                  <a:gd name="T73" fmla="*/ 12 h 14"/>
                  <a:gd name="T74" fmla="*/ 4 w 9"/>
                  <a:gd name="T75" fmla="*/ 12 h 14"/>
                  <a:gd name="T76" fmla="*/ 5 w 9"/>
                  <a:gd name="T77" fmla="*/ 12 h 14"/>
                  <a:gd name="T78" fmla="*/ 6 w 9"/>
                  <a:gd name="T79" fmla="*/ 11 h 14"/>
                  <a:gd name="T80" fmla="*/ 7 w 9"/>
                  <a:gd name="T81" fmla="*/ 10 h 14"/>
                  <a:gd name="T82" fmla="*/ 7 w 9"/>
                  <a:gd name="T83" fmla="*/ 8 h 14"/>
                  <a:gd name="T84" fmla="*/ 7 w 9"/>
                  <a:gd name="T85" fmla="*/ 7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9" h="14">
                    <a:moveTo>
                      <a:pt x="1" y="13"/>
                    </a:moveTo>
                    <a:cubicBezTo>
                      <a:pt x="1" y="13"/>
                      <a:pt x="1" y="12"/>
                      <a:pt x="0" y="12"/>
                    </a:cubicBezTo>
                    <a:cubicBezTo>
                      <a:pt x="0" y="11"/>
                      <a:pt x="0" y="11"/>
                      <a:pt x="0" y="10"/>
                    </a:cubicBezTo>
                    <a:cubicBezTo>
                      <a:pt x="0" y="9"/>
                      <a:pt x="0" y="9"/>
                      <a:pt x="0" y="8"/>
                    </a:cubicBezTo>
                    <a:cubicBezTo>
                      <a:pt x="0" y="7"/>
                      <a:pt x="0" y="6"/>
                      <a:pt x="0" y="6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0" y="4"/>
                      <a:pt x="0" y="3"/>
                      <a:pt x="0" y="3"/>
                    </a:cubicBezTo>
                    <a:cubicBezTo>
                      <a:pt x="1" y="2"/>
                      <a:pt x="1" y="2"/>
                      <a:pt x="1" y="1"/>
                    </a:cubicBezTo>
                    <a:cubicBezTo>
                      <a:pt x="1" y="1"/>
                      <a:pt x="2" y="1"/>
                      <a:pt x="2" y="0"/>
                    </a:cubicBezTo>
                    <a:cubicBezTo>
                      <a:pt x="3" y="0"/>
                      <a:pt x="4" y="0"/>
                      <a:pt x="4" y="0"/>
                    </a:cubicBezTo>
                    <a:cubicBezTo>
                      <a:pt x="5" y="0"/>
                      <a:pt x="5" y="0"/>
                      <a:pt x="6" y="0"/>
                    </a:cubicBezTo>
                    <a:cubicBezTo>
                      <a:pt x="6" y="0"/>
                      <a:pt x="7" y="1"/>
                      <a:pt x="7" y="1"/>
                    </a:cubicBezTo>
                    <a:cubicBezTo>
                      <a:pt x="7" y="1"/>
                      <a:pt x="8" y="2"/>
                      <a:pt x="8" y="2"/>
                    </a:cubicBezTo>
                    <a:cubicBezTo>
                      <a:pt x="8" y="3"/>
                      <a:pt x="9" y="3"/>
                      <a:pt x="9" y="4"/>
                    </a:cubicBezTo>
                    <a:cubicBezTo>
                      <a:pt x="9" y="5"/>
                      <a:pt x="9" y="5"/>
                      <a:pt x="9" y="6"/>
                    </a:cubicBezTo>
                    <a:cubicBezTo>
                      <a:pt x="9" y="6"/>
                      <a:pt x="9" y="7"/>
                      <a:pt x="9" y="8"/>
                    </a:cubicBezTo>
                    <a:cubicBezTo>
                      <a:pt x="9" y="8"/>
                      <a:pt x="9" y="9"/>
                      <a:pt x="9" y="9"/>
                    </a:cubicBezTo>
                    <a:cubicBezTo>
                      <a:pt x="9" y="10"/>
                      <a:pt x="9" y="10"/>
                      <a:pt x="9" y="11"/>
                    </a:cubicBezTo>
                    <a:cubicBezTo>
                      <a:pt x="8" y="11"/>
                      <a:pt x="8" y="12"/>
                      <a:pt x="8" y="12"/>
                    </a:cubicBezTo>
                    <a:cubicBezTo>
                      <a:pt x="8" y="13"/>
                      <a:pt x="7" y="13"/>
                      <a:pt x="7" y="13"/>
                    </a:cubicBezTo>
                    <a:cubicBezTo>
                      <a:pt x="7" y="14"/>
                      <a:pt x="6" y="14"/>
                      <a:pt x="6" y="14"/>
                    </a:cubicBezTo>
                    <a:cubicBezTo>
                      <a:pt x="5" y="14"/>
                      <a:pt x="5" y="14"/>
                      <a:pt x="4" y="14"/>
                    </a:cubicBezTo>
                    <a:cubicBezTo>
                      <a:pt x="4" y="14"/>
                      <a:pt x="3" y="14"/>
                      <a:pt x="3" y="14"/>
                    </a:cubicBezTo>
                    <a:cubicBezTo>
                      <a:pt x="2" y="14"/>
                      <a:pt x="1" y="13"/>
                      <a:pt x="1" y="13"/>
                    </a:cubicBezTo>
                    <a:close/>
                    <a:moveTo>
                      <a:pt x="7" y="7"/>
                    </a:moveTo>
                    <a:cubicBezTo>
                      <a:pt x="7" y="6"/>
                      <a:pt x="7" y="5"/>
                      <a:pt x="7" y="5"/>
                    </a:cubicBezTo>
                    <a:cubicBezTo>
                      <a:pt x="7" y="4"/>
                      <a:pt x="7" y="4"/>
                      <a:pt x="6" y="3"/>
                    </a:cubicBezTo>
                    <a:cubicBezTo>
                      <a:pt x="6" y="3"/>
                      <a:pt x="6" y="3"/>
                      <a:pt x="5" y="2"/>
                    </a:cubicBezTo>
                    <a:cubicBezTo>
                      <a:pt x="5" y="2"/>
                      <a:pt x="5" y="2"/>
                      <a:pt x="4" y="2"/>
                    </a:cubicBezTo>
                    <a:cubicBezTo>
                      <a:pt x="4" y="2"/>
                      <a:pt x="3" y="2"/>
                      <a:pt x="3" y="2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4"/>
                      <a:pt x="2" y="4"/>
                      <a:pt x="2" y="5"/>
                    </a:cubicBezTo>
                    <a:cubicBezTo>
                      <a:pt x="2" y="5"/>
                      <a:pt x="1" y="6"/>
                      <a:pt x="1" y="6"/>
                    </a:cubicBezTo>
                    <a:cubicBezTo>
                      <a:pt x="1" y="6"/>
                      <a:pt x="1" y="7"/>
                      <a:pt x="1" y="7"/>
                    </a:cubicBezTo>
                    <a:cubicBezTo>
                      <a:pt x="1" y="8"/>
                      <a:pt x="1" y="9"/>
                      <a:pt x="2" y="10"/>
                    </a:cubicBezTo>
                    <a:cubicBezTo>
                      <a:pt x="2" y="10"/>
                      <a:pt x="2" y="11"/>
                      <a:pt x="2" y="11"/>
                    </a:cubicBezTo>
                    <a:cubicBezTo>
                      <a:pt x="2" y="12"/>
                      <a:pt x="3" y="12"/>
                      <a:pt x="3" y="12"/>
                    </a:cubicBezTo>
                    <a:cubicBezTo>
                      <a:pt x="3" y="12"/>
                      <a:pt x="4" y="12"/>
                      <a:pt x="4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2"/>
                      <a:pt x="6" y="12"/>
                      <a:pt x="6" y="11"/>
                    </a:cubicBezTo>
                    <a:cubicBezTo>
                      <a:pt x="7" y="11"/>
                      <a:pt x="7" y="10"/>
                      <a:pt x="7" y="10"/>
                    </a:cubicBezTo>
                    <a:cubicBezTo>
                      <a:pt x="7" y="9"/>
                      <a:pt x="7" y="8"/>
                      <a:pt x="7" y="8"/>
                    </a:cubicBezTo>
                    <a:cubicBezTo>
                      <a:pt x="7" y="8"/>
                      <a:pt x="7" y="7"/>
                      <a:pt x="7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7" name="íśľïďê">
              <a:extLst>
                <a:ext uri="{FF2B5EF4-FFF2-40B4-BE49-F238E27FC236}">
                  <a16:creationId xmlns:a16="http://schemas.microsoft.com/office/drawing/2014/main" id="{B1F506E4-E45F-412B-B2C2-FB6FFC8C7544}"/>
                </a:ext>
              </a:extLst>
            </p:cNvPr>
            <p:cNvGrpSpPr/>
            <p:nvPr/>
          </p:nvGrpSpPr>
          <p:grpSpPr>
            <a:xfrm>
              <a:off x="5156287" y="2481344"/>
              <a:ext cx="4169014" cy="1469307"/>
              <a:chOff x="5722938" y="3046413"/>
              <a:chExt cx="1662113" cy="585788"/>
            </a:xfrm>
            <a:grpFill/>
          </p:grpSpPr>
          <p:sp>
            <p:nvSpPr>
              <p:cNvPr id="38" name="îSľíḑè">
                <a:extLst>
                  <a:ext uri="{FF2B5EF4-FFF2-40B4-BE49-F238E27FC236}">
                    <a16:creationId xmlns:a16="http://schemas.microsoft.com/office/drawing/2014/main" id="{583F7C91-B73F-465E-954E-5564DF87A9D1}"/>
                  </a:ext>
                </a:extLst>
              </p:cNvPr>
              <p:cNvSpPr/>
              <p:nvPr/>
            </p:nvSpPr>
            <p:spPr bwMode="auto">
              <a:xfrm>
                <a:off x="7088188" y="3046413"/>
                <a:ext cx="296863" cy="561975"/>
              </a:xfrm>
              <a:custGeom>
                <a:avLst/>
                <a:gdLst>
                  <a:gd name="T0" fmla="*/ 19 w 90"/>
                  <a:gd name="T1" fmla="*/ 151 h 169"/>
                  <a:gd name="T2" fmla="*/ 55 w 90"/>
                  <a:gd name="T3" fmla="*/ 133 h 169"/>
                  <a:gd name="T4" fmla="*/ 43 w 90"/>
                  <a:gd name="T5" fmla="*/ 157 h 169"/>
                  <a:gd name="T6" fmla="*/ 19 w 90"/>
                  <a:gd name="T7" fmla="*/ 151 h 169"/>
                  <a:gd name="T8" fmla="*/ 2 w 90"/>
                  <a:gd name="T9" fmla="*/ 39 h 169"/>
                  <a:gd name="T10" fmla="*/ 3 w 90"/>
                  <a:gd name="T11" fmla="*/ 56 h 169"/>
                  <a:gd name="T12" fmla="*/ 34 w 90"/>
                  <a:gd name="T13" fmla="*/ 32 h 169"/>
                  <a:gd name="T14" fmla="*/ 38 w 90"/>
                  <a:gd name="T15" fmla="*/ 35 h 169"/>
                  <a:gd name="T16" fmla="*/ 47 w 90"/>
                  <a:gd name="T17" fmla="*/ 26 h 169"/>
                  <a:gd name="T18" fmla="*/ 58 w 90"/>
                  <a:gd name="T19" fmla="*/ 16 h 169"/>
                  <a:gd name="T20" fmla="*/ 9 w 90"/>
                  <a:gd name="T21" fmla="*/ 90 h 169"/>
                  <a:gd name="T22" fmla="*/ 9 w 90"/>
                  <a:gd name="T23" fmla="*/ 101 h 169"/>
                  <a:gd name="T24" fmla="*/ 31 w 90"/>
                  <a:gd name="T25" fmla="*/ 89 h 169"/>
                  <a:gd name="T26" fmla="*/ 26 w 90"/>
                  <a:gd name="T27" fmla="*/ 107 h 169"/>
                  <a:gd name="T28" fmla="*/ 30 w 90"/>
                  <a:gd name="T29" fmla="*/ 113 h 169"/>
                  <a:gd name="T30" fmla="*/ 53 w 90"/>
                  <a:gd name="T31" fmla="*/ 118 h 169"/>
                  <a:gd name="T32" fmla="*/ 2 w 90"/>
                  <a:gd name="T33" fmla="*/ 145 h 169"/>
                  <a:gd name="T34" fmla="*/ 48 w 90"/>
                  <a:gd name="T35" fmla="*/ 169 h 169"/>
                  <a:gd name="T36" fmla="*/ 64 w 90"/>
                  <a:gd name="T37" fmla="*/ 130 h 169"/>
                  <a:gd name="T38" fmla="*/ 82 w 90"/>
                  <a:gd name="T39" fmla="*/ 137 h 169"/>
                  <a:gd name="T40" fmla="*/ 90 w 90"/>
                  <a:gd name="T41" fmla="*/ 130 h 169"/>
                  <a:gd name="T42" fmla="*/ 62 w 90"/>
                  <a:gd name="T43" fmla="*/ 119 h 169"/>
                  <a:gd name="T44" fmla="*/ 45 w 90"/>
                  <a:gd name="T45" fmla="*/ 106 h 169"/>
                  <a:gd name="T46" fmla="*/ 47 w 90"/>
                  <a:gd name="T47" fmla="*/ 77 h 169"/>
                  <a:gd name="T48" fmla="*/ 25 w 90"/>
                  <a:gd name="T49" fmla="*/ 82 h 169"/>
                  <a:gd name="T50" fmla="*/ 71 w 90"/>
                  <a:gd name="T51" fmla="*/ 16 h 169"/>
                  <a:gd name="T52" fmla="*/ 59 w 90"/>
                  <a:gd name="T53" fmla="*/ 7 h 169"/>
                  <a:gd name="T54" fmla="*/ 41 w 90"/>
                  <a:gd name="T55" fmla="*/ 21 h 169"/>
                  <a:gd name="T56" fmla="*/ 30 w 90"/>
                  <a:gd name="T57" fmla="*/ 28 h 169"/>
                  <a:gd name="T58" fmla="*/ 17 w 90"/>
                  <a:gd name="T59" fmla="*/ 43 h 169"/>
                  <a:gd name="T60" fmla="*/ 2 w 90"/>
                  <a:gd name="T61" fmla="*/ 39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90" h="169">
                    <a:moveTo>
                      <a:pt x="19" y="151"/>
                    </a:moveTo>
                    <a:cubicBezTo>
                      <a:pt x="19" y="151"/>
                      <a:pt x="41" y="128"/>
                      <a:pt x="55" y="133"/>
                    </a:cubicBezTo>
                    <a:cubicBezTo>
                      <a:pt x="55" y="133"/>
                      <a:pt x="62" y="158"/>
                      <a:pt x="43" y="157"/>
                    </a:cubicBezTo>
                    <a:cubicBezTo>
                      <a:pt x="23" y="155"/>
                      <a:pt x="19" y="151"/>
                      <a:pt x="19" y="151"/>
                    </a:cubicBezTo>
                    <a:close/>
                    <a:moveTo>
                      <a:pt x="2" y="39"/>
                    </a:moveTo>
                    <a:cubicBezTo>
                      <a:pt x="0" y="46"/>
                      <a:pt x="3" y="56"/>
                      <a:pt x="3" y="56"/>
                    </a:cubicBezTo>
                    <a:cubicBezTo>
                      <a:pt x="6" y="75"/>
                      <a:pt x="34" y="32"/>
                      <a:pt x="34" y="32"/>
                    </a:cubicBezTo>
                    <a:cubicBezTo>
                      <a:pt x="35" y="35"/>
                      <a:pt x="38" y="35"/>
                      <a:pt x="38" y="35"/>
                    </a:cubicBezTo>
                    <a:cubicBezTo>
                      <a:pt x="52" y="37"/>
                      <a:pt x="47" y="26"/>
                      <a:pt x="47" y="26"/>
                    </a:cubicBezTo>
                    <a:cubicBezTo>
                      <a:pt x="49" y="21"/>
                      <a:pt x="58" y="16"/>
                      <a:pt x="58" y="16"/>
                    </a:cubicBezTo>
                    <a:cubicBezTo>
                      <a:pt x="44" y="53"/>
                      <a:pt x="9" y="90"/>
                      <a:pt x="9" y="90"/>
                    </a:cubicBezTo>
                    <a:cubicBezTo>
                      <a:pt x="9" y="101"/>
                      <a:pt x="9" y="101"/>
                      <a:pt x="9" y="101"/>
                    </a:cubicBezTo>
                    <a:cubicBezTo>
                      <a:pt x="12" y="114"/>
                      <a:pt x="31" y="89"/>
                      <a:pt x="31" y="89"/>
                    </a:cubicBezTo>
                    <a:cubicBezTo>
                      <a:pt x="26" y="107"/>
                      <a:pt x="26" y="107"/>
                      <a:pt x="26" y="107"/>
                    </a:cubicBezTo>
                    <a:cubicBezTo>
                      <a:pt x="24" y="115"/>
                      <a:pt x="30" y="113"/>
                      <a:pt x="30" y="113"/>
                    </a:cubicBezTo>
                    <a:cubicBezTo>
                      <a:pt x="53" y="112"/>
                      <a:pt x="53" y="118"/>
                      <a:pt x="53" y="118"/>
                    </a:cubicBezTo>
                    <a:cubicBezTo>
                      <a:pt x="12" y="121"/>
                      <a:pt x="2" y="145"/>
                      <a:pt x="2" y="145"/>
                    </a:cubicBezTo>
                    <a:cubicBezTo>
                      <a:pt x="6" y="156"/>
                      <a:pt x="25" y="161"/>
                      <a:pt x="48" y="169"/>
                    </a:cubicBezTo>
                    <a:cubicBezTo>
                      <a:pt x="71" y="168"/>
                      <a:pt x="64" y="130"/>
                      <a:pt x="64" y="130"/>
                    </a:cubicBezTo>
                    <a:cubicBezTo>
                      <a:pt x="79" y="129"/>
                      <a:pt x="82" y="137"/>
                      <a:pt x="82" y="137"/>
                    </a:cubicBezTo>
                    <a:cubicBezTo>
                      <a:pt x="90" y="130"/>
                      <a:pt x="90" y="130"/>
                      <a:pt x="90" y="130"/>
                    </a:cubicBezTo>
                    <a:cubicBezTo>
                      <a:pt x="79" y="115"/>
                      <a:pt x="62" y="119"/>
                      <a:pt x="62" y="119"/>
                    </a:cubicBezTo>
                    <a:cubicBezTo>
                      <a:pt x="60" y="107"/>
                      <a:pt x="45" y="106"/>
                      <a:pt x="45" y="106"/>
                    </a:cubicBezTo>
                    <a:cubicBezTo>
                      <a:pt x="35" y="105"/>
                      <a:pt x="44" y="92"/>
                      <a:pt x="47" y="77"/>
                    </a:cubicBezTo>
                    <a:cubicBezTo>
                      <a:pt x="47" y="64"/>
                      <a:pt x="25" y="82"/>
                      <a:pt x="25" y="82"/>
                    </a:cubicBezTo>
                    <a:cubicBezTo>
                      <a:pt x="43" y="66"/>
                      <a:pt x="66" y="31"/>
                      <a:pt x="71" y="16"/>
                    </a:cubicBezTo>
                    <a:cubicBezTo>
                      <a:pt x="75" y="0"/>
                      <a:pt x="59" y="7"/>
                      <a:pt x="59" y="7"/>
                    </a:cubicBezTo>
                    <a:cubicBezTo>
                      <a:pt x="59" y="7"/>
                      <a:pt x="42" y="20"/>
                      <a:pt x="41" y="21"/>
                    </a:cubicBezTo>
                    <a:cubicBezTo>
                      <a:pt x="32" y="21"/>
                      <a:pt x="30" y="28"/>
                      <a:pt x="30" y="28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7" y="54"/>
                      <a:pt x="2" y="39"/>
                      <a:pt x="2" y="3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9" name="îṥḻîďé">
                <a:extLst>
                  <a:ext uri="{FF2B5EF4-FFF2-40B4-BE49-F238E27FC236}">
                    <a16:creationId xmlns:a16="http://schemas.microsoft.com/office/drawing/2014/main" id="{034632B7-4F2C-48DB-BC75-4D325AECA7E7}"/>
                  </a:ext>
                </a:extLst>
              </p:cNvPr>
              <p:cNvSpPr/>
              <p:nvPr/>
            </p:nvSpPr>
            <p:spPr bwMode="auto">
              <a:xfrm>
                <a:off x="6802438" y="3471863"/>
                <a:ext cx="63500" cy="96838"/>
              </a:xfrm>
              <a:custGeom>
                <a:avLst/>
                <a:gdLst>
                  <a:gd name="T0" fmla="*/ 0 w 19"/>
                  <a:gd name="T1" fmla="*/ 0 h 29"/>
                  <a:gd name="T2" fmla="*/ 1 w 19"/>
                  <a:gd name="T3" fmla="*/ 29 h 29"/>
                  <a:gd name="T4" fmla="*/ 16 w 19"/>
                  <a:gd name="T5" fmla="*/ 13 h 29"/>
                  <a:gd name="T6" fmla="*/ 0 w 19"/>
                  <a:gd name="T7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29">
                    <a:moveTo>
                      <a:pt x="0" y="0"/>
                    </a:moveTo>
                    <a:cubicBezTo>
                      <a:pt x="0" y="0"/>
                      <a:pt x="9" y="19"/>
                      <a:pt x="1" y="29"/>
                    </a:cubicBezTo>
                    <a:cubicBezTo>
                      <a:pt x="1" y="29"/>
                      <a:pt x="13" y="27"/>
                      <a:pt x="16" y="13"/>
                    </a:cubicBezTo>
                    <a:cubicBezTo>
                      <a:pt x="19" y="0"/>
                      <a:pt x="4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iṣľíḍé">
                <a:extLst>
                  <a:ext uri="{FF2B5EF4-FFF2-40B4-BE49-F238E27FC236}">
                    <a16:creationId xmlns:a16="http://schemas.microsoft.com/office/drawing/2014/main" id="{77E427BA-9336-42BA-8F93-AFBE0BC83AD9}"/>
                  </a:ext>
                </a:extLst>
              </p:cNvPr>
              <p:cNvSpPr/>
              <p:nvPr/>
            </p:nvSpPr>
            <p:spPr bwMode="auto">
              <a:xfrm>
                <a:off x="6605588" y="3289301"/>
                <a:ext cx="223838" cy="309563"/>
              </a:xfrm>
              <a:custGeom>
                <a:avLst/>
                <a:gdLst>
                  <a:gd name="T0" fmla="*/ 26 w 68"/>
                  <a:gd name="T1" fmla="*/ 21 h 93"/>
                  <a:gd name="T2" fmla="*/ 30 w 68"/>
                  <a:gd name="T3" fmla="*/ 28 h 93"/>
                  <a:gd name="T4" fmla="*/ 42 w 68"/>
                  <a:gd name="T5" fmla="*/ 18 h 93"/>
                  <a:gd name="T6" fmla="*/ 37 w 68"/>
                  <a:gd name="T7" fmla="*/ 9 h 93"/>
                  <a:gd name="T8" fmla="*/ 46 w 68"/>
                  <a:gd name="T9" fmla="*/ 6 h 93"/>
                  <a:gd name="T10" fmla="*/ 53 w 68"/>
                  <a:gd name="T11" fmla="*/ 12 h 93"/>
                  <a:gd name="T12" fmla="*/ 62 w 68"/>
                  <a:gd name="T13" fmla="*/ 5 h 93"/>
                  <a:gd name="T14" fmla="*/ 68 w 68"/>
                  <a:gd name="T15" fmla="*/ 10 h 93"/>
                  <a:gd name="T16" fmla="*/ 53 w 68"/>
                  <a:gd name="T17" fmla="*/ 25 h 93"/>
                  <a:gd name="T18" fmla="*/ 27 w 68"/>
                  <a:gd name="T19" fmla="*/ 71 h 93"/>
                  <a:gd name="T20" fmla="*/ 0 w 68"/>
                  <a:gd name="T21" fmla="*/ 92 h 93"/>
                  <a:gd name="T22" fmla="*/ 0 w 68"/>
                  <a:gd name="T23" fmla="*/ 89 h 93"/>
                  <a:gd name="T24" fmla="*/ 31 w 68"/>
                  <a:gd name="T25" fmla="*/ 42 h 93"/>
                  <a:gd name="T26" fmla="*/ 21 w 68"/>
                  <a:gd name="T27" fmla="*/ 23 h 93"/>
                  <a:gd name="T28" fmla="*/ 26 w 68"/>
                  <a:gd name="T29" fmla="*/ 2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8" h="93">
                    <a:moveTo>
                      <a:pt x="26" y="21"/>
                    </a:moveTo>
                    <a:cubicBezTo>
                      <a:pt x="26" y="21"/>
                      <a:pt x="21" y="36"/>
                      <a:pt x="30" y="28"/>
                    </a:cubicBezTo>
                    <a:cubicBezTo>
                      <a:pt x="42" y="18"/>
                      <a:pt x="42" y="18"/>
                      <a:pt x="42" y="18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37" y="9"/>
                      <a:pt x="38" y="0"/>
                      <a:pt x="46" y="6"/>
                    </a:cubicBezTo>
                    <a:cubicBezTo>
                      <a:pt x="53" y="12"/>
                      <a:pt x="53" y="12"/>
                      <a:pt x="53" y="12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8" y="10"/>
                      <a:pt x="68" y="10"/>
                      <a:pt x="68" y="10"/>
                    </a:cubicBezTo>
                    <a:cubicBezTo>
                      <a:pt x="53" y="25"/>
                      <a:pt x="53" y="25"/>
                      <a:pt x="53" y="25"/>
                    </a:cubicBezTo>
                    <a:cubicBezTo>
                      <a:pt x="53" y="25"/>
                      <a:pt x="54" y="39"/>
                      <a:pt x="27" y="71"/>
                    </a:cubicBezTo>
                    <a:cubicBezTo>
                      <a:pt x="27" y="71"/>
                      <a:pt x="12" y="93"/>
                      <a:pt x="0" y="92"/>
                    </a:cubicBezTo>
                    <a:cubicBezTo>
                      <a:pt x="0" y="89"/>
                      <a:pt x="0" y="89"/>
                      <a:pt x="0" y="89"/>
                    </a:cubicBezTo>
                    <a:cubicBezTo>
                      <a:pt x="0" y="89"/>
                      <a:pt x="17" y="83"/>
                      <a:pt x="31" y="42"/>
                    </a:cubicBezTo>
                    <a:cubicBezTo>
                      <a:pt x="31" y="42"/>
                      <a:pt x="13" y="49"/>
                      <a:pt x="21" y="23"/>
                    </a:cubicBezTo>
                    <a:cubicBezTo>
                      <a:pt x="21" y="23"/>
                      <a:pt x="22" y="16"/>
                      <a:pt x="26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iSlidé">
                <a:extLst>
                  <a:ext uri="{FF2B5EF4-FFF2-40B4-BE49-F238E27FC236}">
                    <a16:creationId xmlns:a16="http://schemas.microsoft.com/office/drawing/2014/main" id="{8C2EF347-4586-4DCE-BA4E-21E22F7139B9}"/>
                  </a:ext>
                </a:extLst>
              </p:cNvPr>
              <p:cNvSpPr/>
              <p:nvPr/>
            </p:nvSpPr>
            <p:spPr bwMode="auto">
              <a:xfrm>
                <a:off x="6334125" y="3495676"/>
                <a:ext cx="79375" cy="76200"/>
              </a:xfrm>
              <a:custGeom>
                <a:avLst/>
                <a:gdLst>
                  <a:gd name="T0" fmla="*/ 0 w 24"/>
                  <a:gd name="T1" fmla="*/ 4 h 23"/>
                  <a:gd name="T2" fmla="*/ 21 w 24"/>
                  <a:gd name="T3" fmla="*/ 19 h 23"/>
                  <a:gd name="T4" fmla="*/ 18 w 24"/>
                  <a:gd name="T5" fmla="*/ 23 h 23"/>
                  <a:gd name="T6" fmla="*/ 0 w 24"/>
                  <a:gd name="T7" fmla="*/ 4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4" h="23">
                    <a:moveTo>
                      <a:pt x="0" y="4"/>
                    </a:moveTo>
                    <a:cubicBezTo>
                      <a:pt x="0" y="4"/>
                      <a:pt x="24" y="0"/>
                      <a:pt x="21" y="19"/>
                    </a:cubicBezTo>
                    <a:cubicBezTo>
                      <a:pt x="18" y="23"/>
                      <a:pt x="18" y="23"/>
                      <a:pt x="18" y="23"/>
                    </a:cubicBez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2" name="ïśľïdê">
                <a:extLst>
                  <a:ext uri="{FF2B5EF4-FFF2-40B4-BE49-F238E27FC236}">
                    <a16:creationId xmlns:a16="http://schemas.microsoft.com/office/drawing/2014/main" id="{7779A4E8-87D8-4496-A494-674B35972478}"/>
                  </a:ext>
                </a:extLst>
              </p:cNvPr>
              <p:cNvSpPr/>
              <p:nvPr/>
            </p:nvSpPr>
            <p:spPr bwMode="auto">
              <a:xfrm>
                <a:off x="6194425" y="3171826"/>
                <a:ext cx="225425" cy="460375"/>
              </a:xfrm>
              <a:custGeom>
                <a:avLst/>
                <a:gdLst>
                  <a:gd name="T0" fmla="*/ 3 w 68"/>
                  <a:gd name="T1" fmla="*/ 55 h 138"/>
                  <a:gd name="T2" fmla="*/ 24 w 68"/>
                  <a:gd name="T3" fmla="*/ 42 h 138"/>
                  <a:gd name="T4" fmla="*/ 38 w 68"/>
                  <a:gd name="T5" fmla="*/ 1 h 138"/>
                  <a:gd name="T6" fmla="*/ 44 w 68"/>
                  <a:gd name="T7" fmla="*/ 16 h 138"/>
                  <a:gd name="T8" fmla="*/ 37 w 68"/>
                  <a:gd name="T9" fmla="*/ 34 h 138"/>
                  <a:gd name="T10" fmla="*/ 55 w 68"/>
                  <a:gd name="T11" fmla="*/ 12 h 138"/>
                  <a:gd name="T12" fmla="*/ 58 w 68"/>
                  <a:gd name="T13" fmla="*/ 32 h 138"/>
                  <a:gd name="T14" fmla="*/ 24 w 68"/>
                  <a:gd name="T15" fmla="*/ 62 h 138"/>
                  <a:gd name="T16" fmla="*/ 18 w 68"/>
                  <a:gd name="T17" fmla="*/ 92 h 138"/>
                  <a:gd name="T18" fmla="*/ 27 w 68"/>
                  <a:gd name="T19" fmla="*/ 83 h 138"/>
                  <a:gd name="T20" fmla="*/ 34 w 68"/>
                  <a:gd name="T21" fmla="*/ 56 h 138"/>
                  <a:gd name="T22" fmla="*/ 47 w 68"/>
                  <a:gd name="T23" fmla="*/ 76 h 138"/>
                  <a:gd name="T24" fmla="*/ 39 w 68"/>
                  <a:gd name="T25" fmla="*/ 87 h 138"/>
                  <a:gd name="T26" fmla="*/ 40 w 68"/>
                  <a:gd name="T27" fmla="*/ 132 h 138"/>
                  <a:gd name="T28" fmla="*/ 22 w 68"/>
                  <a:gd name="T29" fmla="*/ 120 h 138"/>
                  <a:gd name="T30" fmla="*/ 12 w 68"/>
                  <a:gd name="T31" fmla="*/ 138 h 138"/>
                  <a:gd name="T32" fmla="*/ 2 w 68"/>
                  <a:gd name="T33" fmla="*/ 127 h 138"/>
                  <a:gd name="T34" fmla="*/ 27 w 68"/>
                  <a:gd name="T35" fmla="*/ 102 h 138"/>
                  <a:gd name="T36" fmla="*/ 26 w 68"/>
                  <a:gd name="T37" fmla="*/ 95 h 138"/>
                  <a:gd name="T38" fmla="*/ 15 w 68"/>
                  <a:gd name="T39" fmla="*/ 106 h 138"/>
                  <a:gd name="T40" fmla="*/ 5 w 68"/>
                  <a:gd name="T41" fmla="*/ 98 h 138"/>
                  <a:gd name="T42" fmla="*/ 16 w 68"/>
                  <a:gd name="T43" fmla="*/ 67 h 138"/>
                  <a:gd name="T44" fmla="*/ 3 w 68"/>
                  <a:gd name="T45" fmla="*/ 55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8" h="138">
                    <a:moveTo>
                      <a:pt x="3" y="55"/>
                    </a:moveTo>
                    <a:cubicBezTo>
                      <a:pt x="3" y="55"/>
                      <a:pt x="17" y="58"/>
                      <a:pt x="24" y="42"/>
                    </a:cubicBezTo>
                    <a:cubicBezTo>
                      <a:pt x="24" y="42"/>
                      <a:pt x="38" y="9"/>
                      <a:pt x="38" y="1"/>
                    </a:cubicBezTo>
                    <a:cubicBezTo>
                      <a:pt x="38" y="1"/>
                      <a:pt x="46" y="0"/>
                      <a:pt x="44" y="16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55" y="23"/>
                      <a:pt x="55" y="12"/>
                    </a:cubicBezTo>
                    <a:cubicBezTo>
                      <a:pt x="55" y="12"/>
                      <a:pt x="68" y="10"/>
                      <a:pt x="58" y="32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18" y="92"/>
                      <a:pt x="18" y="92"/>
                      <a:pt x="18" y="92"/>
                    </a:cubicBezTo>
                    <a:cubicBezTo>
                      <a:pt x="27" y="83"/>
                      <a:pt x="27" y="83"/>
                      <a:pt x="27" y="83"/>
                    </a:cubicBezTo>
                    <a:cubicBezTo>
                      <a:pt x="27" y="83"/>
                      <a:pt x="27" y="61"/>
                      <a:pt x="34" y="56"/>
                    </a:cubicBezTo>
                    <a:cubicBezTo>
                      <a:pt x="34" y="56"/>
                      <a:pt x="50" y="55"/>
                      <a:pt x="47" y="76"/>
                    </a:cubicBezTo>
                    <a:cubicBezTo>
                      <a:pt x="47" y="76"/>
                      <a:pt x="42" y="83"/>
                      <a:pt x="39" y="87"/>
                    </a:cubicBezTo>
                    <a:cubicBezTo>
                      <a:pt x="40" y="132"/>
                      <a:pt x="40" y="132"/>
                      <a:pt x="40" y="132"/>
                    </a:cubicBezTo>
                    <a:cubicBezTo>
                      <a:pt x="22" y="120"/>
                      <a:pt x="22" y="120"/>
                      <a:pt x="22" y="120"/>
                    </a:cubicBezTo>
                    <a:cubicBezTo>
                      <a:pt x="12" y="138"/>
                      <a:pt x="12" y="138"/>
                      <a:pt x="12" y="138"/>
                    </a:cubicBezTo>
                    <a:cubicBezTo>
                      <a:pt x="2" y="127"/>
                      <a:pt x="2" y="127"/>
                      <a:pt x="2" y="127"/>
                    </a:cubicBezTo>
                    <a:cubicBezTo>
                      <a:pt x="2" y="127"/>
                      <a:pt x="25" y="114"/>
                      <a:pt x="27" y="102"/>
                    </a:cubicBezTo>
                    <a:cubicBezTo>
                      <a:pt x="26" y="95"/>
                      <a:pt x="26" y="95"/>
                      <a:pt x="26" y="95"/>
                    </a:cubicBezTo>
                    <a:cubicBezTo>
                      <a:pt x="15" y="106"/>
                      <a:pt x="15" y="106"/>
                      <a:pt x="15" y="106"/>
                    </a:cubicBezTo>
                    <a:cubicBezTo>
                      <a:pt x="5" y="98"/>
                      <a:pt x="5" y="98"/>
                      <a:pt x="5" y="98"/>
                    </a:cubicBezTo>
                    <a:cubicBezTo>
                      <a:pt x="16" y="67"/>
                      <a:pt x="16" y="67"/>
                      <a:pt x="16" y="67"/>
                    </a:cubicBezTo>
                    <a:cubicBezTo>
                      <a:pt x="16" y="67"/>
                      <a:pt x="0" y="60"/>
                      <a:pt x="3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3" name="išḷíḍe">
                <a:extLst>
                  <a:ext uri="{FF2B5EF4-FFF2-40B4-BE49-F238E27FC236}">
                    <a16:creationId xmlns:a16="http://schemas.microsoft.com/office/drawing/2014/main" id="{7F476276-FE05-4EBA-9554-25580868476D}"/>
                  </a:ext>
                </a:extLst>
              </p:cNvPr>
              <p:cNvSpPr/>
              <p:nvPr/>
            </p:nvSpPr>
            <p:spPr bwMode="auto">
              <a:xfrm>
                <a:off x="5946775" y="3398838"/>
                <a:ext cx="96838" cy="100013"/>
              </a:xfrm>
              <a:custGeom>
                <a:avLst/>
                <a:gdLst>
                  <a:gd name="T0" fmla="*/ 0 w 29"/>
                  <a:gd name="T1" fmla="*/ 30 h 30"/>
                  <a:gd name="T2" fmla="*/ 14 w 29"/>
                  <a:gd name="T3" fmla="*/ 0 h 30"/>
                  <a:gd name="T4" fmla="*/ 29 w 29"/>
                  <a:gd name="T5" fmla="*/ 14 h 30"/>
                  <a:gd name="T6" fmla="*/ 0 w 29"/>
                  <a:gd name="T7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30">
                    <a:moveTo>
                      <a:pt x="0" y="3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9" y="14"/>
                      <a:pt x="9" y="29"/>
                      <a:pt x="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4" name="îṣḻîḓè">
                <a:extLst>
                  <a:ext uri="{FF2B5EF4-FFF2-40B4-BE49-F238E27FC236}">
                    <a16:creationId xmlns:a16="http://schemas.microsoft.com/office/drawing/2014/main" id="{ACC74B45-02FF-4F34-8E7E-F082B340D77C}"/>
                  </a:ext>
                </a:extLst>
              </p:cNvPr>
              <p:cNvSpPr/>
              <p:nvPr/>
            </p:nvSpPr>
            <p:spPr bwMode="auto">
              <a:xfrm>
                <a:off x="5722938" y="3419476"/>
                <a:ext cx="201613" cy="176213"/>
              </a:xfrm>
              <a:custGeom>
                <a:avLst/>
                <a:gdLst>
                  <a:gd name="T0" fmla="*/ 16 w 61"/>
                  <a:gd name="T1" fmla="*/ 38 h 53"/>
                  <a:gd name="T2" fmla="*/ 59 w 61"/>
                  <a:gd name="T3" fmla="*/ 0 h 53"/>
                  <a:gd name="T4" fmla="*/ 61 w 61"/>
                  <a:gd name="T5" fmla="*/ 4 h 53"/>
                  <a:gd name="T6" fmla="*/ 10 w 61"/>
                  <a:gd name="T7" fmla="*/ 53 h 53"/>
                  <a:gd name="T8" fmla="*/ 0 w 61"/>
                  <a:gd name="T9" fmla="*/ 41 h 53"/>
                  <a:gd name="T10" fmla="*/ 11 w 61"/>
                  <a:gd name="T11" fmla="*/ 8 h 53"/>
                  <a:gd name="T12" fmla="*/ 16 w 61"/>
                  <a:gd name="T13" fmla="*/ 38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1" h="53">
                    <a:moveTo>
                      <a:pt x="16" y="38"/>
                    </a:moveTo>
                    <a:cubicBezTo>
                      <a:pt x="59" y="0"/>
                      <a:pt x="59" y="0"/>
                      <a:pt x="59" y="0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4"/>
                      <a:pt x="40" y="40"/>
                      <a:pt x="10" y="53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1"/>
                      <a:pt x="11" y="18"/>
                      <a:pt x="11" y="8"/>
                    </a:cubicBezTo>
                    <a:cubicBezTo>
                      <a:pt x="11" y="8"/>
                      <a:pt x="27" y="6"/>
                      <a:pt x="16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iṣḷîḓé">
                <a:extLst>
                  <a:ext uri="{FF2B5EF4-FFF2-40B4-BE49-F238E27FC236}">
                    <a16:creationId xmlns:a16="http://schemas.microsoft.com/office/drawing/2014/main" id="{53C94A61-654E-4C9F-B270-BEE5DAF51C27}"/>
                  </a:ext>
                </a:extLst>
              </p:cNvPr>
              <p:cNvSpPr/>
              <p:nvPr/>
            </p:nvSpPr>
            <p:spPr bwMode="auto">
              <a:xfrm>
                <a:off x="5870575" y="3235326"/>
                <a:ext cx="60325" cy="177800"/>
              </a:xfrm>
              <a:custGeom>
                <a:avLst/>
                <a:gdLst>
                  <a:gd name="T0" fmla="*/ 0 w 18"/>
                  <a:gd name="T1" fmla="*/ 51 h 53"/>
                  <a:gd name="T2" fmla="*/ 1 w 18"/>
                  <a:gd name="T3" fmla="*/ 0 h 53"/>
                  <a:gd name="T4" fmla="*/ 15 w 18"/>
                  <a:gd name="T5" fmla="*/ 21 h 53"/>
                  <a:gd name="T6" fmla="*/ 0 w 18"/>
                  <a:gd name="T7" fmla="*/ 51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" h="53">
                    <a:moveTo>
                      <a:pt x="0" y="51"/>
                    </a:moveTo>
                    <a:cubicBezTo>
                      <a:pt x="0" y="51"/>
                      <a:pt x="8" y="16"/>
                      <a:pt x="1" y="0"/>
                    </a:cubicBezTo>
                    <a:cubicBezTo>
                      <a:pt x="1" y="0"/>
                      <a:pt x="18" y="4"/>
                      <a:pt x="15" y="21"/>
                    </a:cubicBezTo>
                    <a:cubicBezTo>
                      <a:pt x="11" y="39"/>
                      <a:pt x="11" y="53"/>
                      <a:pt x="0" y="5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8" name="ïṩ1îḑé">
              <a:extLst>
                <a:ext uri="{FF2B5EF4-FFF2-40B4-BE49-F238E27FC236}">
                  <a16:creationId xmlns:a16="http://schemas.microsoft.com/office/drawing/2014/main" id="{4CF24D40-3498-4DA2-8E14-09580AC415B4}"/>
                </a:ext>
              </a:extLst>
            </p:cNvPr>
            <p:cNvGrpSpPr/>
            <p:nvPr/>
          </p:nvGrpSpPr>
          <p:grpSpPr>
            <a:xfrm>
              <a:off x="5112548" y="4078070"/>
              <a:ext cx="4180976" cy="274494"/>
              <a:chOff x="5705475" y="3682999"/>
              <a:chExt cx="1666875" cy="109436"/>
            </a:xfrm>
            <a:grpFill/>
          </p:grpSpPr>
          <p:sp>
            <p:nvSpPr>
              <p:cNvPr id="19" name="îṣḷidê">
                <a:extLst>
                  <a:ext uri="{FF2B5EF4-FFF2-40B4-BE49-F238E27FC236}">
                    <a16:creationId xmlns:a16="http://schemas.microsoft.com/office/drawing/2014/main" id="{E6464D9B-1147-40C6-99A2-5C95750CB15A}"/>
                  </a:ext>
                </a:extLst>
              </p:cNvPr>
              <p:cNvSpPr/>
              <p:nvPr/>
            </p:nvSpPr>
            <p:spPr bwMode="auto">
              <a:xfrm>
                <a:off x="5705475" y="3683001"/>
                <a:ext cx="63500" cy="92075"/>
              </a:xfrm>
              <a:custGeom>
                <a:avLst/>
                <a:gdLst>
                  <a:gd name="T0" fmla="*/ 19 w 19"/>
                  <a:gd name="T1" fmla="*/ 20 h 28"/>
                  <a:gd name="T2" fmla="*/ 16 w 19"/>
                  <a:gd name="T3" fmla="*/ 25 h 28"/>
                  <a:gd name="T4" fmla="*/ 9 w 19"/>
                  <a:gd name="T5" fmla="*/ 28 h 28"/>
                  <a:gd name="T6" fmla="*/ 2 w 19"/>
                  <a:gd name="T7" fmla="*/ 25 h 28"/>
                  <a:gd name="T8" fmla="*/ 0 w 19"/>
                  <a:gd name="T9" fmla="*/ 20 h 28"/>
                  <a:gd name="T10" fmla="*/ 0 w 19"/>
                  <a:gd name="T11" fmla="*/ 19 h 28"/>
                  <a:gd name="T12" fmla="*/ 4 w 19"/>
                  <a:gd name="T13" fmla="*/ 19 h 28"/>
                  <a:gd name="T14" fmla="*/ 4 w 19"/>
                  <a:gd name="T15" fmla="*/ 20 h 28"/>
                  <a:gd name="T16" fmla="*/ 6 w 19"/>
                  <a:gd name="T17" fmla="*/ 23 h 28"/>
                  <a:gd name="T18" fmla="*/ 9 w 19"/>
                  <a:gd name="T19" fmla="*/ 24 h 28"/>
                  <a:gd name="T20" fmla="*/ 14 w 19"/>
                  <a:gd name="T21" fmla="*/ 23 h 28"/>
                  <a:gd name="T22" fmla="*/ 15 w 19"/>
                  <a:gd name="T23" fmla="*/ 20 h 28"/>
                  <a:gd name="T24" fmla="*/ 13 w 19"/>
                  <a:gd name="T25" fmla="*/ 17 h 28"/>
                  <a:gd name="T26" fmla="*/ 9 w 19"/>
                  <a:gd name="T27" fmla="*/ 14 h 28"/>
                  <a:gd name="T28" fmla="*/ 3 w 19"/>
                  <a:gd name="T29" fmla="*/ 11 h 28"/>
                  <a:gd name="T30" fmla="*/ 1 w 19"/>
                  <a:gd name="T31" fmla="*/ 7 h 28"/>
                  <a:gd name="T32" fmla="*/ 3 w 19"/>
                  <a:gd name="T33" fmla="*/ 2 h 28"/>
                  <a:gd name="T34" fmla="*/ 9 w 19"/>
                  <a:gd name="T35" fmla="*/ 0 h 28"/>
                  <a:gd name="T36" fmla="*/ 16 w 19"/>
                  <a:gd name="T37" fmla="*/ 2 h 28"/>
                  <a:gd name="T38" fmla="*/ 18 w 19"/>
                  <a:gd name="T39" fmla="*/ 7 h 28"/>
                  <a:gd name="T40" fmla="*/ 14 w 19"/>
                  <a:gd name="T41" fmla="*/ 7 h 28"/>
                  <a:gd name="T42" fmla="*/ 13 w 19"/>
                  <a:gd name="T43" fmla="*/ 4 h 28"/>
                  <a:gd name="T44" fmla="*/ 9 w 19"/>
                  <a:gd name="T45" fmla="*/ 3 h 28"/>
                  <a:gd name="T46" fmla="*/ 6 w 19"/>
                  <a:gd name="T47" fmla="*/ 4 h 28"/>
                  <a:gd name="T48" fmla="*/ 5 w 19"/>
                  <a:gd name="T49" fmla="*/ 7 h 28"/>
                  <a:gd name="T50" fmla="*/ 6 w 19"/>
                  <a:gd name="T51" fmla="*/ 9 h 28"/>
                  <a:gd name="T52" fmla="*/ 11 w 19"/>
                  <a:gd name="T53" fmla="*/ 12 h 28"/>
                  <a:gd name="T54" fmla="*/ 17 w 19"/>
                  <a:gd name="T55" fmla="*/ 15 h 28"/>
                  <a:gd name="T56" fmla="*/ 19 w 19"/>
                  <a:gd name="T57" fmla="*/ 2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9" h="28">
                    <a:moveTo>
                      <a:pt x="19" y="20"/>
                    </a:moveTo>
                    <a:cubicBezTo>
                      <a:pt x="19" y="22"/>
                      <a:pt x="18" y="24"/>
                      <a:pt x="16" y="25"/>
                    </a:cubicBezTo>
                    <a:cubicBezTo>
                      <a:pt x="15" y="27"/>
                      <a:pt x="12" y="28"/>
                      <a:pt x="9" y="28"/>
                    </a:cubicBezTo>
                    <a:cubicBezTo>
                      <a:pt x="6" y="28"/>
                      <a:pt x="4" y="27"/>
                      <a:pt x="2" y="25"/>
                    </a:cubicBezTo>
                    <a:cubicBezTo>
                      <a:pt x="1" y="24"/>
                      <a:pt x="0" y="22"/>
                      <a:pt x="0" y="20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4" y="21"/>
                      <a:pt x="5" y="22"/>
                      <a:pt x="6" y="23"/>
                    </a:cubicBezTo>
                    <a:cubicBezTo>
                      <a:pt x="7" y="24"/>
                      <a:pt x="8" y="24"/>
                      <a:pt x="9" y="24"/>
                    </a:cubicBezTo>
                    <a:cubicBezTo>
                      <a:pt x="11" y="24"/>
                      <a:pt x="13" y="24"/>
                      <a:pt x="14" y="23"/>
                    </a:cubicBezTo>
                    <a:cubicBezTo>
                      <a:pt x="15" y="22"/>
                      <a:pt x="15" y="21"/>
                      <a:pt x="15" y="20"/>
                    </a:cubicBezTo>
                    <a:cubicBezTo>
                      <a:pt x="15" y="19"/>
                      <a:pt x="14" y="18"/>
                      <a:pt x="13" y="17"/>
                    </a:cubicBezTo>
                    <a:cubicBezTo>
                      <a:pt x="12" y="16"/>
                      <a:pt x="11" y="15"/>
                      <a:pt x="9" y="14"/>
                    </a:cubicBezTo>
                    <a:cubicBezTo>
                      <a:pt x="6" y="13"/>
                      <a:pt x="4" y="12"/>
                      <a:pt x="3" y="11"/>
                    </a:cubicBezTo>
                    <a:cubicBezTo>
                      <a:pt x="1" y="10"/>
                      <a:pt x="1" y="9"/>
                      <a:pt x="1" y="7"/>
                    </a:cubicBezTo>
                    <a:cubicBezTo>
                      <a:pt x="1" y="5"/>
                      <a:pt x="2" y="3"/>
                      <a:pt x="3" y="2"/>
                    </a:cubicBezTo>
                    <a:cubicBezTo>
                      <a:pt x="5" y="0"/>
                      <a:pt x="7" y="0"/>
                      <a:pt x="9" y="0"/>
                    </a:cubicBezTo>
                    <a:cubicBezTo>
                      <a:pt x="13" y="0"/>
                      <a:pt x="15" y="0"/>
                      <a:pt x="16" y="2"/>
                    </a:cubicBezTo>
                    <a:cubicBezTo>
                      <a:pt x="17" y="4"/>
                      <a:pt x="18" y="5"/>
                      <a:pt x="18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6"/>
                      <a:pt x="14" y="5"/>
                      <a:pt x="13" y="4"/>
                    </a:cubicBezTo>
                    <a:cubicBezTo>
                      <a:pt x="12" y="3"/>
                      <a:pt x="11" y="3"/>
                      <a:pt x="9" y="3"/>
                    </a:cubicBezTo>
                    <a:cubicBezTo>
                      <a:pt x="8" y="3"/>
                      <a:pt x="7" y="3"/>
                      <a:pt x="6" y="4"/>
                    </a:cubicBezTo>
                    <a:cubicBezTo>
                      <a:pt x="5" y="5"/>
                      <a:pt x="5" y="5"/>
                      <a:pt x="5" y="7"/>
                    </a:cubicBezTo>
                    <a:cubicBezTo>
                      <a:pt x="5" y="8"/>
                      <a:pt x="5" y="8"/>
                      <a:pt x="6" y="9"/>
                    </a:cubicBezTo>
                    <a:cubicBezTo>
                      <a:pt x="6" y="10"/>
                      <a:pt x="8" y="11"/>
                      <a:pt x="11" y="12"/>
                    </a:cubicBezTo>
                    <a:cubicBezTo>
                      <a:pt x="13" y="13"/>
                      <a:pt x="15" y="14"/>
                      <a:pt x="17" y="15"/>
                    </a:cubicBezTo>
                    <a:cubicBezTo>
                      <a:pt x="18" y="16"/>
                      <a:pt x="19" y="18"/>
                      <a:pt x="19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0" name="íṣḻïḑè">
                <a:extLst>
                  <a:ext uri="{FF2B5EF4-FFF2-40B4-BE49-F238E27FC236}">
                    <a16:creationId xmlns:a16="http://schemas.microsoft.com/office/drawing/2014/main" id="{E44D0FD8-BA9E-49AA-AB64-A773F84B6898}"/>
                  </a:ext>
                </a:extLst>
              </p:cNvPr>
              <p:cNvSpPr/>
              <p:nvPr/>
            </p:nvSpPr>
            <p:spPr bwMode="auto">
              <a:xfrm>
                <a:off x="5799138" y="3683001"/>
                <a:ext cx="58738" cy="88900"/>
              </a:xfrm>
              <a:custGeom>
                <a:avLst/>
                <a:gdLst>
                  <a:gd name="T0" fmla="*/ 37 w 37"/>
                  <a:gd name="T1" fmla="*/ 56 h 56"/>
                  <a:gd name="T2" fmla="*/ 29 w 37"/>
                  <a:gd name="T3" fmla="*/ 56 h 56"/>
                  <a:gd name="T4" fmla="*/ 29 w 37"/>
                  <a:gd name="T5" fmla="*/ 29 h 56"/>
                  <a:gd name="T6" fmla="*/ 8 w 37"/>
                  <a:gd name="T7" fmla="*/ 29 h 56"/>
                  <a:gd name="T8" fmla="*/ 8 w 37"/>
                  <a:gd name="T9" fmla="*/ 56 h 56"/>
                  <a:gd name="T10" fmla="*/ 0 w 37"/>
                  <a:gd name="T11" fmla="*/ 56 h 56"/>
                  <a:gd name="T12" fmla="*/ 0 w 37"/>
                  <a:gd name="T13" fmla="*/ 0 h 56"/>
                  <a:gd name="T14" fmla="*/ 8 w 37"/>
                  <a:gd name="T15" fmla="*/ 0 h 56"/>
                  <a:gd name="T16" fmla="*/ 8 w 37"/>
                  <a:gd name="T17" fmla="*/ 23 h 56"/>
                  <a:gd name="T18" fmla="*/ 29 w 37"/>
                  <a:gd name="T19" fmla="*/ 23 h 56"/>
                  <a:gd name="T20" fmla="*/ 29 w 37"/>
                  <a:gd name="T21" fmla="*/ 0 h 56"/>
                  <a:gd name="T22" fmla="*/ 37 w 37"/>
                  <a:gd name="T23" fmla="*/ 0 h 56"/>
                  <a:gd name="T24" fmla="*/ 37 w 37"/>
                  <a:gd name="T25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7" h="56">
                    <a:moveTo>
                      <a:pt x="37" y="56"/>
                    </a:moveTo>
                    <a:lnTo>
                      <a:pt x="29" y="56"/>
                    </a:lnTo>
                    <a:lnTo>
                      <a:pt x="29" y="29"/>
                    </a:lnTo>
                    <a:lnTo>
                      <a:pt x="8" y="29"/>
                    </a:lnTo>
                    <a:lnTo>
                      <a:pt x="8" y="56"/>
                    </a:lnTo>
                    <a:lnTo>
                      <a:pt x="0" y="56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8" y="23"/>
                    </a:lnTo>
                    <a:lnTo>
                      <a:pt x="29" y="23"/>
                    </a:lnTo>
                    <a:lnTo>
                      <a:pt x="29" y="0"/>
                    </a:lnTo>
                    <a:lnTo>
                      <a:pt x="37" y="0"/>
                    </a:lnTo>
                    <a:lnTo>
                      <a:pt x="37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1" name="iṧľiḍe">
                <a:extLst>
                  <a:ext uri="{FF2B5EF4-FFF2-40B4-BE49-F238E27FC236}">
                    <a16:creationId xmlns:a16="http://schemas.microsoft.com/office/drawing/2014/main" id="{49DDBFDB-335B-4325-AF48-5124B9B83624}"/>
                  </a:ext>
                </a:extLst>
              </p:cNvPr>
              <p:cNvSpPr/>
              <p:nvPr/>
            </p:nvSpPr>
            <p:spPr bwMode="auto">
              <a:xfrm>
                <a:off x="5884863" y="3683001"/>
                <a:ext cx="68263" cy="88900"/>
              </a:xfrm>
              <a:custGeom>
                <a:avLst/>
                <a:gdLst>
                  <a:gd name="T0" fmla="*/ 43 w 43"/>
                  <a:gd name="T1" fmla="*/ 56 h 56"/>
                  <a:gd name="T2" fmla="*/ 35 w 43"/>
                  <a:gd name="T3" fmla="*/ 56 h 56"/>
                  <a:gd name="T4" fmla="*/ 29 w 43"/>
                  <a:gd name="T5" fmla="*/ 40 h 56"/>
                  <a:gd name="T6" fmla="*/ 14 w 43"/>
                  <a:gd name="T7" fmla="*/ 40 h 56"/>
                  <a:gd name="T8" fmla="*/ 8 w 43"/>
                  <a:gd name="T9" fmla="*/ 56 h 56"/>
                  <a:gd name="T10" fmla="*/ 0 w 43"/>
                  <a:gd name="T11" fmla="*/ 56 h 56"/>
                  <a:gd name="T12" fmla="*/ 18 w 43"/>
                  <a:gd name="T13" fmla="*/ 0 h 56"/>
                  <a:gd name="T14" fmla="*/ 25 w 43"/>
                  <a:gd name="T15" fmla="*/ 0 h 56"/>
                  <a:gd name="T16" fmla="*/ 43 w 43"/>
                  <a:gd name="T17" fmla="*/ 56 h 56"/>
                  <a:gd name="T18" fmla="*/ 43 w 43"/>
                  <a:gd name="T19" fmla="*/ 56 h 56"/>
                  <a:gd name="T20" fmla="*/ 27 w 43"/>
                  <a:gd name="T21" fmla="*/ 33 h 56"/>
                  <a:gd name="T22" fmla="*/ 23 w 43"/>
                  <a:gd name="T23" fmla="*/ 12 h 56"/>
                  <a:gd name="T24" fmla="*/ 21 w 43"/>
                  <a:gd name="T25" fmla="*/ 12 h 56"/>
                  <a:gd name="T26" fmla="*/ 14 w 43"/>
                  <a:gd name="T27" fmla="*/ 33 h 56"/>
                  <a:gd name="T28" fmla="*/ 27 w 43"/>
                  <a:gd name="T29" fmla="*/ 33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3" h="56">
                    <a:moveTo>
                      <a:pt x="43" y="56"/>
                    </a:moveTo>
                    <a:lnTo>
                      <a:pt x="35" y="56"/>
                    </a:lnTo>
                    <a:lnTo>
                      <a:pt x="29" y="40"/>
                    </a:lnTo>
                    <a:lnTo>
                      <a:pt x="14" y="40"/>
                    </a:lnTo>
                    <a:lnTo>
                      <a:pt x="8" y="56"/>
                    </a:lnTo>
                    <a:lnTo>
                      <a:pt x="0" y="56"/>
                    </a:lnTo>
                    <a:lnTo>
                      <a:pt x="18" y="0"/>
                    </a:lnTo>
                    <a:lnTo>
                      <a:pt x="25" y="0"/>
                    </a:lnTo>
                    <a:lnTo>
                      <a:pt x="43" y="56"/>
                    </a:lnTo>
                    <a:lnTo>
                      <a:pt x="43" y="56"/>
                    </a:lnTo>
                    <a:close/>
                    <a:moveTo>
                      <a:pt x="27" y="33"/>
                    </a:moveTo>
                    <a:lnTo>
                      <a:pt x="23" y="12"/>
                    </a:lnTo>
                    <a:lnTo>
                      <a:pt x="21" y="12"/>
                    </a:lnTo>
                    <a:lnTo>
                      <a:pt x="14" y="33"/>
                    </a:lnTo>
                    <a:lnTo>
                      <a:pt x="27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ïšliḓê">
                <a:extLst>
                  <a:ext uri="{FF2B5EF4-FFF2-40B4-BE49-F238E27FC236}">
                    <a16:creationId xmlns:a16="http://schemas.microsoft.com/office/drawing/2014/main" id="{5AFF4B30-CA81-40C2-8373-09C2BF4F3143}"/>
                  </a:ext>
                </a:extLst>
              </p:cNvPr>
              <p:cNvSpPr/>
              <p:nvPr/>
            </p:nvSpPr>
            <p:spPr bwMode="auto">
              <a:xfrm>
                <a:off x="5976938" y="3683001"/>
                <a:ext cx="63500" cy="88900"/>
              </a:xfrm>
              <a:custGeom>
                <a:avLst/>
                <a:gdLst>
                  <a:gd name="T0" fmla="*/ 40 w 40"/>
                  <a:gd name="T1" fmla="*/ 56 h 56"/>
                  <a:gd name="T2" fmla="*/ 29 w 40"/>
                  <a:gd name="T3" fmla="*/ 56 h 56"/>
                  <a:gd name="T4" fmla="*/ 10 w 40"/>
                  <a:gd name="T5" fmla="*/ 14 h 56"/>
                  <a:gd name="T6" fmla="*/ 8 w 40"/>
                  <a:gd name="T7" fmla="*/ 14 h 56"/>
                  <a:gd name="T8" fmla="*/ 8 w 40"/>
                  <a:gd name="T9" fmla="*/ 56 h 56"/>
                  <a:gd name="T10" fmla="*/ 0 w 40"/>
                  <a:gd name="T11" fmla="*/ 56 h 56"/>
                  <a:gd name="T12" fmla="*/ 0 w 40"/>
                  <a:gd name="T13" fmla="*/ 0 h 56"/>
                  <a:gd name="T14" fmla="*/ 10 w 40"/>
                  <a:gd name="T15" fmla="*/ 0 h 56"/>
                  <a:gd name="T16" fmla="*/ 31 w 40"/>
                  <a:gd name="T17" fmla="*/ 42 h 56"/>
                  <a:gd name="T18" fmla="*/ 31 w 40"/>
                  <a:gd name="T19" fmla="*/ 42 h 56"/>
                  <a:gd name="T20" fmla="*/ 31 w 40"/>
                  <a:gd name="T21" fmla="*/ 0 h 56"/>
                  <a:gd name="T22" fmla="*/ 40 w 40"/>
                  <a:gd name="T23" fmla="*/ 0 h 56"/>
                  <a:gd name="T24" fmla="*/ 40 w 40"/>
                  <a:gd name="T25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0" h="56">
                    <a:moveTo>
                      <a:pt x="40" y="56"/>
                    </a:moveTo>
                    <a:lnTo>
                      <a:pt x="29" y="56"/>
                    </a:lnTo>
                    <a:lnTo>
                      <a:pt x="10" y="14"/>
                    </a:lnTo>
                    <a:lnTo>
                      <a:pt x="8" y="14"/>
                    </a:lnTo>
                    <a:lnTo>
                      <a:pt x="8" y="56"/>
                    </a:lnTo>
                    <a:lnTo>
                      <a:pt x="0" y="56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31" y="42"/>
                    </a:lnTo>
                    <a:lnTo>
                      <a:pt x="31" y="42"/>
                    </a:lnTo>
                    <a:lnTo>
                      <a:pt x="31" y="0"/>
                    </a:lnTo>
                    <a:lnTo>
                      <a:pt x="40" y="0"/>
                    </a:lnTo>
                    <a:lnTo>
                      <a:pt x="40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3" name="îṥlïďé">
                <a:extLst>
                  <a:ext uri="{FF2B5EF4-FFF2-40B4-BE49-F238E27FC236}">
                    <a16:creationId xmlns:a16="http://schemas.microsoft.com/office/drawing/2014/main" id="{D7F513DE-5227-4385-913C-FD94A6A110D4}"/>
                  </a:ext>
                </a:extLst>
              </p:cNvPr>
              <p:cNvSpPr/>
              <p:nvPr/>
            </p:nvSpPr>
            <p:spPr bwMode="auto">
              <a:xfrm>
                <a:off x="6069014" y="3682999"/>
                <a:ext cx="95855" cy="109436"/>
              </a:xfrm>
              <a:custGeom>
                <a:avLst/>
                <a:gdLst>
                  <a:gd name="T0" fmla="*/ 19 w 19"/>
                  <a:gd name="T1" fmla="*/ 14 h 27"/>
                  <a:gd name="T2" fmla="*/ 15 w 19"/>
                  <a:gd name="T3" fmla="*/ 24 h 27"/>
                  <a:gd name="T4" fmla="*/ 6 w 19"/>
                  <a:gd name="T5" fmla="*/ 27 h 27"/>
                  <a:gd name="T6" fmla="*/ 0 w 19"/>
                  <a:gd name="T7" fmla="*/ 27 h 27"/>
                  <a:gd name="T8" fmla="*/ 0 w 19"/>
                  <a:gd name="T9" fmla="*/ 0 h 27"/>
                  <a:gd name="T10" fmla="*/ 6 w 19"/>
                  <a:gd name="T11" fmla="*/ 0 h 27"/>
                  <a:gd name="T12" fmla="*/ 16 w 19"/>
                  <a:gd name="T13" fmla="*/ 3 h 27"/>
                  <a:gd name="T14" fmla="*/ 19 w 19"/>
                  <a:gd name="T15" fmla="*/ 14 h 27"/>
                  <a:gd name="T16" fmla="*/ 15 w 19"/>
                  <a:gd name="T17" fmla="*/ 14 h 27"/>
                  <a:gd name="T18" fmla="*/ 12 w 19"/>
                  <a:gd name="T19" fmla="*/ 5 h 27"/>
                  <a:gd name="T20" fmla="*/ 6 w 19"/>
                  <a:gd name="T21" fmla="*/ 3 h 27"/>
                  <a:gd name="T22" fmla="*/ 4 w 19"/>
                  <a:gd name="T23" fmla="*/ 3 h 27"/>
                  <a:gd name="T24" fmla="*/ 4 w 19"/>
                  <a:gd name="T25" fmla="*/ 24 h 27"/>
                  <a:gd name="T26" fmla="*/ 6 w 19"/>
                  <a:gd name="T27" fmla="*/ 24 h 27"/>
                  <a:gd name="T28" fmla="*/ 12 w 19"/>
                  <a:gd name="T29" fmla="*/ 22 h 27"/>
                  <a:gd name="T30" fmla="*/ 15 w 19"/>
                  <a:gd name="T3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9" h="27">
                    <a:moveTo>
                      <a:pt x="19" y="14"/>
                    </a:moveTo>
                    <a:cubicBezTo>
                      <a:pt x="19" y="19"/>
                      <a:pt x="18" y="22"/>
                      <a:pt x="15" y="24"/>
                    </a:cubicBezTo>
                    <a:cubicBezTo>
                      <a:pt x="13" y="26"/>
                      <a:pt x="10" y="27"/>
                      <a:pt x="6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10" y="0"/>
                      <a:pt x="14" y="1"/>
                      <a:pt x="16" y="3"/>
                    </a:cubicBezTo>
                    <a:cubicBezTo>
                      <a:pt x="18" y="5"/>
                      <a:pt x="19" y="9"/>
                      <a:pt x="19" y="14"/>
                    </a:cubicBezTo>
                    <a:close/>
                    <a:moveTo>
                      <a:pt x="15" y="14"/>
                    </a:moveTo>
                    <a:cubicBezTo>
                      <a:pt x="15" y="10"/>
                      <a:pt x="14" y="7"/>
                      <a:pt x="12" y="5"/>
                    </a:cubicBezTo>
                    <a:cubicBezTo>
                      <a:pt x="11" y="4"/>
                      <a:pt x="9" y="3"/>
                      <a:pt x="6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9" y="24"/>
                      <a:pt x="11" y="23"/>
                      <a:pt x="12" y="22"/>
                    </a:cubicBezTo>
                    <a:cubicBezTo>
                      <a:pt x="14" y="20"/>
                      <a:pt x="15" y="18"/>
                      <a:pt x="15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ï$ľîḋè">
                <a:extLst>
                  <a:ext uri="{FF2B5EF4-FFF2-40B4-BE49-F238E27FC236}">
                    <a16:creationId xmlns:a16="http://schemas.microsoft.com/office/drawing/2014/main" id="{2E2CDD4D-8BA3-4E03-AC3E-820CD74F1660}"/>
                  </a:ext>
                </a:extLst>
              </p:cNvPr>
              <p:cNvSpPr/>
              <p:nvPr/>
            </p:nvSpPr>
            <p:spPr bwMode="auto">
              <a:xfrm>
                <a:off x="6157913" y="3683001"/>
                <a:ext cx="66675" cy="92075"/>
              </a:xfrm>
              <a:custGeom>
                <a:avLst/>
                <a:gdLst>
                  <a:gd name="T0" fmla="*/ 20 w 20"/>
                  <a:gd name="T1" fmla="*/ 13 h 28"/>
                  <a:gd name="T2" fmla="*/ 17 w 20"/>
                  <a:gd name="T3" fmla="*/ 24 h 28"/>
                  <a:gd name="T4" fmla="*/ 10 w 20"/>
                  <a:gd name="T5" fmla="*/ 28 h 28"/>
                  <a:gd name="T6" fmla="*/ 2 w 20"/>
                  <a:gd name="T7" fmla="*/ 24 h 28"/>
                  <a:gd name="T8" fmla="*/ 0 w 20"/>
                  <a:gd name="T9" fmla="*/ 13 h 28"/>
                  <a:gd name="T10" fmla="*/ 2 w 20"/>
                  <a:gd name="T11" fmla="*/ 3 h 28"/>
                  <a:gd name="T12" fmla="*/ 10 w 20"/>
                  <a:gd name="T13" fmla="*/ 0 h 28"/>
                  <a:gd name="T14" fmla="*/ 17 w 20"/>
                  <a:gd name="T15" fmla="*/ 3 h 28"/>
                  <a:gd name="T16" fmla="*/ 20 w 20"/>
                  <a:gd name="T17" fmla="*/ 13 h 28"/>
                  <a:gd name="T18" fmla="*/ 15 w 20"/>
                  <a:gd name="T19" fmla="*/ 13 h 28"/>
                  <a:gd name="T20" fmla="*/ 14 w 20"/>
                  <a:gd name="T21" fmla="*/ 5 h 28"/>
                  <a:gd name="T22" fmla="*/ 10 w 20"/>
                  <a:gd name="T23" fmla="*/ 3 h 28"/>
                  <a:gd name="T24" fmla="*/ 6 w 20"/>
                  <a:gd name="T25" fmla="*/ 5 h 28"/>
                  <a:gd name="T26" fmla="*/ 4 w 20"/>
                  <a:gd name="T27" fmla="*/ 13 h 28"/>
                  <a:gd name="T28" fmla="*/ 6 w 20"/>
                  <a:gd name="T29" fmla="*/ 22 h 28"/>
                  <a:gd name="T30" fmla="*/ 10 w 20"/>
                  <a:gd name="T31" fmla="*/ 24 h 28"/>
                  <a:gd name="T32" fmla="*/ 14 w 20"/>
                  <a:gd name="T33" fmla="*/ 22 h 28"/>
                  <a:gd name="T34" fmla="*/ 15 w 20"/>
                  <a:gd name="T35" fmla="*/ 13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0" h="28">
                    <a:moveTo>
                      <a:pt x="20" y="13"/>
                    </a:moveTo>
                    <a:cubicBezTo>
                      <a:pt x="20" y="18"/>
                      <a:pt x="19" y="22"/>
                      <a:pt x="17" y="24"/>
                    </a:cubicBezTo>
                    <a:cubicBezTo>
                      <a:pt x="15" y="26"/>
                      <a:pt x="13" y="28"/>
                      <a:pt x="10" y="28"/>
                    </a:cubicBezTo>
                    <a:cubicBezTo>
                      <a:pt x="7" y="28"/>
                      <a:pt x="4" y="26"/>
                      <a:pt x="2" y="24"/>
                    </a:cubicBezTo>
                    <a:cubicBezTo>
                      <a:pt x="1" y="22"/>
                      <a:pt x="0" y="18"/>
                      <a:pt x="0" y="13"/>
                    </a:cubicBezTo>
                    <a:cubicBezTo>
                      <a:pt x="0" y="8"/>
                      <a:pt x="1" y="5"/>
                      <a:pt x="2" y="3"/>
                    </a:cubicBezTo>
                    <a:cubicBezTo>
                      <a:pt x="4" y="1"/>
                      <a:pt x="7" y="0"/>
                      <a:pt x="10" y="0"/>
                    </a:cubicBezTo>
                    <a:cubicBezTo>
                      <a:pt x="13" y="0"/>
                      <a:pt x="15" y="1"/>
                      <a:pt x="17" y="3"/>
                    </a:cubicBezTo>
                    <a:cubicBezTo>
                      <a:pt x="19" y="5"/>
                      <a:pt x="20" y="8"/>
                      <a:pt x="20" y="13"/>
                    </a:cubicBezTo>
                    <a:close/>
                    <a:moveTo>
                      <a:pt x="15" y="13"/>
                    </a:moveTo>
                    <a:cubicBezTo>
                      <a:pt x="15" y="9"/>
                      <a:pt x="15" y="6"/>
                      <a:pt x="14" y="5"/>
                    </a:cubicBezTo>
                    <a:cubicBezTo>
                      <a:pt x="13" y="3"/>
                      <a:pt x="11" y="3"/>
                      <a:pt x="10" y="3"/>
                    </a:cubicBezTo>
                    <a:cubicBezTo>
                      <a:pt x="8" y="3"/>
                      <a:pt x="7" y="3"/>
                      <a:pt x="6" y="5"/>
                    </a:cubicBezTo>
                    <a:cubicBezTo>
                      <a:pt x="5" y="6"/>
                      <a:pt x="4" y="9"/>
                      <a:pt x="4" y="13"/>
                    </a:cubicBezTo>
                    <a:cubicBezTo>
                      <a:pt x="4" y="18"/>
                      <a:pt x="5" y="21"/>
                      <a:pt x="6" y="22"/>
                    </a:cubicBezTo>
                    <a:cubicBezTo>
                      <a:pt x="7" y="24"/>
                      <a:pt x="8" y="24"/>
                      <a:pt x="10" y="24"/>
                    </a:cubicBezTo>
                    <a:cubicBezTo>
                      <a:pt x="11" y="24"/>
                      <a:pt x="13" y="24"/>
                      <a:pt x="14" y="22"/>
                    </a:cubicBezTo>
                    <a:cubicBezTo>
                      <a:pt x="15" y="21"/>
                      <a:pt x="15" y="18"/>
                      <a:pt x="1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išḷîďê">
                <a:extLst>
                  <a:ext uri="{FF2B5EF4-FFF2-40B4-BE49-F238E27FC236}">
                    <a16:creationId xmlns:a16="http://schemas.microsoft.com/office/drawing/2014/main" id="{8A1CCE4A-15DD-4C42-8513-D9535FDDF03C}"/>
                  </a:ext>
                </a:extLst>
              </p:cNvPr>
              <p:cNvSpPr/>
              <p:nvPr/>
            </p:nvSpPr>
            <p:spPr bwMode="auto">
              <a:xfrm>
                <a:off x="6251575" y="3683001"/>
                <a:ext cx="58738" cy="88900"/>
              </a:xfrm>
              <a:custGeom>
                <a:avLst/>
                <a:gdLst>
                  <a:gd name="T0" fmla="*/ 37 w 37"/>
                  <a:gd name="T1" fmla="*/ 56 h 56"/>
                  <a:gd name="T2" fmla="*/ 29 w 37"/>
                  <a:gd name="T3" fmla="*/ 56 h 56"/>
                  <a:gd name="T4" fmla="*/ 8 w 37"/>
                  <a:gd name="T5" fmla="*/ 14 h 56"/>
                  <a:gd name="T6" fmla="*/ 8 w 37"/>
                  <a:gd name="T7" fmla="*/ 14 h 56"/>
                  <a:gd name="T8" fmla="*/ 8 w 37"/>
                  <a:gd name="T9" fmla="*/ 56 h 56"/>
                  <a:gd name="T10" fmla="*/ 0 w 37"/>
                  <a:gd name="T11" fmla="*/ 56 h 56"/>
                  <a:gd name="T12" fmla="*/ 0 w 37"/>
                  <a:gd name="T13" fmla="*/ 0 h 56"/>
                  <a:gd name="T14" fmla="*/ 8 w 37"/>
                  <a:gd name="T15" fmla="*/ 0 h 56"/>
                  <a:gd name="T16" fmla="*/ 29 w 37"/>
                  <a:gd name="T17" fmla="*/ 42 h 56"/>
                  <a:gd name="T18" fmla="*/ 29 w 37"/>
                  <a:gd name="T19" fmla="*/ 42 h 56"/>
                  <a:gd name="T20" fmla="*/ 29 w 37"/>
                  <a:gd name="T21" fmla="*/ 0 h 56"/>
                  <a:gd name="T22" fmla="*/ 37 w 37"/>
                  <a:gd name="T23" fmla="*/ 0 h 56"/>
                  <a:gd name="T24" fmla="*/ 37 w 37"/>
                  <a:gd name="T25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7" h="56">
                    <a:moveTo>
                      <a:pt x="37" y="56"/>
                    </a:moveTo>
                    <a:lnTo>
                      <a:pt x="29" y="56"/>
                    </a:lnTo>
                    <a:lnTo>
                      <a:pt x="8" y="14"/>
                    </a:lnTo>
                    <a:lnTo>
                      <a:pt x="8" y="14"/>
                    </a:lnTo>
                    <a:lnTo>
                      <a:pt x="8" y="56"/>
                    </a:lnTo>
                    <a:lnTo>
                      <a:pt x="0" y="56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29" y="42"/>
                    </a:lnTo>
                    <a:lnTo>
                      <a:pt x="29" y="42"/>
                    </a:lnTo>
                    <a:lnTo>
                      <a:pt x="29" y="0"/>
                    </a:lnTo>
                    <a:lnTo>
                      <a:pt x="37" y="0"/>
                    </a:lnTo>
                    <a:lnTo>
                      <a:pt x="37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íŝḻîḑê">
                <a:extLst>
                  <a:ext uri="{FF2B5EF4-FFF2-40B4-BE49-F238E27FC236}">
                    <a16:creationId xmlns:a16="http://schemas.microsoft.com/office/drawing/2014/main" id="{971CEEAB-A34D-47A0-AD83-73613FE91380}"/>
                  </a:ext>
                </a:extLst>
              </p:cNvPr>
              <p:cNvSpPr/>
              <p:nvPr/>
            </p:nvSpPr>
            <p:spPr bwMode="auto">
              <a:xfrm>
                <a:off x="6340475" y="3683001"/>
                <a:ext cx="63500" cy="92075"/>
              </a:xfrm>
              <a:custGeom>
                <a:avLst/>
                <a:gdLst>
                  <a:gd name="T0" fmla="*/ 19 w 19"/>
                  <a:gd name="T1" fmla="*/ 28 h 28"/>
                  <a:gd name="T2" fmla="*/ 16 w 19"/>
                  <a:gd name="T3" fmla="*/ 28 h 28"/>
                  <a:gd name="T4" fmla="*/ 15 w 19"/>
                  <a:gd name="T5" fmla="*/ 25 h 28"/>
                  <a:gd name="T6" fmla="*/ 13 w 19"/>
                  <a:gd name="T7" fmla="*/ 27 h 28"/>
                  <a:gd name="T8" fmla="*/ 10 w 19"/>
                  <a:gd name="T9" fmla="*/ 28 h 28"/>
                  <a:gd name="T10" fmla="*/ 3 w 19"/>
                  <a:gd name="T11" fmla="*/ 24 h 28"/>
                  <a:gd name="T12" fmla="*/ 0 w 19"/>
                  <a:gd name="T13" fmla="*/ 14 h 28"/>
                  <a:gd name="T14" fmla="*/ 3 w 19"/>
                  <a:gd name="T15" fmla="*/ 3 h 28"/>
                  <a:gd name="T16" fmla="*/ 10 w 19"/>
                  <a:gd name="T17" fmla="*/ 0 h 28"/>
                  <a:gd name="T18" fmla="*/ 16 w 19"/>
                  <a:gd name="T19" fmla="*/ 2 h 28"/>
                  <a:gd name="T20" fmla="*/ 19 w 19"/>
                  <a:gd name="T21" fmla="*/ 9 h 28"/>
                  <a:gd name="T22" fmla="*/ 15 w 19"/>
                  <a:gd name="T23" fmla="*/ 9 h 28"/>
                  <a:gd name="T24" fmla="*/ 13 w 19"/>
                  <a:gd name="T25" fmla="*/ 4 h 28"/>
                  <a:gd name="T26" fmla="*/ 10 w 19"/>
                  <a:gd name="T27" fmla="*/ 3 h 28"/>
                  <a:gd name="T28" fmla="*/ 6 w 19"/>
                  <a:gd name="T29" fmla="*/ 5 h 28"/>
                  <a:gd name="T30" fmla="*/ 4 w 19"/>
                  <a:gd name="T31" fmla="*/ 14 h 28"/>
                  <a:gd name="T32" fmla="*/ 6 w 19"/>
                  <a:gd name="T33" fmla="*/ 22 h 28"/>
                  <a:gd name="T34" fmla="*/ 10 w 19"/>
                  <a:gd name="T35" fmla="*/ 24 h 28"/>
                  <a:gd name="T36" fmla="*/ 14 w 19"/>
                  <a:gd name="T37" fmla="*/ 23 h 28"/>
                  <a:gd name="T38" fmla="*/ 15 w 19"/>
                  <a:gd name="T39" fmla="*/ 18 h 28"/>
                  <a:gd name="T40" fmla="*/ 15 w 19"/>
                  <a:gd name="T41" fmla="*/ 17 h 28"/>
                  <a:gd name="T42" fmla="*/ 10 w 19"/>
                  <a:gd name="T43" fmla="*/ 17 h 28"/>
                  <a:gd name="T44" fmla="*/ 10 w 19"/>
                  <a:gd name="T45" fmla="*/ 13 h 28"/>
                  <a:gd name="T46" fmla="*/ 19 w 19"/>
                  <a:gd name="T47" fmla="*/ 13 h 28"/>
                  <a:gd name="T48" fmla="*/ 19 w 19"/>
                  <a:gd name="T49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9" h="28">
                    <a:moveTo>
                      <a:pt x="19" y="28"/>
                    </a:moveTo>
                    <a:cubicBezTo>
                      <a:pt x="16" y="28"/>
                      <a:pt x="16" y="28"/>
                      <a:pt x="16" y="28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5" y="26"/>
                      <a:pt x="14" y="26"/>
                      <a:pt x="13" y="27"/>
                    </a:cubicBezTo>
                    <a:cubicBezTo>
                      <a:pt x="12" y="27"/>
                      <a:pt x="11" y="28"/>
                      <a:pt x="10" y="28"/>
                    </a:cubicBezTo>
                    <a:cubicBezTo>
                      <a:pt x="7" y="28"/>
                      <a:pt x="5" y="26"/>
                      <a:pt x="3" y="24"/>
                    </a:cubicBezTo>
                    <a:cubicBezTo>
                      <a:pt x="1" y="22"/>
                      <a:pt x="0" y="19"/>
                      <a:pt x="0" y="14"/>
                    </a:cubicBezTo>
                    <a:cubicBezTo>
                      <a:pt x="0" y="9"/>
                      <a:pt x="1" y="6"/>
                      <a:pt x="3" y="3"/>
                    </a:cubicBezTo>
                    <a:cubicBezTo>
                      <a:pt x="4" y="1"/>
                      <a:pt x="7" y="0"/>
                      <a:pt x="10" y="0"/>
                    </a:cubicBezTo>
                    <a:cubicBezTo>
                      <a:pt x="13" y="0"/>
                      <a:pt x="15" y="1"/>
                      <a:pt x="16" y="2"/>
                    </a:cubicBezTo>
                    <a:cubicBezTo>
                      <a:pt x="18" y="4"/>
                      <a:pt x="19" y="6"/>
                      <a:pt x="19" y="9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5" y="7"/>
                      <a:pt x="14" y="5"/>
                      <a:pt x="13" y="4"/>
                    </a:cubicBezTo>
                    <a:cubicBezTo>
                      <a:pt x="13" y="3"/>
                      <a:pt x="11" y="3"/>
                      <a:pt x="10" y="3"/>
                    </a:cubicBezTo>
                    <a:cubicBezTo>
                      <a:pt x="8" y="3"/>
                      <a:pt x="7" y="4"/>
                      <a:pt x="6" y="5"/>
                    </a:cubicBezTo>
                    <a:cubicBezTo>
                      <a:pt x="5" y="7"/>
                      <a:pt x="4" y="10"/>
                      <a:pt x="4" y="14"/>
                    </a:cubicBezTo>
                    <a:cubicBezTo>
                      <a:pt x="4" y="18"/>
                      <a:pt x="5" y="21"/>
                      <a:pt x="6" y="22"/>
                    </a:cubicBezTo>
                    <a:cubicBezTo>
                      <a:pt x="7" y="24"/>
                      <a:pt x="9" y="24"/>
                      <a:pt x="10" y="24"/>
                    </a:cubicBezTo>
                    <a:cubicBezTo>
                      <a:pt x="12" y="24"/>
                      <a:pt x="13" y="24"/>
                      <a:pt x="14" y="23"/>
                    </a:cubicBezTo>
                    <a:cubicBezTo>
                      <a:pt x="15" y="22"/>
                      <a:pt x="15" y="20"/>
                      <a:pt x="15" y="18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9" y="13"/>
                      <a:pt x="19" y="13"/>
                      <a:pt x="19" y="13"/>
                    </a:cubicBezTo>
                    <a:lnTo>
                      <a:pt x="19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ïs1îḓê">
                <a:extLst>
                  <a:ext uri="{FF2B5EF4-FFF2-40B4-BE49-F238E27FC236}">
                    <a16:creationId xmlns:a16="http://schemas.microsoft.com/office/drawing/2014/main" id="{E9E026E9-AC15-4251-9F53-9B3A3D2120D2}"/>
                  </a:ext>
                </a:extLst>
              </p:cNvPr>
              <p:cNvSpPr/>
              <p:nvPr/>
            </p:nvSpPr>
            <p:spPr bwMode="auto">
              <a:xfrm>
                <a:off x="6492875" y="3683001"/>
                <a:ext cx="58738" cy="92075"/>
              </a:xfrm>
              <a:custGeom>
                <a:avLst/>
                <a:gdLst>
                  <a:gd name="T0" fmla="*/ 18 w 18"/>
                  <a:gd name="T1" fmla="*/ 19 h 28"/>
                  <a:gd name="T2" fmla="*/ 16 w 18"/>
                  <a:gd name="T3" fmla="*/ 25 h 28"/>
                  <a:gd name="T4" fmla="*/ 9 w 18"/>
                  <a:gd name="T5" fmla="*/ 28 h 28"/>
                  <a:gd name="T6" fmla="*/ 2 w 18"/>
                  <a:gd name="T7" fmla="*/ 25 h 28"/>
                  <a:gd name="T8" fmla="*/ 0 w 18"/>
                  <a:gd name="T9" fmla="*/ 19 h 28"/>
                  <a:gd name="T10" fmla="*/ 0 w 18"/>
                  <a:gd name="T11" fmla="*/ 0 h 28"/>
                  <a:gd name="T12" fmla="*/ 4 w 18"/>
                  <a:gd name="T13" fmla="*/ 0 h 28"/>
                  <a:gd name="T14" fmla="*/ 4 w 18"/>
                  <a:gd name="T15" fmla="*/ 19 h 28"/>
                  <a:gd name="T16" fmla="*/ 5 w 18"/>
                  <a:gd name="T17" fmla="*/ 23 h 28"/>
                  <a:gd name="T18" fmla="*/ 9 w 18"/>
                  <a:gd name="T19" fmla="*/ 24 h 28"/>
                  <a:gd name="T20" fmla="*/ 13 w 18"/>
                  <a:gd name="T21" fmla="*/ 23 h 28"/>
                  <a:gd name="T22" fmla="*/ 14 w 18"/>
                  <a:gd name="T23" fmla="*/ 19 h 28"/>
                  <a:gd name="T24" fmla="*/ 14 w 18"/>
                  <a:gd name="T25" fmla="*/ 0 h 28"/>
                  <a:gd name="T26" fmla="*/ 18 w 18"/>
                  <a:gd name="T27" fmla="*/ 0 h 28"/>
                  <a:gd name="T28" fmla="*/ 18 w 18"/>
                  <a:gd name="T29" fmla="*/ 19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8" h="28">
                    <a:moveTo>
                      <a:pt x="18" y="19"/>
                    </a:moveTo>
                    <a:cubicBezTo>
                      <a:pt x="18" y="22"/>
                      <a:pt x="18" y="24"/>
                      <a:pt x="16" y="25"/>
                    </a:cubicBezTo>
                    <a:cubicBezTo>
                      <a:pt x="15" y="27"/>
                      <a:pt x="12" y="28"/>
                      <a:pt x="9" y="28"/>
                    </a:cubicBezTo>
                    <a:cubicBezTo>
                      <a:pt x="6" y="28"/>
                      <a:pt x="4" y="27"/>
                      <a:pt x="2" y="25"/>
                    </a:cubicBezTo>
                    <a:cubicBezTo>
                      <a:pt x="1" y="24"/>
                      <a:pt x="0" y="22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21"/>
                      <a:pt x="5" y="22"/>
                      <a:pt x="5" y="23"/>
                    </a:cubicBezTo>
                    <a:cubicBezTo>
                      <a:pt x="6" y="24"/>
                      <a:pt x="8" y="24"/>
                      <a:pt x="9" y="24"/>
                    </a:cubicBezTo>
                    <a:cubicBezTo>
                      <a:pt x="11" y="24"/>
                      <a:pt x="12" y="24"/>
                      <a:pt x="13" y="23"/>
                    </a:cubicBezTo>
                    <a:cubicBezTo>
                      <a:pt x="14" y="22"/>
                      <a:pt x="14" y="21"/>
                      <a:pt x="14" y="19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8" y="0"/>
                      <a:pt x="18" y="0"/>
                      <a:pt x="18" y="0"/>
                    </a:cubicBezTo>
                    <a:lnTo>
                      <a:pt x="18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îṩḷídè">
                <a:extLst>
                  <a:ext uri="{FF2B5EF4-FFF2-40B4-BE49-F238E27FC236}">
                    <a16:creationId xmlns:a16="http://schemas.microsoft.com/office/drawing/2014/main" id="{8D719820-5EE2-44CB-ADE7-FBF794D06C97}"/>
                  </a:ext>
                </a:extLst>
              </p:cNvPr>
              <p:cNvSpPr/>
              <p:nvPr/>
            </p:nvSpPr>
            <p:spPr bwMode="auto">
              <a:xfrm>
                <a:off x="6697663" y="3683001"/>
                <a:ext cx="12700" cy="889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0" name="ïśľiďé">
                <a:extLst>
                  <a:ext uri="{FF2B5EF4-FFF2-40B4-BE49-F238E27FC236}">
                    <a16:creationId xmlns:a16="http://schemas.microsoft.com/office/drawing/2014/main" id="{F1A537BC-8CE6-4592-B04D-5C3F51F74AAA}"/>
                  </a:ext>
                </a:extLst>
              </p:cNvPr>
              <p:cNvSpPr/>
              <p:nvPr/>
            </p:nvSpPr>
            <p:spPr bwMode="auto">
              <a:xfrm>
                <a:off x="6759575" y="3683001"/>
                <a:ext cx="69850" cy="92075"/>
              </a:xfrm>
              <a:custGeom>
                <a:avLst/>
                <a:gdLst>
                  <a:gd name="T0" fmla="*/ 44 w 44"/>
                  <a:gd name="T1" fmla="*/ 0 h 58"/>
                  <a:gd name="T2" fmla="*/ 25 w 44"/>
                  <a:gd name="T3" fmla="*/ 58 h 58"/>
                  <a:gd name="T4" fmla="*/ 19 w 44"/>
                  <a:gd name="T5" fmla="*/ 58 h 58"/>
                  <a:gd name="T6" fmla="*/ 0 w 44"/>
                  <a:gd name="T7" fmla="*/ 0 h 58"/>
                  <a:gd name="T8" fmla="*/ 9 w 44"/>
                  <a:gd name="T9" fmla="*/ 0 h 58"/>
                  <a:gd name="T10" fmla="*/ 21 w 44"/>
                  <a:gd name="T11" fmla="*/ 44 h 58"/>
                  <a:gd name="T12" fmla="*/ 21 w 44"/>
                  <a:gd name="T13" fmla="*/ 44 h 58"/>
                  <a:gd name="T14" fmla="*/ 36 w 44"/>
                  <a:gd name="T15" fmla="*/ 0 h 58"/>
                  <a:gd name="T16" fmla="*/ 44 w 44"/>
                  <a:gd name="T17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4" h="58">
                    <a:moveTo>
                      <a:pt x="44" y="0"/>
                    </a:moveTo>
                    <a:lnTo>
                      <a:pt x="25" y="58"/>
                    </a:lnTo>
                    <a:lnTo>
                      <a:pt x="19" y="58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21" y="44"/>
                    </a:lnTo>
                    <a:lnTo>
                      <a:pt x="21" y="44"/>
                    </a:lnTo>
                    <a:lnTo>
                      <a:pt x="36" y="0"/>
                    </a:lnTo>
                    <a:lnTo>
                      <a:pt x="4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í$ḻíďe">
                <a:extLst>
                  <a:ext uri="{FF2B5EF4-FFF2-40B4-BE49-F238E27FC236}">
                    <a16:creationId xmlns:a16="http://schemas.microsoft.com/office/drawing/2014/main" id="{1F055E10-2CFA-402D-B4BE-6C484B6F726F}"/>
                  </a:ext>
                </a:extLst>
              </p:cNvPr>
              <p:cNvSpPr/>
              <p:nvPr/>
            </p:nvSpPr>
            <p:spPr bwMode="auto">
              <a:xfrm>
                <a:off x="6856413" y="3683001"/>
                <a:ext cx="58738" cy="88900"/>
              </a:xfrm>
              <a:custGeom>
                <a:avLst/>
                <a:gdLst>
                  <a:gd name="T0" fmla="*/ 37 w 37"/>
                  <a:gd name="T1" fmla="*/ 56 h 56"/>
                  <a:gd name="T2" fmla="*/ 0 w 37"/>
                  <a:gd name="T3" fmla="*/ 56 h 56"/>
                  <a:gd name="T4" fmla="*/ 0 w 37"/>
                  <a:gd name="T5" fmla="*/ 0 h 56"/>
                  <a:gd name="T6" fmla="*/ 35 w 37"/>
                  <a:gd name="T7" fmla="*/ 0 h 56"/>
                  <a:gd name="T8" fmla="*/ 35 w 37"/>
                  <a:gd name="T9" fmla="*/ 6 h 56"/>
                  <a:gd name="T10" fmla="*/ 8 w 37"/>
                  <a:gd name="T11" fmla="*/ 6 h 56"/>
                  <a:gd name="T12" fmla="*/ 8 w 37"/>
                  <a:gd name="T13" fmla="*/ 23 h 56"/>
                  <a:gd name="T14" fmla="*/ 33 w 37"/>
                  <a:gd name="T15" fmla="*/ 23 h 56"/>
                  <a:gd name="T16" fmla="*/ 33 w 37"/>
                  <a:gd name="T17" fmla="*/ 29 h 56"/>
                  <a:gd name="T18" fmla="*/ 8 w 37"/>
                  <a:gd name="T19" fmla="*/ 29 h 56"/>
                  <a:gd name="T20" fmla="*/ 8 w 37"/>
                  <a:gd name="T21" fmla="*/ 50 h 56"/>
                  <a:gd name="T22" fmla="*/ 37 w 37"/>
                  <a:gd name="T23" fmla="*/ 50 h 56"/>
                  <a:gd name="T24" fmla="*/ 37 w 37"/>
                  <a:gd name="T25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7" h="56">
                    <a:moveTo>
                      <a:pt x="37" y="56"/>
                    </a:moveTo>
                    <a:lnTo>
                      <a:pt x="0" y="56"/>
                    </a:lnTo>
                    <a:lnTo>
                      <a:pt x="0" y="0"/>
                    </a:lnTo>
                    <a:lnTo>
                      <a:pt x="35" y="0"/>
                    </a:lnTo>
                    <a:lnTo>
                      <a:pt x="35" y="6"/>
                    </a:lnTo>
                    <a:lnTo>
                      <a:pt x="8" y="6"/>
                    </a:lnTo>
                    <a:lnTo>
                      <a:pt x="8" y="23"/>
                    </a:lnTo>
                    <a:lnTo>
                      <a:pt x="33" y="23"/>
                    </a:lnTo>
                    <a:lnTo>
                      <a:pt x="33" y="29"/>
                    </a:lnTo>
                    <a:lnTo>
                      <a:pt x="8" y="29"/>
                    </a:lnTo>
                    <a:lnTo>
                      <a:pt x="8" y="50"/>
                    </a:lnTo>
                    <a:lnTo>
                      <a:pt x="37" y="50"/>
                    </a:lnTo>
                    <a:lnTo>
                      <a:pt x="37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ïs1ídê">
                <a:extLst>
                  <a:ext uri="{FF2B5EF4-FFF2-40B4-BE49-F238E27FC236}">
                    <a16:creationId xmlns:a16="http://schemas.microsoft.com/office/drawing/2014/main" id="{C087F13B-04DA-4831-9592-B08E3C555064}"/>
                  </a:ext>
                </a:extLst>
              </p:cNvPr>
              <p:cNvSpPr/>
              <p:nvPr/>
            </p:nvSpPr>
            <p:spPr bwMode="auto">
              <a:xfrm>
                <a:off x="6945313" y="3683001"/>
                <a:ext cx="63500" cy="88900"/>
              </a:xfrm>
              <a:custGeom>
                <a:avLst/>
                <a:gdLst>
                  <a:gd name="T0" fmla="*/ 19 w 19"/>
                  <a:gd name="T1" fmla="*/ 27 h 27"/>
                  <a:gd name="T2" fmla="*/ 15 w 19"/>
                  <a:gd name="T3" fmla="*/ 27 h 27"/>
                  <a:gd name="T4" fmla="*/ 9 w 19"/>
                  <a:gd name="T5" fmla="*/ 15 h 27"/>
                  <a:gd name="T6" fmla="*/ 4 w 19"/>
                  <a:gd name="T7" fmla="*/ 15 h 27"/>
                  <a:gd name="T8" fmla="*/ 4 w 19"/>
                  <a:gd name="T9" fmla="*/ 27 h 27"/>
                  <a:gd name="T10" fmla="*/ 0 w 19"/>
                  <a:gd name="T11" fmla="*/ 27 h 27"/>
                  <a:gd name="T12" fmla="*/ 0 w 19"/>
                  <a:gd name="T13" fmla="*/ 0 h 27"/>
                  <a:gd name="T14" fmla="*/ 9 w 19"/>
                  <a:gd name="T15" fmla="*/ 0 h 27"/>
                  <a:gd name="T16" fmla="*/ 16 w 19"/>
                  <a:gd name="T17" fmla="*/ 2 h 27"/>
                  <a:gd name="T18" fmla="*/ 19 w 19"/>
                  <a:gd name="T19" fmla="*/ 8 h 27"/>
                  <a:gd name="T20" fmla="*/ 17 w 19"/>
                  <a:gd name="T21" fmla="*/ 13 h 27"/>
                  <a:gd name="T22" fmla="*/ 13 w 19"/>
                  <a:gd name="T23" fmla="*/ 15 h 27"/>
                  <a:gd name="T24" fmla="*/ 19 w 19"/>
                  <a:gd name="T25" fmla="*/ 27 h 27"/>
                  <a:gd name="T26" fmla="*/ 14 w 19"/>
                  <a:gd name="T27" fmla="*/ 8 h 27"/>
                  <a:gd name="T28" fmla="*/ 13 w 19"/>
                  <a:gd name="T29" fmla="*/ 4 h 27"/>
                  <a:gd name="T30" fmla="*/ 8 w 19"/>
                  <a:gd name="T31" fmla="*/ 3 h 27"/>
                  <a:gd name="T32" fmla="*/ 4 w 19"/>
                  <a:gd name="T33" fmla="*/ 3 h 27"/>
                  <a:gd name="T34" fmla="*/ 4 w 19"/>
                  <a:gd name="T35" fmla="*/ 12 h 27"/>
                  <a:gd name="T36" fmla="*/ 9 w 19"/>
                  <a:gd name="T37" fmla="*/ 12 h 27"/>
                  <a:gd name="T38" fmla="*/ 13 w 19"/>
                  <a:gd name="T39" fmla="*/ 11 h 27"/>
                  <a:gd name="T40" fmla="*/ 14 w 19"/>
                  <a:gd name="T41" fmla="*/ 8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9" h="27">
                    <a:moveTo>
                      <a:pt x="19" y="27"/>
                    </a:moveTo>
                    <a:cubicBezTo>
                      <a:pt x="15" y="27"/>
                      <a:pt x="15" y="27"/>
                      <a:pt x="15" y="27"/>
                    </a:cubicBezTo>
                    <a:cubicBezTo>
                      <a:pt x="9" y="15"/>
                      <a:pt x="9" y="15"/>
                      <a:pt x="9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12" y="0"/>
                      <a:pt x="14" y="1"/>
                      <a:pt x="16" y="2"/>
                    </a:cubicBezTo>
                    <a:cubicBezTo>
                      <a:pt x="18" y="3"/>
                      <a:pt x="19" y="5"/>
                      <a:pt x="19" y="8"/>
                    </a:cubicBezTo>
                    <a:cubicBezTo>
                      <a:pt x="19" y="10"/>
                      <a:pt x="18" y="12"/>
                      <a:pt x="17" y="13"/>
                    </a:cubicBezTo>
                    <a:cubicBezTo>
                      <a:pt x="16" y="14"/>
                      <a:pt x="14" y="15"/>
                      <a:pt x="13" y="15"/>
                    </a:cubicBezTo>
                    <a:cubicBezTo>
                      <a:pt x="19" y="27"/>
                      <a:pt x="19" y="27"/>
                      <a:pt x="19" y="27"/>
                    </a:cubicBezTo>
                    <a:close/>
                    <a:moveTo>
                      <a:pt x="14" y="8"/>
                    </a:moveTo>
                    <a:cubicBezTo>
                      <a:pt x="14" y="6"/>
                      <a:pt x="14" y="5"/>
                      <a:pt x="13" y="4"/>
                    </a:cubicBezTo>
                    <a:cubicBezTo>
                      <a:pt x="12" y="3"/>
                      <a:pt x="10" y="3"/>
                      <a:pt x="8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11" y="12"/>
                      <a:pt x="12" y="12"/>
                      <a:pt x="13" y="11"/>
                    </a:cubicBezTo>
                    <a:cubicBezTo>
                      <a:pt x="14" y="11"/>
                      <a:pt x="14" y="9"/>
                      <a:pt x="14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í$ļíḋê">
                <a:extLst>
                  <a:ext uri="{FF2B5EF4-FFF2-40B4-BE49-F238E27FC236}">
                    <a16:creationId xmlns:a16="http://schemas.microsoft.com/office/drawing/2014/main" id="{898E2424-A94E-4BE8-B296-4E14EF6AAAEF}"/>
                  </a:ext>
                </a:extLst>
              </p:cNvPr>
              <p:cNvSpPr/>
              <p:nvPr/>
            </p:nvSpPr>
            <p:spPr bwMode="auto">
              <a:xfrm>
                <a:off x="7034213" y="3683001"/>
                <a:ext cx="63500" cy="92075"/>
              </a:xfrm>
              <a:custGeom>
                <a:avLst/>
                <a:gdLst>
                  <a:gd name="T0" fmla="*/ 19 w 19"/>
                  <a:gd name="T1" fmla="*/ 20 h 28"/>
                  <a:gd name="T2" fmla="*/ 17 w 19"/>
                  <a:gd name="T3" fmla="*/ 25 h 28"/>
                  <a:gd name="T4" fmla="*/ 10 w 19"/>
                  <a:gd name="T5" fmla="*/ 28 h 28"/>
                  <a:gd name="T6" fmla="*/ 3 w 19"/>
                  <a:gd name="T7" fmla="*/ 25 h 28"/>
                  <a:gd name="T8" fmla="*/ 0 w 19"/>
                  <a:gd name="T9" fmla="*/ 20 h 28"/>
                  <a:gd name="T10" fmla="*/ 0 w 19"/>
                  <a:gd name="T11" fmla="*/ 19 h 28"/>
                  <a:gd name="T12" fmla="*/ 4 w 19"/>
                  <a:gd name="T13" fmla="*/ 19 h 28"/>
                  <a:gd name="T14" fmla="*/ 4 w 19"/>
                  <a:gd name="T15" fmla="*/ 20 h 28"/>
                  <a:gd name="T16" fmla="*/ 6 w 19"/>
                  <a:gd name="T17" fmla="*/ 23 h 28"/>
                  <a:gd name="T18" fmla="*/ 10 w 19"/>
                  <a:gd name="T19" fmla="*/ 24 h 28"/>
                  <a:gd name="T20" fmla="*/ 14 w 19"/>
                  <a:gd name="T21" fmla="*/ 23 h 28"/>
                  <a:gd name="T22" fmla="*/ 15 w 19"/>
                  <a:gd name="T23" fmla="*/ 20 h 28"/>
                  <a:gd name="T24" fmla="*/ 13 w 19"/>
                  <a:gd name="T25" fmla="*/ 17 h 28"/>
                  <a:gd name="T26" fmla="*/ 9 w 19"/>
                  <a:gd name="T27" fmla="*/ 14 h 28"/>
                  <a:gd name="T28" fmla="*/ 3 w 19"/>
                  <a:gd name="T29" fmla="*/ 11 h 28"/>
                  <a:gd name="T30" fmla="*/ 1 w 19"/>
                  <a:gd name="T31" fmla="*/ 7 h 28"/>
                  <a:gd name="T32" fmla="*/ 3 w 19"/>
                  <a:gd name="T33" fmla="*/ 2 h 28"/>
                  <a:gd name="T34" fmla="*/ 10 w 19"/>
                  <a:gd name="T35" fmla="*/ 0 h 28"/>
                  <a:gd name="T36" fmla="*/ 16 w 19"/>
                  <a:gd name="T37" fmla="*/ 2 h 28"/>
                  <a:gd name="T38" fmla="*/ 18 w 19"/>
                  <a:gd name="T39" fmla="*/ 7 h 28"/>
                  <a:gd name="T40" fmla="*/ 14 w 19"/>
                  <a:gd name="T41" fmla="*/ 7 h 28"/>
                  <a:gd name="T42" fmla="*/ 13 w 19"/>
                  <a:gd name="T43" fmla="*/ 4 h 28"/>
                  <a:gd name="T44" fmla="*/ 10 w 19"/>
                  <a:gd name="T45" fmla="*/ 3 h 28"/>
                  <a:gd name="T46" fmla="*/ 6 w 19"/>
                  <a:gd name="T47" fmla="*/ 4 h 28"/>
                  <a:gd name="T48" fmla="*/ 5 w 19"/>
                  <a:gd name="T49" fmla="*/ 7 h 28"/>
                  <a:gd name="T50" fmla="*/ 6 w 19"/>
                  <a:gd name="T51" fmla="*/ 9 h 28"/>
                  <a:gd name="T52" fmla="*/ 11 w 19"/>
                  <a:gd name="T53" fmla="*/ 12 h 28"/>
                  <a:gd name="T54" fmla="*/ 17 w 19"/>
                  <a:gd name="T55" fmla="*/ 15 h 28"/>
                  <a:gd name="T56" fmla="*/ 19 w 19"/>
                  <a:gd name="T57" fmla="*/ 2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9" h="28">
                    <a:moveTo>
                      <a:pt x="19" y="20"/>
                    </a:moveTo>
                    <a:cubicBezTo>
                      <a:pt x="19" y="22"/>
                      <a:pt x="18" y="24"/>
                      <a:pt x="17" y="25"/>
                    </a:cubicBezTo>
                    <a:cubicBezTo>
                      <a:pt x="15" y="27"/>
                      <a:pt x="13" y="28"/>
                      <a:pt x="10" y="28"/>
                    </a:cubicBezTo>
                    <a:cubicBezTo>
                      <a:pt x="7" y="28"/>
                      <a:pt x="4" y="27"/>
                      <a:pt x="3" y="25"/>
                    </a:cubicBezTo>
                    <a:cubicBezTo>
                      <a:pt x="1" y="24"/>
                      <a:pt x="0" y="22"/>
                      <a:pt x="0" y="20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4" y="21"/>
                      <a:pt x="5" y="22"/>
                      <a:pt x="6" y="23"/>
                    </a:cubicBezTo>
                    <a:cubicBezTo>
                      <a:pt x="7" y="24"/>
                      <a:pt x="8" y="24"/>
                      <a:pt x="10" y="24"/>
                    </a:cubicBezTo>
                    <a:cubicBezTo>
                      <a:pt x="11" y="24"/>
                      <a:pt x="13" y="24"/>
                      <a:pt x="14" y="23"/>
                    </a:cubicBezTo>
                    <a:cubicBezTo>
                      <a:pt x="15" y="22"/>
                      <a:pt x="15" y="21"/>
                      <a:pt x="15" y="20"/>
                    </a:cubicBezTo>
                    <a:cubicBezTo>
                      <a:pt x="15" y="19"/>
                      <a:pt x="15" y="18"/>
                      <a:pt x="13" y="17"/>
                    </a:cubicBezTo>
                    <a:cubicBezTo>
                      <a:pt x="12" y="16"/>
                      <a:pt x="11" y="15"/>
                      <a:pt x="9" y="14"/>
                    </a:cubicBezTo>
                    <a:cubicBezTo>
                      <a:pt x="6" y="13"/>
                      <a:pt x="4" y="12"/>
                      <a:pt x="3" y="11"/>
                    </a:cubicBezTo>
                    <a:cubicBezTo>
                      <a:pt x="1" y="10"/>
                      <a:pt x="1" y="9"/>
                      <a:pt x="1" y="7"/>
                    </a:cubicBezTo>
                    <a:cubicBezTo>
                      <a:pt x="1" y="5"/>
                      <a:pt x="2" y="3"/>
                      <a:pt x="3" y="2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3" y="0"/>
                      <a:pt x="15" y="0"/>
                      <a:pt x="16" y="2"/>
                    </a:cubicBezTo>
                    <a:cubicBezTo>
                      <a:pt x="18" y="4"/>
                      <a:pt x="18" y="5"/>
                      <a:pt x="18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6"/>
                      <a:pt x="14" y="5"/>
                      <a:pt x="13" y="4"/>
                    </a:cubicBezTo>
                    <a:cubicBezTo>
                      <a:pt x="12" y="3"/>
                      <a:pt x="11" y="3"/>
                      <a:pt x="10" y="3"/>
                    </a:cubicBezTo>
                    <a:cubicBezTo>
                      <a:pt x="8" y="3"/>
                      <a:pt x="7" y="3"/>
                      <a:pt x="6" y="4"/>
                    </a:cubicBezTo>
                    <a:cubicBezTo>
                      <a:pt x="5" y="5"/>
                      <a:pt x="5" y="5"/>
                      <a:pt x="5" y="7"/>
                    </a:cubicBezTo>
                    <a:cubicBezTo>
                      <a:pt x="5" y="8"/>
                      <a:pt x="5" y="8"/>
                      <a:pt x="6" y="9"/>
                    </a:cubicBezTo>
                    <a:cubicBezTo>
                      <a:pt x="7" y="10"/>
                      <a:pt x="8" y="11"/>
                      <a:pt x="11" y="12"/>
                    </a:cubicBezTo>
                    <a:cubicBezTo>
                      <a:pt x="14" y="13"/>
                      <a:pt x="16" y="14"/>
                      <a:pt x="17" y="15"/>
                    </a:cubicBezTo>
                    <a:cubicBezTo>
                      <a:pt x="18" y="16"/>
                      <a:pt x="19" y="18"/>
                      <a:pt x="19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îśľídè">
                <a:extLst>
                  <a:ext uri="{FF2B5EF4-FFF2-40B4-BE49-F238E27FC236}">
                    <a16:creationId xmlns:a16="http://schemas.microsoft.com/office/drawing/2014/main" id="{31B755ED-55A4-45AC-9B0C-70B67F6A3BDD}"/>
                  </a:ext>
                </a:extLst>
              </p:cNvPr>
              <p:cNvSpPr/>
              <p:nvPr/>
            </p:nvSpPr>
            <p:spPr bwMode="auto">
              <a:xfrm>
                <a:off x="7150100" y="3683001"/>
                <a:ext cx="12700" cy="889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işḷîḑe">
                <a:extLst>
                  <a:ext uri="{FF2B5EF4-FFF2-40B4-BE49-F238E27FC236}">
                    <a16:creationId xmlns:a16="http://schemas.microsoft.com/office/drawing/2014/main" id="{3DCBB421-CBF5-4685-84E4-AEBDF3B265CC}"/>
                  </a:ext>
                </a:extLst>
              </p:cNvPr>
              <p:cNvSpPr/>
              <p:nvPr/>
            </p:nvSpPr>
            <p:spPr bwMode="auto">
              <a:xfrm>
                <a:off x="7216775" y="3683001"/>
                <a:ext cx="61913" cy="88900"/>
              </a:xfrm>
              <a:custGeom>
                <a:avLst/>
                <a:gdLst>
                  <a:gd name="T0" fmla="*/ 39 w 39"/>
                  <a:gd name="T1" fmla="*/ 6 h 56"/>
                  <a:gd name="T2" fmla="*/ 25 w 39"/>
                  <a:gd name="T3" fmla="*/ 6 h 56"/>
                  <a:gd name="T4" fmla="*/ 25 w 39"/>
                  <a:gd name="T5" fmla="*/ 56 h 56"/>
                  <a:gd name="T6" fmla="*/ 14 w 39"/>
                  <a:gd name="T7" fmla="*/ 56 h 56"/>
                  <a:gd name="T8" fmla="*/ 14 w 39"/>
                  <a:gd name="T9" fmla="*/ 6 h 56"/>
                  <a:gd name="T10" fmla="*/ 0 w 39"/>
                  <a:gd name="T11" fmla="*/ 6 h 56"/>
                  <a:gd name="T12" fmla="*/ 0 w 39"/>
                  <a:gd name="T13" fmla="*/ 0 h 56"/>
                  <a:gd name="T14" fmla="*/ 39 w 39"/>
                  <a:gd name="T15" fmla="*/ 0 h 56"/>
                  <a:gd name="T16" fmla="*/ 39 w 39"/>
                  <a:gd name="T17" fmla="*/ 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9" h="56">
                    <a:moveTo>
                      <a:pt x="39" y="6"/>
                    </a:moveTo>
                    <a:lnTo>
                      <a:pt x="25" y="6"/>
                    </a:lnTo>
                    <a:lnTo>
                      <a:pt x="25" y="56"/>
                    </a:lnTo>
                    <a:lnTo>
                      <a:pt x="14" y="56"/>
                    </a:lnTo>
                    <a:lnTo>
                      <a:pt x="14" y="6"/>
                    </a:lnTo>
                    <a:lnTo>
                      <a:pt x="0" y="6"/>
                    </a:lnTo>
                    <a:lnTo>
                      <a:pt x="0" y="0"/>
                    </a:lnTo>
                    <a:lnTo>
                      <a:pt x="39" y="0"/>
                    </a:lnTo>
                    <a:lnTo>
                      <a:pt x="39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íṧlîḍé">
                <a:extLst>
                  <a:ext uri="{FF2B5EF4-FFF2-40B4-BE49-F238E27FC236}">
                    <a16:creationId xmlns:a16="http://schemas.microsoft.com/office/drawing/2014/main" id="{63B6AFD3-88CC-4304-B96B-B18132DD2423}"/>
                  </a:ext>
                </a:extLst>
              </p:cNvPr>
              <p:cNvSpPr/>
              <p:nvPr/>
            </p:nvSpPr>
            <p:spPr bwMode="auto">
              <a:xfrm>
                <a:off x="7302500" y="3683001"/>
                <a:ext cx="69850" cy="88900"/>
              </a:xfrm>
              <a:custGeom>
                <a:avLst/>
                <a:gdLst>
                  <a:gd name="T0" fmla="*/ 44 w 44"/>
                  <a:gd name="T1" fmla="*/ 0 h 56"/>
                  <a:gd name="T2" fmla="*/ 27 w 44"/>
                  <a:gd name="T3" fmla="*/ 31 h 56"/>
                  <a:gd name="T4" fmla="*/ 27 w 44"/>
                  <a:gd name="T5" fmla="*/ 56 h 56"/>
                  <a:gd name="T6" fmla="*/ 19 w 44"/>
                  <a:gd name="T7" fmla="*/ 56 h 56"/>
                  <a:gd name="T8" fmla="*/ 19 w 44"/>
                  <a:gd name="T9" fmla="*/ 31 h 56"/>
                  <a:gd name="T10" fmla="*/ 0 w 44"/>
                  <a:gd name="T11" fmla="*/ 0 h 56"/>
                  <a:gd name="T12" fmla="*/ 10 w 44"/>
                  <a:gd name="T13" fmla="*/ 0 h 56"/>
                  <a:gd name="T14" fmla="*/ 23 w 44"/>
                  <a:gd name="T15" fmla="*/ 25 h 56"/>
                  <a:gd name="T16" fmla="*/ 23 w 44"/>
                  <a:gd name="T17" fmla="*/ 25 h 56"/>
                  <a:gd name="T18" fmla="*/ 35 w 44"/>
                  <a:gd name="T19" fmla="*/ 0 h 56"/>
                  <a:gd name="T20" fmla="*/ 44 w 44"/>
                  <a:gd name="T21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4" h="56">
                    <a:moveTo>
                      <a:pt x="44" y="0"/>
                    </a:moveTo>
                    <a:lnTo>
                      <a:pt x="27" y="31"/>
                    </a:lnTo>
                    <a:lnTo>
                      <a:pt x="27" y="56"/>
                    </a:lnTo>
                    <a:lnTo>
                      <a:pt x="19" y="56"/>
                    </a:lnTo>
                    <a:lnTo>
                      <a:pt x="19" y="31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23" y="25"/>
                    </a:lnTo>
                    <a:lnTo>
                      <a:pt x="23" y="25"/>
                    </a:lnTo>
                    <a:lnTo>
                      <a:pt x="35" y="0"/>
                    </a:lnTo>
                    <a:lnTo>
                      <a:pt x="4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79" name="椭圆 78">
            <a:extLst>
              <a:ext uri="{FF2B5EF4-FFF2-40B4-BE49-F238E27FC236}">
                <a16:creationId xmlns:a16="http://schemas.microsoft.com/office/drawing/2014/main" id="{17A0839A-F82F-4AF3-BE0C-B059F11A609F}"/>
              </a:ext>
            </a:extLst>
          </p:cNvPr>
          <p:cNvSpPr/>
          <p:nvPr/>
        </p:nvSpPr>
        <p:spPr>
          <a:xfrm>
            <a:off x="1977651" y="4001128"/>
            <a:ext cx="915754" cy="927974"/>
          </a:xfrm>
          <a:prstGeom prst="ellipse">
            <a:avLst/>
          </a:prstGeom>
          <a:solidFill>
            <a:srgbClr val="F04049"/>
          </a:solidFill>
          <a:ln>
            <a:noFill/>
          </a:ln>
          <a:effectLst>
            <a:outerShdw blurRad="101600" dist="38100" dir="5400000" algn="t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zh-CN" sz="5400" b="1" dirty="0">
                <a:solidFill>
                  <a:schemeClr val="bg1"/>
                </a:solidFill>
                <a:effectLst>
                  <a:innerShdw blurRad="127000">
                    <a:schemeClr val="bg1">
                      <a:lumMod val="50000"/>
                      <a:alpha val="85000"/>
                    </a:schemeClr>
                  </a:innerShdw>
                </a:effectLst>
                <a:cs typeface="+mn-ea"/>
                <a:sym typeface="+mn-lt"/>
              </a:rPr>
              <a:t>1</a:t>
            </a:r>
            <a:endParaRPr lang="zh-CN" altLang="en-US" sz="5400" b="1" dirty="0">
              <a:solidFill>
                <a:schemeClr val="bg1"/>
              </a:solidFill>
              <a:effectLst>
                <a:innerShdw blurRad="127000">
                  <a:schemeClr val="bg1">
                    <a:lumMod val="50000"/>
                    <a:alpha val="85000"/>
                  </a:schemeClr>
                </a:innerShdw>
              </a:effectLst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81656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81083AD2-A9D1-4D8B-BA62-337124F4930C}"/>
              </a:ext>
            </a:extLst>
          </p:cNvPr>
          <p:cNvSpPr/>
          <p:nvPr/>
        </p:nvSpPr>
        <p:spPr>
          <a:xfrm>
            <a:off x="0" y="0"/>
            <a:ext cx="9144000" cy="243840"/>
          </a:xfrm>
          <a:prstGeom prst="rect">
            <a:avLst/>
          </a:prstGeom>
          <a:solidFill>
            <a:srgbClr val="F040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课程脉络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矩阵乘法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求解线性递推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矩阵快速幂优化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例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AAB6BC10-45DD-4477-83AF-883480AFB742}"/>
              </a:ext>
            </a:extLst>
          </p:cNvPr>
          <p:cNvGrpSpPr/>
          <p:nvPr/>
        </p:nvGrpSpPr>
        <p:grpSpPr>
          <a:xfrm>
            <a:off x="182880" y="406420"/>
            <a:ext cx="7410450" cy="523220"/>
            <a:chOff x="190500" y="383560"/>
            <a:chExt cx="7410450" cy="523220"/>
          </a:xfrm>
        </p:grpSpPr>
        <p:sp>
          <p:nvSpPr>
            <p:cNvPr id="36" name="平行四边形 35">
              <a:extLst>
                <a:ext uri="{FF2B5EF4-FFF2-40B4-BE49-F238E27FC236}">
                  <a16:creationId xmlns:a16="http://schemas.microsoft.com/office/drawing/2014/main" id="{F40A7694-6484-44E1-99C7-EDE95D900592}"/>
                </a:ext>
              </a:extLst>
            </p:cNvPr>
            <p:cNvSpPr/>
            <p:nvPr/>
          </p:nvSpPr>
          <p:spPr>
            <a:xfrm>
              <a:off x="190500" y="533400"/>
              <a:ext cx="845820" cy="373380"/>
            </a:xfrm>
            <a:prstGeom prst="parallelogram">
              <a:avLst/>
            </a:prstGeom>
            <a:solidFill>
              <a:srgbClr val="F04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FDB29133-41AD-4B3B-906E-5DEE9B7FE047}"/>
                </a:ext>
              </a:extLst>
            </p:cNvPr>
            <p:cNvSpPr txBox="1"/>
            <p:nvPr/>
          </p:nvSpPr>
          <p:spPr>
            <a:xfrm>
              <a:off x="506730" y="383560"/>
              <a:ext cx="70942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课程脉络</a:t>
              </a:r>
            </a:p>
          </p:txBody>
        </p:sp>
      </p:grp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E5B60183-BC48-4A9B-803F-FE5CBF31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3</a:t>
            </a:fld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F398482-C144-954E-AAE5-226FAFC523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365" y="1738641"/>
            <a:ext cx="8739269" cy="338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4871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占位符 4">
            <a:extLst>
              <a:ext uri="{FF2B5EF4-FFF2-40B4-BE49-F238E27FC236}">
                <a16:creationId xmlns:a16="http://schemas.microsoft.com/office/drawing/2014/main" id="{2782219E-605B-4A0D-8F55-E46229BF59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461"/>
          <a:stretch/>
        </p:blipFill>
        <p:spPr>
          <a:xfrm>
            <a:off x="0" y="2977"/>
            <a:ext cx="9159759" cy="3802246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461007BA-07C3-4DD8-8798-7D3173F7E471}"/>
              </a:ext>
            </a:extLst>
          </p:cNvPr>
          <p:cNvGrpSpPr/>
          <p:nvPr/>
        </p:nvGrpSpPr>
        <p:grpSpPr>
          <a:xfrm>
            <a:off x="802881" y="3220887"/>
            <a:ext cx="7648586" cy="2501388"/>
            <a:chOff x="1200150" y="3107981"/>
            <a:chExt cx="9791700" cy="328917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3F9A6B05-7ED5-4F7C-AA64-18A3F997F137}"/>
                </a:ext>
              </a:extLst>
            </p:cNvPr>
            <p:cNvSpPr/>
            <p:nvPr/>
          </p:nvSpPr>
          <p:spPr>
            <a:xfrm>
              <a:off x="1664486" y="3107981"/>
              <a:ext cx="8945408" cy="3174172"/>
            </a:xfrm>
            <a:prstGeom prst="roundRect">
              <a:avLst>
                <a:gd name="adj" fmla="val 3205"/>
              </a:avLst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C09A6EA4-4FF5-4E8E-AB8F-7349BE02CD5E}"/>
                </a:ext>
              </a:extLst>
            </p:cNvPr>
            <p:cNvSpPr/>
            <p:nvPr/>
          </p:nvSpPr>
          <p:spPr>
            <a:xfrm>
              <a:off x="1463942" y="3222979"/>
              <a:ext cx="9346497" cy="3174172"/>
            </a:xfrm>
            <a:prstGeom prst="roundRect">
              <a:avLst>
                <a:gd name="adj" fmla="val 3205"/>
              </a:avLst>
            </a:prstGeom>
            <a:solidFill>
              <a:schemeClr val="bg1">
                <a:alpha val="9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BA5C651A-F6BF-4D75-A3D1-DDEB8CCADD03}"/>
                </a:ext>
              </a:extLst>
            </p:cNvPr>
            <p:cNvSpPr/>
            <p:nvPr/>
          </p:nvSpPr>
          <p:spPr>
            <a:xfrm>
              <a:off x="1200150" y="3365257"/>
              <a:ext cx="9791700" cy="2757614"/>
            </a:xfrm>
            <a:prstGeom prst="roundRect">
              <a:avLst>
                <a:gd name="adj" fmla="val 3205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F8F8F8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0" tIns="72000" rIns="540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457167">
                <a:lnSpc>
                  <a:spcPct val="120000"/>
                </a:lnSpc>
              </a:pPr>
              <a:endParaRPr lang="zh-CN" altLang="en-US" sz="24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9" name="标题 74">
            <a:extLst>
              <a:ext uri="{FF2B5EF4-FFF2-40B4-BE49-F238E27FC236}">
                <a16:creationId xmlns:a16="http://schemas.microsoft.com/office/drawing/2014/main" id="{FE4E37FF-6DE5-4CC8-8FB8-6127CB98D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8169" y="4161391"/>
            <a:ext cx="3044051" cy="670536"/>
          </a:xfrm>
        </p:spPr>
        <p:txBody>
          <a:bodyPr>
            <a:normAutofit fontScale="90000"/>
          </a:bodyPr>
          <a:lstStyle/>
          <a:p>
            <a:pPr algn="dist"/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矩阵乘法</a:t>
            </a:r>
            <a:b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Matrix multiplication</a:t>
            </a:r>
            <a:endParaRPr lang="zh-CN" altLang="en-US" sz="36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图表 9">
            <a:extLst>
              <a:ext uri="{FF2B5EF4-FFF2-40B4-BE49-F238E27FC236}">
                <a16:creationId xmlns:a16="http://schemas.microsoft.com/office/drawing/2014/main" id="{C2A16DD7-7E56-46E8-99BC-6C95E446C457}"/>
              </a:ext>
            </a:extLst>
          </p:cNvPr>
          <p:cNvGraphicFramePr/>
          <p:nvPr/>
        </p:nvGraphicFramePr>
        <p:xfrm>
          <a:off x="1381564" y="3754945"/>
          <a:ext cx="2179863" cy="1272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12" name="ba3e13bc-cc22-40db-8abb-361298693e2c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4872306A-C0C4-4EAA-A0CE-7D3D08B3D35A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7823002" y="73858"/>
            <a:ext cx="1228130" cy="313031"/>
            <a:chOff x="2866708" y="2481344"/>
            <a:chExt cx="6458593" cy="1879440"/>
          </a:xfrm>
          <a:solidFill>
            <a:schemeClr val="bg1"/>
          </a:solidFill>
        </p:grpSpPr>
        <p:grpSp>
          <p:nvGrpSpPr>
            <p:cNvPr id="16" name="ïSļïdè">
              <a:extLst>
                <a:ext uri="{FF2B5EF4-FFF2-40B4-BE49-F238E27FC236}">
                  <a16:creationId xmlns:a16="http://schemas.microsoft.com/office/drawing/2014/main" id="{FDADEC7D-9C4A-4753-B76D-1E0C37349221}"/>
                </a:ext>
              </a:extLst>
            </p:cNvPr>
            <p:cNvGrpSpPr/>
            <p:nvPr/>
          </p:nvGrpSpPr>
          <p:grpSpPr>
            <a:xfrm>
              <a:off x="2866708" y="2604783"/>
              <a:ext cx="1724148" cy="1756001"/>
              <a:chOff x="4810125" y="3095626"/>
              <a:chExt cx="687388" cy="700088"/>
            </a:xfrm>
            <a:grpFill/>
          </p:grpSpPr>
          <p:sp>
            <p:nvSpPr>
              <p:cNvPr id="46" name="íşḷidê">
                <a:extLst>
                  <a:ext uri="{FF2B5EF4-FFF2-40B4-BE49-F238E27FC236}">
                    <a16:creationId xmlns:a16="http://schemas.microsoft.com/office/drawing/2014/main" id="{D98EF6A1-CCEA-404A-AA7F-81F96F9A12C2}"/>
                  </a:ext>
                </a:extLst>
              </p:cNvPr>
              <p:cNvSpPr/>
              <p:nvPr/>
            </p:nvSpPr>
            <p:spPr bwMode="auto">
              <a:xfrm>
                <a:off x="4810125" y="3095626"/>
                <a:ext cx="687388" cy="700088"/>
              </a:xfrm>
              <a:custGeom>
                <a:avLst/>
                <a:gdLst>
                  <a:gd name="T0" fmla="*/ 104 w 208"/>
                  <a:gd name="T1" fmla="*/ 207 h 210"/>
                  <a:gd name="T2" fmla="*/ 4 w 208"/>
                  <a:gd name="T3" fmla="*/ 105 h 210"/>
                  <a:gd name="T4" fmla="*/ 104 w 208"/>
                  <a:gd name="T5" fmla="*/ 4 h 210"/>
                  <a:gd name="T6" fmla="*/ 204 w 208"/>
                  <a:gd name="T7" fmla="*/ 105 h 210"/>
                  <a:gd name="T8" fmla="*/ 104 w 208"/>
                  <a:gd name="T9" fmla="*/ 207 h 210"/>
                  <a:gd name="T10" fmla="*/ 104 w 208"/>
                  <a:gd name="T11" fmla="*/ 0 h 210"/>
                  <a:gd name="T12" fmla="*/ 0 w 208"/>
                  <a:gd name="T13" fmla="*/ 105 h 210"/>
                  <a:gd name="T14" fmla="*/ 104 w 208"/>
                  <a:gd name="T15" fmla="*/ 210 h 210"/>
                  <a:gd name="T16" fmla="*/ 208 w 208"/>
                  <a:gd name="T17" fmla="*/ 105 h 210"/>
                  <a:gd name="T18" fmla="*/ 104 w 208"/>
                  <a:gd name="T19" fmla="*/ 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8" h="210">
                    <a:moveTo>
                      <a:pt x="104" y="207"/>
                    </a:moveTo>
                    <a:cubicBezTo>
                      <a:pt x="49" y="207"/>
                      <a:pt x="4" y="161"/>
                      <a:pt x="4" y="105"/>
                    </a:cubicBezTo>
                    <a:cubicBezTo>
                      <a:pt x="4" y="49"/>
                      <a:pt x="49" y="4"/>
                      <a:pt x="104" y="4"/>
                    </a:cubicBezTo>
                    <a:cubicBezTo>
                      <a:pt x="159" y="4"/>
                      <a:pt x="204" y="49"/>
                      <a:pt x="204" y="105"/>
                    </a:cubicBezTo>
                    <a:cubicBezTo>
                      <a:pt x="204" y="161"/>
                      <a:pt x="159" y="207"/>
                      <a:pt x="104" y="207"/>
                    </a:cubicBezTo>
                    <a:close/>
                    <a:moveTo>
                      <a:pt x="104" y="0"/>
                    </a:moveTo>
                    <a:cubicBezTo>
                      <a:pt x="47" y="0"/>
                      <a:pt x="0" y="47"/>
                      <a:pt x="0" y="105"/>
                    </a:cubicBezTo>
                    <a:cubicBezTo>
                      <a:pt x="0" y="163"/>
                      <a:pt x="47" y="210"/>
                      <a:pt x="104" y="210"/>
                    </a:cubicBezTo>
                    <a:cubicBezTo>
                      <a:pt x="161" y="210"/>
                      <a:pt x="208" y="163"/>
                      <a:pt x="208" y="105"/>
                    </a:cubicBezTo>
                    <a:cubicBezTo>
                      <a:pt x="208" y="47"/>
                      <a:pt x="161" y="0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íSľïdé">
                <a:extLst>
                  <a:ext uri="{FF2B5EF4-FFF2-40B4-BE49-F238E27FC236}">
                    <a16:creationId xmlns:a16="http://schemas.microsoft.com/office/drawing/2014/main" id="{F254EC13-E0AC-4092-BAFE-B9D379CB19EC}"/>
                  </a:ext>
                </a:extLst>
              </p:cNvPr>
              <p:cNvSpPr/>
              <p:nvPr/>
            </p:nvSpPr>
            <p:spPr bwMode="auto">
              <a:xfrm>
                <a:off x="5384800" y="3559176"/>
                <a:ext cx="46038" cy="30163"/>
              </a:xfrm>
              <a:custGeom>
                <a:avLst/>
                <a:gdLst>
                  <a:gd name="T0" fmla="*/ 29 w 29"/>
                  <a:gd name="T1" fmla="*/ 13 h 19"/>
                  <a:gd name="T2" fmla="*/ 27 w 29"/>
                  <a:gd name="T3" fmla="*/ 19 h 19"/>
                  <a:gd name="T4" fmla="*/ 0 w 29"/>
                  <a:gd name="T5" fmla="*/ 6 h 19"/>
                  <a:gd name="T6" fmla="*/ 4 w 29"/>
                  <a:gd name="T7" fmla="*/ 0 h 19"/>
                  <a:gd name="T8" fmla="*/ 29 w 29"/>
                  <a:gd name="T9" fmla="*/ 13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19">
                    <a:moveTo>
                      <a:pt x="29" y="13"/>
                    </a:moveTo>
                    <a:lnTo>
                      <a:pt x="27" y="19"/>
                    </a:lnTo>
                    <a:lnTo>
                      <a:pt x="0" y="6"/>
                    </a:lnTo>
                    <a:lnTo>
                      <a:pt x="4" y="0"/>
                    </a:lnTo>
                    <a:lnTo>
                      <a:pt x="29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ïslíḋê">
                <a:extLst>
                  <a:ext uri="{FF2B5EF4-FFF2-40B4-BE49-F238E27FC236}">
                    <a16:creationId xmlns:a16="http://schemas.microsoft.com/office/drawing/2014/main" id="{CD9A8FD7-138F-4F51-8F50-1A7F398595E5}"/>
                  </a:ext>
                </a:extLst>
              </p:cNvPr>
              <p:cNvSpPr/>
              <p:nvPr/>
            </p:nvSpPr>
            <p:spPr bwMode="auto">
              <a:xfrm>
                <a:off x="5405438" y="3479801"/>
                <a:ext cx="49213" cy="42863"/>
              </a:xfrm>
              <a:custGeom>
                <a:avLst/>
                <a:gdLst>
                  <a:gd name="T0" fmla="*/ 31 w 31"/>
                  <a:gd name="T1" fmla="*/ 14 h 27"/>
                  <a:gd name="T2" fmla="*/ 29 w 31"/>
                  <a:gd name="T3" fmla="*/ 21 h 27"/>
                  <a:gd name="T4" fmla="*/ 19 w 31"/>
                  <a:gd name="T5" fmla="*/ 18 h 27"/>
                  <a:gd name="T6" fmla="*/ 0 w 31"/>
                  <a:gd name="T7" fmla="*/ 27 h 27"/>
                  <a:gd name="T8" fmla="*/ 2 w 31"/>
                  <a:gd name="T9" fmla="*/ 18 h 27"/>
                  <a:gd name="T10" fmla="*/ 14 w 31"/>
                  <a:gd name="T11" fmla="*/ 14 h 27"/>
                  <a:gd name="T12" fmla="*/ 4 w 31"/>
                  <a:gd name="T13" fmla="*/ 6 h 27"/>
                  <a:gd name="T14" fmla="*/ 4 w 31"/>
                  <a:gd name="T15" fmla="*/ 0 h 27"/>
                  <a:gd name="T16" fmla="*/ 19 w 31"/>
                  <a:gd name="T17" fmla="*/ 12 h 27"/>
                  <a:gd name="T18" fmla="*/ 31 w 31"/>
                  <a:gd name="T19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" h="27">
                    <a:moveTo>
                      <a:pt x="31" y="14"/>
                    </a:moveTo>
                    <a:lnTo>
                      <a:pt x="29" y="21"/>
                    </a:lnTo>
                    <a:lnTo>
                      <a:pt x="19" y="18"/>
                    </a:lnTo>
                    <a:lnTo>
                      <a:pt x="0" y="27"/>
                    </a:lnTo>
                    <a:lnTo>
                      <a:pt x="2" y="18"/>
                    </a:lnTo>
                    <a:lnTo>
                      <a:pt x="14" y="14"/>
                    </a:lnTo>
                    <a:lnTo>
                      <a:pt x="4" y="6"/>
                    </a:lnTo>
                    <a:lnTo>
                      <a:pt x="4" y="0"/>
                    </a:lnTo>
                    <a:lnTo>
                      <a:pt x="19" y="12"/>
                    </a:lnTo>
                    <a:lnTo>
                      <a:pt x="31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işļïḍè">
                <a:extLst>
                  <a:ext uri="{FF2B5EF4-FFF2-40B4-BE49-F238E27FC236}">
                    <a16:creationId xmlns:a16="http://schemas.microsoft.com/office/drawing/2014/main" id="{4830FFCB-3E89-4192-8203-0AAB5A627595}"/>
                  </a:ext>
                </a:extLst>
              </p:cNvPr>
              <p:cNvSpPr/>
              <p:nvPr/>
            </p:nvSpPr>
            <p:spPr bwMode="auto">
              <a:xfrm>
                <a:off x="5391150" y="3522663"/>
                <a:ext cx="50800" cy="36513"/>
              </a:xfrm>
              <a:custGeom>
                <a:avLst/>
                <a:gdLst>
                  <a:gd name="T0" fmla="*/ 32 w 32"/>
                  <a:gd name="T1" fmla="*/ 17 h 23"/>
                  <a:gd name="T2" fmla="*/ 32 w 32"/>
                  <a:gd name="T3" fmla="*/ 23 h 23"/>
                  <a:gd name="T4" fmla="*/ 9 w 32"/>
                  <a:gd name="T5" fmla="*/ 15 h 23"/>
                  <a:gd name="T6" fmla="*/ 7 w 32"/>
                  <a:gd name="T7" fmla="*/ 23 h 23"/>
                  <a:gd name="T8" fmla="*/ 0 w 32"/>
                  <a:gd name="T9" fmla="*/ 21 h 23"/>
                  <a:gd name="T10" fmla="*/ 9 w 32"/>
                  <a:gd name="T11" fmla="*/ 0 h 23"/>
                  <a:gd name="T12" fmla="*/ 13 w 32"/>
                  <a:gd name="T13" fmla="*/ 2 h 23"/>
                  <a:gd name="T14" fmla="*/ 11 w 32"/>
                  <a:gd name="T15" fmla="*/ 8 h 23"/>
                  <a:gd name="T16" fmla="*/ 32 w 32"/>
                  <a:gd name="T17" fmla="*/ 17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" h="23">
                    <a:moveTo>
                      <a:pt x="32" y="17"/>
                    </a:moveTo>
                    <a:lnTo>
                      <a:pt x="32" y="23"/>
                    </a:lnTo>
                    <a:lnTo>
                      <a:pt x="9" y="15"/>
                    </a:lnTo>
                    <a:lnTo>
                      <a:pt x="7" y="23"/>
                    </a:lnTo>
                    <a:lnTo>
                      <a:pt x="0" y="21"/>
                    </a:lnTo>
                    <a:lnTo>
                      <a:pt x="9" y="0"/>
                    </a:lnTo>
                    <a:lnTo>
                      <a:pt x="13" y="2"/>
                    </a:lnTo>
                    <a:lnTo>
                      <a:pt x="11" y="8"/>
                    </a:lnTo>
                    <a:lnTo>
                      <a:pt x="32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0" name="í$ļîḓé">
                <a:extLst>
                  <a:ext uri="{FF2B5EF4-FFF2-40B4-BE49-F238E27FC236}">
                    <a16:creationId xmlns:a16="http://schemas.microsoft.com/office/drawing/2014/main" id="{EF860E45-7BB8-4BAE-8E76-FF26B80DC424}"/>
                  </a:ext>
                </a:extLst>
              </p:cNvPr>
              <p:cNvSpPr/>
              <p:nvPr/>
            </p:nvSpPr>
            <p:spPr bwMode="auto">
              <a:xfrm>
                <a:off x="5368925" y="3579813"/>
                <a:ext cx="46038" cy="46038"/>
              </a:xfrm>
              <a:custGeom>
                <a:avLst/>
                <a:gdLst>
                  <a:gd name="T0" fmla="*/ 0 w 14"/>
                  <a:gd name="T1" fmla="*/ 6 h 14"/>
                  <a:gd name="T2" fmla="*/ 1 w 14"/>
                  <a:gd name="T3" fmla="*/ 3 h 14"/>
                  <a:gd name="T4" fmla="*/ 4 w 14"/>
                  <a:gd name="T5" fmla="*/ 1 h 14"/>
                  <a:gd name="T6" fmla="*/ 8 w 14"/>
                  <a:gd name="T7" fmla="*/ 1 h 14"/>
                  <a:gd name="T8" fmla="*/ 6 w 14"/>
                  <a:gd name="T9" fmla="*/ 4 h 14"/>
                  <a:gd name="T10" fmla="*/ 5 w 14"/>
                  <a:gd name="T11" fmla="*/ 3 h 14"/>
                  <a:gd name="T12" fmla="*/ 3 w 14"/>
                  <a:gd name="T13" fmla="*/ 5 h 14"/>
                  <a:gd name="T14" fmla="*/ 3 w 14"/>
                  <a:gd name="T15" fmla="*/ 6 h 14"/>
                  <a:gd name="T16" fmla="*/ 3 w 14"/>
                  <a:gd name="T17" fmla="*/ 7 h 14"/>
                  <a:gd name="T18" fmla="*/ 4 w 14"/>
                  <a:gd name="T19" fmla="*/ 7 h 14"/>
                  <a:gd name="T20" fmla="*/ 6 w 14"/>
                  <a:gd name="T21" fmla="*/ 6 h 14"/>
                  <a:gd name="T22" fmla="*/ 9 w 14"/>
                  <a:gd name="T23" fmla="*/ 4 h 14"/>
                  <a:gd name="T24" fmla="*/ 11 w 14"/>
                  <a:gd name="T25" fmla="*/ 3 h 14"/>
                  <a:gd name="T26" fmla="*/ 13 w 14"/>
                  <a:gd name="T27" fmla="*/ 4 h 14"/>
                  <a:gd name="T28" fmla="*/ 14 w 14"/>
                  <a:gd name="T29" fmla="*/ 6 h 14"/>
                  <a:gd name="T30" fmla="*/ 14 w 14"/>
                  <a:gd name="T31" fmla="*/ 8 h 14"/>
                  <a:gd name="T32" fmla="*/ 13 w 14"/>
                  <a:gd name="T33" fmla="*/ 11 h 14"/>
                  <a:gd name="T34" fmla="*/ 10 w 14"/>
                  <a:gd name="T35" fmla="*/ 14 h 14"/>
                  <a:gd name="T36" fmla="*/ 6 w 14"/>
                  <a:gd name="T37" fmla="*/ 13 h 14"/>
                  <a:gd name="T38" fmla="*/ 7 w 14"/>
                  <a:gd name="T39" fmla="*/ 11 h 14"/>
                  <a:gd name="T40" fmla="*/ 10 w 14"/>
                  <a:gd name="T41" fmla="*/ 11 h 14"/>
                  <a:gd name="T42" fmla="*/ 11 w 14"/>
                  <a:gd name="T43" fmla="*/ 10 h 14"/>
                  <a:gd name="T44" fmla="*/ 12 w 14"/>
                  <a:gd name="T45" fmla="*/ 8 h 14"/>
                  <a:gd name="T46" fmla="*/ 11 w 14"/>
                  <a:gd name="T47" fmla="*/ 6 h 14"/>
                  <a:gd name="T48" fmla="*/ 10 w 14"/>
                  <a:gd name="T49" fmla="*/ 6 h 14"/>
                  <a:gd name="T50" fmla="*/ 9 w 14"/>
                  <a:gd name="T51" fmla="*/ 7 h 14"/>
                  <a:gd name="T52" fmla="*/ 7 w 14"/>
                  <a:gd name="T53" fmla="*/ 8 h 14"/>
                  <a:gd name="T54" fmla="*/ 5 w 14"/>
                  <a:gd name="T55" fmla="*/ 10 h 14"/>
                  <a:gd name="T56" fmla="*/ 2 w 14"/>
                  <a:gd name="T57" fmla="*/ 9 h 14"/>
                  <a:gd name="T58" fmla="*/ 0 w 14"/>
                  <a:gd name="T59" fmla="*/ 8 h 14"/>
                  <a:gd name="T60" fmla="*/ 0 w 14"/>
                  <a:gd name="T61" fmla="*/ 6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4" h="14">
                    <a:moveTo>
                      <a:pt x="0" y="6"/>
                    </a:moveTo>
                    <a:cubicBezTo>
                      <a:pt x="0" y="5"/>
                      <a:pt x="1" y="4"/>
                      <a:pt x="1" y="3"/>
                    </a:cubicBezTo>
                    <a:cubicBezTo>
                      <a:pt x="2" y="2"/>
                      <a:pt x="3" y="1"/>
                      <a:pt x="4" y="1"/>
                    </a:cubicBezTo>
                    <a:cubicBezTo>
                      <a:pt x="5" y="0"/>
                      <a:pt x="7" y="1"/>
                      <a:pt x="8" y="1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3"/>
                      <a:pt x="5" y="3"/>
                      <a:pt x="5" y="3"/>
                    </a:cubicBezTo>
                    <a:cubicBezTo>
                      <a:pt x="4" y="4"/>
                      <a:pt x="4" y="4"/>
                      <a:pt x="3" y="5"/>
                    </a:cubicBezTo>
                    <a:cubicBezTo>
                      <a:pt x="3" y="5"/>
                      <a:pt x="2" y="6"/>
                      <a:pt x="3" y="6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3" y="7"/>
                      <a:pt x="4" y="7"/>
                      <a:pt x="4" y="7"/>
                    </a:cubicBezTo>
                    <a:cubicBezTo>
                      <a:pt x="4" y="7"/>
                      <a:pt x="5" y="7"/>
                      <a:pt x="6" y="6"/>
                    </a:cubicBezTo>
                    <a:cubicBezTo>
                      <a:pt x="7" y="5"/>
                      <a:pt x="8" y="4"/>
                      <a:pt x="9" y="4"/>
                    </a:cubicBezTo>
                    <a:cubicBezTo>
                      <a:pt x="9" y="4"/>
                      <a:pt x="10" y="3"/>
                      <a:pt x="11" y="3"/>
                    </a:cubicBezTo>
                    <a:cubicBezTo>
                      <a:pt x="11" y="3"/>
                      <a:pt x="12" y="4"/>
                      <a:pt x="13" y="4"/>
                    </a:cubicBezTo>
                    <a:cubicBezTo>
                      <a:pt x="13" y="5"/>
                      <a:pt x="14" y="5"/>
                      <a:pt x="14" y="6"/>
                    </a:cubicBezTo>
                    <a:cubicBezTo>
                      <a:pt x="14" y="7"/>
                      <a:pt x="14" y="7"/>
                      <a:pt x="14" y="8"/>
                    </a:cubicBezTo>
                    <a:cubicBezTo>
                      <a:pt x="14" y="9"/>
                      <a:pt x="14" y="10"/>
                      <a:pt x="13" y="11"/>
                    </a:cubicBezTo>
                    <a:cubicBezTo>
                      <a:pt x="12" y="12"/>
                      <a:pt x="11" y="13"/>
                      <a:pt x="10" y="14"/>
                    </a:cubicBezTo>
                    <a:cubicBezTo>
                      <a:pt x="9" y="14"/>
                      <a:pt x="7" y="14"/>
                      <a:pt x="6" y="13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8" y="11"/>
                      <a:pt x="9" y="11"/>
                      <a:pt x="10" y="11"/>
                    </a:cubicBezTo>
                    <a:cubicBezTo>
                      <a:pt x="10" y="11"/>
                      <a:pt x="11" y="10"/>
                      <a:pt x="11" y="10"/>
                    </a:cubicBezTo>
                    <a:cubicBezTo>
                      <a:pt x="12" y="9"/>
                      <a:pt x="12" y="8"/>
                      <a:pt x="12" y="8"/>
                    </a:cubicBezTo>
                    <a:cubicBezTo>
                      <a:pt x="12" y="7"/>
                      <a:pt x="12" y="7"/>
                      <a:pt x="11" y="6"/>
                    </a:cubicBezTo>
                    <a:cubicBezTo>
                      <a:pt x="11" y="6"/>
                      <a:pt x="11" y="6"/>
                      <a:pt x="10" y="6"/>
                    </a:cubicBezTo>
                    <a:cubicBezTo>
                      <a:pt x="10" y="6"/>
                      <a:pt x="10" y="6"/>
                      <a:pt x="9" y="7"/>
                    </a:cubicBezTo>
                    <a:cubicBezTo>
                      <a:pt x="9" y="7"/>
                      <a:pt x="8" y="7"/>
                      <a:pt x="7" y="8"/>
                    </a:cubicBezTo>
                    <a:cubicBezTo>
                      <a:pt x="6" y="9"/>
                      <a:pt x="5" y="10"/>
                      <a:pt x="5" y="10"/>
                    </a:cubicBezTo>
                    <a:cubicBezTo>
                      <a:pt x="4" y="10"/>
                      <a:pt x="3" y="10"/>
                      <a:pt x="2" y="9"/>
                    </a:cubicBezTo>
                    <a:cubicBezTo>
                      <a:pt x="1" y="9"/>
                      <a:pt x="1" y="9"/>
                      <a:pt x="0" y="8"/>
                    </a:cubicBezTo>
                    <a:cubicBezTo>
                      <a:pt x="0" y="7"/>
                      <a:pt x="0" y="7"/>
                      <a:pt x="0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íşļíḑè">
                <a:extLst>
                  <a:ext uri="{FF2B5EF4-FFF2-40B4-BE49-F238E27FC236}">
                    <a16:creationId xmlns:a16="http://schemas.microsoft.com/office/drawing/2014/main" id="{47A905E5-018C-47A3-9365-F9BA3A00BA5E}"/>
                  </a:ext>
                </a:extLst>
              </p:cNvPr>
              <p:cNvSpPr/>
              <p:nvPr/>
            </p:nvSpPr>
            <p:spPr bwMode="auto">
              <a:xfrm>
                <a:off x="5335588" y="3616326"/>
                <a:ext cx="60325" cy="52388"/>
              </a:xfrm>
              <a:custGeom>
                <a:avLst/>
                <a:gdLst>
                  <a:gd name="T0" fmla="*/ 12 w 18"/>
                  <a:gd name="T1" fmla="*/ 9 h 16"/>
                  <a:gd name="T2" fmla="*/ 10 w 18"/>
                  <a:gd name="T3" fmla="*/ 8 h 16"/>
                  <a:gd name="T4" fmla="*/ 9 w 18"/>
                  <a:gd name="T5" fmla="*/ 9 h 16"/>
                  <a:gd name="T6" fmla="*/ 8 w 18"/>
                  <a:gd name="T7" fmla="*/ 9 h 16"/>
                  <a:gd name="T8" fmla="*/ 8 w 18"/>
                  <a:gd name="T9" fmla="*/ 10 h 16"/>
                  <a:gd name="T10" fmla="*/ 12 w 18"/>
                  <a:gd name="T11" fmla="*/ 14 h 16"/>
                  <a:gd name="T12" fmla="*/ 10 w 18"/>
                  <a:gd name="T13" fmla="*/ 16 h 16"/>
                  <a:gd name="T14" fmla="*/ 0 w 18"/>
                  <a:gd name="T15" fmla="*/ 7 h 16"/>
                  <a:gd name="T16" fmla="*/ 4 w 18"/>
                  <a:gd name="T17" fmla="*/ 2 h 16"/>
                  <a:gd name="T18" fmla="*/ 6 w 18"/>
                  <a:gd name="T19" fmla="*/ 0 h 16"/>
                  <a:gd name="T20" fmla="*/ 8 w 18"/>
                  <a:gd name="T21" fmla="*/ 0 h 16"/>
                  <a:gd name="T22" fmla="*/ 10 w 18"/>
                  <a:gd name="T23" fmla="*/ 1 h 16"/>
                  <a:gd name="T24" fmla="*/ 12 w 18"/>
                  <a:gd name="T25" fmla="*/ 3 h 16"/>
                  <a:gd name="T26" fmla="*/ 11 w 18"/>
                  <a:gd name="T27" fmla="*/ 6 h 16"/>
                  <a:gd name="T28" fmla="*/ 12 w 18"/>
                  <a:gd name="T29" fmla="*/ 6 h 16"/>
                  <a:gd name="T30" fmla="*/ 15 w 18"/>
                  <a:gd name="T31" fmla="*/ 6 h 16"/>
                  <a:gd name="T32" fmla="*/ 18 w 18"/>
                  <a:gd name="T33" fmla="*/ 7 h 16"/>
                  <a:gd name="T34" fmla="*/ 16 w 18"/>
                  <a:gd name="T35" fmla="*/ 9 h 16"/>
                  <a:gd name="T36" fmla="*/ 12 w 18"/>
                  <a:gd name="T37" fmla="*/ 9 h 16"/>
                  <a:gd name="T38" fmla="*/ 9 w 18"/>
                  <a:gd name="T39" fmla="*/ 5 h 16"/>
                  <a:gd name="T40" fmla="*/ 9 w 18"/>
                  <a:gd name="T41" fmla="*/ 4 h 16"/>
                  <a:gd name="T42" fmla="*/ 8 w 18"/>
                  <a:gd name="T43" fmla="*/ 3 h 16"/>
                  <a:gd name="T44" fmla="*/ 7 w 18"/>
                  <a:gd name="T45" fmla="*/ 3 h 16"/>
                  <a:gd name="T46" fmla="*/ 6 w 18"/>
                  <a:gd name="T47" fmla="*/ 3 h 16"/>
                  <a:gd name="T48" fmla="*/ 5 w 18"/>
                  <a:gd name="T49" fmla="*/ 5 h 16"/>
                  <a:gd name="T50" fmla="*/ 3 w 18"/>
                  <a:gd name="T51" fmla="*/ 6 h 16"/>
                  <a:gd name="T52" fmla="*/ 6 w 18"/>
                  <a:gd name="T53" fmla="*/ 8 h 16"/>
                  <a:gd name="T54" fmla="*/ 7 w 18"/>
                  <a:gd name="T55" fmla="*/ 7 h 16"/>
                  <a:gd name="T56" fmla="*/ 9 w 18"/>
                  <a:gd name="T57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" h="16">
                    <a:moveTo>
                      <a:pt x="12" y="9"/>
                    </a:moveTo>
                    <a:cubicBezTo>
                      <a:pt x="11" y="8"/>
                      <a:pt x="10" y="8"/>
                      <a:pt x="10" y="8"/>
                    </a:cubicBezTo>
                    <a:cubicBezTo>
                      <a:pt x="10" y="8"/>
                      <a:pt x="9" y="8"/>
                      <a:pt x="9" y="9"/>
                    </a:cubicBezTo>
                    <a:cubicBezTo>
                      <a:pt x="9" y="9"/>
                      <a:pt x="8" y="9"/>
                      <a:pt x="8" y="9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12" y="14"/>
                      <a:pt x="12" y="14"/>
                      <a:pt x="12" y="14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1"/>
                      <a:pt x="6" y="1"/>
                      <a:pt x="6" y="0"/>
                    </a:cubicBezTo>
                    <a:cubicBezTo>
                      <a:pt x="7" y="0"/>
                      <a:pt x="8" y="0"/>
                      <a:pt x="8" y="0"/>
                    </a:cubicBezTo>
                    <a:cubicBezTo>
                      <a:pt x="9" y="0"/>
                      <a:pt x="10" y="1"/>
                      <a:pt x="10" y="1"/>
                    </a:cubicBezTo>
                    <a:cubicBezTo>
                      <a:pt x="11" y="2"/>
                      <a:pt x="11" y="3"/>
                      <a:pt x="12" y="3"/>
                    </a:cubicBezTo>
                    <a:cubicBezTo>
                      <a:pt x="12" y="4"/>
                      <a:pt x="11" y="5"/>
                      <a:pt x="11" y="6"/>
                    </a:cubicBezTo>
                    <a:cubicBezTo>
                      <a:pt x="11" y="6"/>
                      <a:pt x="12" y="6"/>
                      <a:pt x="12" y="6"/>
                    </a:cubicBezTo>
                    <a:cubicBezTo>
                      <a:pt x="13" y="6"/>
                      <a:pt x="14" y="6"/>
                      <a:pt x="15" y="6"/>
                    </a:cubicBezTo>
                    <a:cubicBezTo>
                      <a:pt x="18" y="7"/>
                      <a:pt x="18" y="7"/>
                      <a:pt x="18" y="7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2" y="9"/>
                      <a:pt x="12" y="9"/>
                      <a:pt x="12" y="9"/>
                    </a:cubicBezTo>
                    <a:close/>
                    <a:moveTo>
                      <a:pt x="9" y="5"/>
                    </a:moveTo>
                    <a:cubicBezTo>
                      <a:pt x="9" y="5"/>
                      <a:pt x="9" y="4"/>
                      <a:pt x="9" y="4"/>
                    </a:cubicBezTo>
                    <a:cubicBezTo>
                      <a:pt x="9" y="4"/>
                      <a:pt x="9" y="4"/>
                      <a:pt x="8" y="3"/>
                    </a:cubicBezTo>
                    <a:cubicBezTo>
                      <a:pt x="8" y="3"/>
                      <a:pt x="8" y="3"/>
                      <a:pt x="7" y="3"/>
                    </a:cubicBezTo>
                    <a:cubicBezTo>
                      <a:pt x="7" y="3"/>
                      <a:pt x="7" y="3"/>
                      <a:pt x="6" y="3"/>
                    </a:cubicBez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8" y="6"/>
                      <a:pt x="9" y="5"/>
                      <a:pt x="9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2" name="î$1îḋé">
                <a:extLst>
                  <a:ext uri="{FF2B5EF4-FFF2-40B4-BE49-F238E27FC236}">
                    <a16:creationId xmlns:a16="http://schemas.microsoft.com/office/drawing/2014/main" id="{B3C50769-1FD6-4599-9F0F-E27B386FCB4E}"/>
                  </a:ext>
                </a:extLst>
              </p:cNvPr>
              <p:cNvSpPr/>
              <p:nvPr/>
            </p:nvSpPr>
            <p:spPr bwMode="auto">
              <a:xfrm>
                <a:off x="5302250" y="3641726"/>
                <a:ext cx="57150" cy="57150"/>
              </a:xfrm>
              <a:custGeom>
                <a:avLst/>
                <a:gdLst>
                  <a:gd name="T0" fmla="*/ 19 w 36"/>
                  <a:gd name="T1" fmla="*/ 36 h 36"/>
                  <a:gd name="T2" fmla="*/ 0 w 36"/>
                  <a:gd name="T3" fmla="*/ 15 h 36"/>
                  <a:gd name="T4" fmla="*/ 17 w 36"/>
                  <a:gd name="T5" fmla="*/ 0 h 36"/>
                  <a:gd name="T6" fmla="*/ 19 w 36"/>
                  <a:gd name="T7" fmla="*/ 5 h 36"/>
                  <a:gd name="T8" fmla="*/ 9 w 36"/>
                  <a:gd name="T9" fmla="*/ 15 h 36"/>
                  <a:gd name="T10" fmla="*/ 13 w 36"/>
                  <a:gd name="T11" fmla="*/ 19 h 36"/>
                  <a:gd name="T12" fmla="*/ 23 w 36"/>
                  <a:gd name="T13" fmla="*/ 11 h 36"/>
                  <a:gd name="T14" fmla="*/ 25 w 36"/>
                  <a:gd name="T15" fmla="*/ 15 h 36"/>
                  <a:gd name="T16" fmla="*/ 15 w 36"/>
                  <a:gd name="T17" fmla="*/ 24 h 36"/>
                  <a:gd name="T18" fmla="*/ 19 w 36"/>
                  <a:gd name="T19" fmla="*/ 30 h 36"/>
                  <a:gd name="T20" fmla="*/ 31 w 36"/>
                  <a:gd name="T21" fmla="*/ 19 h 36"/>
                  <a:gd name="T22" fmla="*/ 36 w 36"/>
                  <a:gd name="T23" fmla="*/ 24 h 36"/>
                  <a:gd name="T24" fmla="*/ 19 w 36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" h="36">
                    <a:moveTo>
                      <a:pt x="19" y="36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19" y="5"/>
                    </a:lnTo>
                    <a:lnTo>
                      <a:pt x="9" y="15"/>
                    </a:lnTo>
                    <a:lnTo>
                      <a:pt x="13" y="19"/>
                    </a:lnTo>
                    <a:lnTo>
                      <a:pt x="23" y="11"/>
                    </a:lnTo>
                    <a:lnTo>
                      <a:pt x="25" y="15"/>
                    </a:lnTo>
                    <a:lnTo>
                      <a:pt x="15" y="24"/>
                    </a:lnTo>
                    <a:lnTo>
                      <a:pt x="19" y="30"/>
                    </a:lnTo>
                    <a:lnTo>
                      <a:pt x="31" y="19"/>
                    </a:lnTo>
                    <a:lnTo>
                      <a:pt x="36" y="24"/>
                    </a:lnTo>
                    <a:lnTo>
                      <a:pt x="19" y="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3" name="isļiḋê">
                <a:extLst>
                  <a:ext uri="{FF2B5EF4-FFF2-40B4-BE49-F238E27FC236}">
                    <a16:creationId xmlns:a16="http://schemas.microsoft.com/office/drawing/2014/main" id="{DF39C0CD-F391-4B36-8104-CF10B1316DDB}"/>
                  </a:ext>
                </a:extLst>
              </p:cNvPr>
              <p:cNvSpPr/>
              <p:nvPr/>
            </p:nvSpPr>
            <p:spPr bwMode="auto">
              <a:xfrm>
                <a:off x="5262563" y="3665538"/>
                <a:ext cx="46038" cy="53975"/>
              </a:xfrm>
              <a:custGeom>
                <a:avLst/>
                <a:gdLst>
                  <a:gd name="T0" fmla="*/ 23 w 29"/>
                  <a:gd name="T1" fmla="*/ 0 h 34"/>
                  <a:gd name="T2" fmla="*/ 29 w 29"/>
                  <a:gd name="T3" fmla="*/ 30 h 34"/>
                  <a:gd name="T4" fmla="*/ 23 w 29"/>
                  <a:gd name="T5" fmla="*/ 34 h 34"/>
                  <a:gd name="T6" fmla="*/ 0 w 29"/>
                  <a:gd name="T7" fmla="*/ 15 h 34"/>
                  <a:gd name="T8" fmla="*/ 7 w 29"/>
                  <a:gd name="T9" fmla="*/ 11 h 34"/>
                  <a:gd name="T10" fmla="*/ 23 w 29"/>
                  <a:gd name="T11" fmla="*/ 25 h 34"/>
                  <a:gd name="T12" fmla="*/ 19 w 29"/>
                  <a:gd name="T13" fmla="*/ 4 h 34"/>
                  <a:gd name="T14" fmla="*/ 23 w 29"/>
                  <a:gd name="T15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9" h="34">
                    <a:moveTo>
                      <a:pt x="23" y="0"/>
                    </a:moveTo>
                    <a:lnTo>
                      <a:pt x="29" y="30"/>
                    </a:lnTo>
                    <a:lnTo>
                      <a:pt x="23" y="34"/>
                    </a:lnTo>
                    <a:lnTo>
                      <a:pt x="0" y="15"/>
                    </a:lnTo>
                    <a:lnTo>
                      <a:pt x="7" y="11"/>
                    </a:lnTo>
                    <a:lnTo>
                      <a:pt x="23" y="25"/>
                    </a:lnTo>
                    <a:lnTo>
                      <a:pt x="19" y="4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4" name="íşḷíďè">
                <a:extLst>
                  <a:ext uri="{FF2B5EF4-FFF2-40B4-BE49-F238E27FC236}">
                    <a16:creationId xmlns:a16="http://schemas.microsoft.com/office/drawing/2014/main" id="{E3313441-9841-486D-9E6A-3820D270968E}"/>
                  </a:ext>
                </a:extLst>
              </p:cNvPr>
              <p:cNvSpPr/>
              <p:nvPr/>
            </p:nvSpPr>
            <p:spPr bwMode="auto">
              <a:xfrm>
                <a:off x="5249863" y="3689351"/>
                <a:ext cx="26988" cy="42863"/>
              </a:xfrm>
              <a:custGeom>
                <a:avLst/>
                <a:gdLst>
                  <a:gd name="T0" fmla="*/ 17 w 17"/>
                  <a:gd name="T1" fmla="*/ 25 h 27"/>
                  <a:gd name="T2" fmla="*/ 12 w 17"/>
                  <a:gd name="T3" fmla="*/ 27 h 27"/>
                  <a:gd name="T4" fmla="*/ 0 w 17"/>
                  <a:gd name="T5" fmla="*/ 2 h 27"/>
                  <a:gd name="T6" fmla="*/ 6 w 17"/>
                  <a:gd name="T7" fmla="*/ 0 h 27"/>
                  <a:gd name="T8" fmla="*/ 17 w 17"/>
                  <a:gd name="T9" fmla="*/ 2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7">
                    <a:moveTo>
                      <a:pt x="17" y="25"/>
                    </a:moveTo>
                    <a:lnTo>
                      <a:pt x="12" y="27"/>
                    </a:lnTo>
                    <a:lnTo>
                      <a:pt x="0" y="2"/>
                    </a:lnTo>
                    <a:lnTo>
                      <a:pt x="6" y="0"/>
                    </a:lnTo>
                    <a:lnTo>
                      <a:pt x="17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5" name="ïṩľíḓê">
                <a:extLst>
                  <a:ext uri="{FF2B5EF4-FFF2-40B4-BE49-F238E27FC236}">
                    <a16:creationId xmlns:a16="http://schemas.microsoft.com/office/drawing/2014/main" id="{F55D3F91-D03F-475E-BCF7-B3EEAC951C17}"/>
                  </a:ext>
                </a:extLst>
              </p:cNvPr>
              <p:cNvSpPr/>
              <p:nvPr/>
            </p:nvSpPr>
            <p:spPr bwMode="auto">
              <a:xfrm>
                <a:off x="5207000" y="3695701"/>
                <a:ext cx="46038" cy="53975"/>
              </a:xfrm>
              <a:custGeom>
                <a:avLst/>
                <a:gdLst>
                  <a:gd name="T0" fmla="*/ 23 w 29"/>
                  <a:gd name="T1" fmla="*/ 0 h 34"/>
                  <a:gd name="T2" fmla="*/ 29 w 29"/>
                  <a:gd name="T3" fmla="*/ 27 h 34"/>
                  <a:gd name="T4" fmla="*/ 25 w 29"/>
                  <a:gd name="T5" fmla="*/ 29 h 34"/>
                  <a:gd name="T6" fmla="*/ 8 w 29"/>
                  <a:gd name="T7" fmla="*/ 15 h 34"/>
                  <a:gd name="T8" fmla="*/ 12 w 29"/>
                  <a:gd name="T9" fmla="*/ 32 h 34"/>
                  <a:gd name="T10" fmla="*/ 8 w 29"/>
                  <a:gd name="T11" fmla="*/ 34 h 34"/>
                  <a:gd name="T12" fmla="*/ 0 w 29"/>
                  <a:gd name="T13" fmla="*/ 6 h 34"/>
                  <a:gd name="T14" fmla="*/ 6 w 29"/>
                  <a:gd name="T15" fmla="*/ 4 h 34"/>
                  <a:gd name="T16" fmla="*/ 23 w 29"/>
                  <a:gd name="T17" fmla="*/ 19 h 34"/>
                  <a:gd name="T18" fmla="*/ 17 w 29"/>
                  <a:gd name="T19" fmla="*/ 2 h 34"/>
                  <a:gd name="T20" fmla="*/ 23 w 29"/>
                  <a:gd name="T21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9" h="34">
                    <a:moveTo>
                      <a:pt x="23" y="0"/>
                    </a:moveTo>
                    <a:lnTo>
                      <a:pt x="29" y="27"/>
                    </a:lnTo>
                    <a:lnTo>
                      <a:pt x="25" y="29"/>
                    </a:lnTo>
                    <a:lnTo>
                      <a:pt x="8" y="15"/>
                    </a:lnTo>
                    <a:lnTo>
                      <a:pt x="12" y="32"/>
                    </a:lnTo>
                    <a:lnTo>
                      <a:pt x="8" y="34"/>
                    </a:lnTo>
                    <a:lnTo>
                      <a:pt x="0" y="6"/>
                    </a:lnTo>
                    <a:lnTo>
                      <a:pt x="6" y="4"/>
                    </a:lnTo>
                    <a:lnTo>
                      <a:pt x="23" y="19"/>
                    </a:lnTo>
                    <a:lnTo>
                      <a:pt x="17" y="2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6" name="íšlïḑe">
                <a:extLst>
                  <a:ext uri="{FF2B5EF4-FFF2-40B4-BE49-F238E27FC236}">
                    <a16:creationId xmlns:a16="http://schemas.microsoft.com/office/drawing/2014/main" id="{63DA53E3-4A5C-4ECF-A17F-7855ECDFA9E2}"/>
                  </a:ext>
                </a:extLst>
              </p:cNvPr>
              <p:cNvSpPr/>
              <p:nvPr/>
            </p:nvSpPr>
            <p:spPr bwMode="auto">
              <a:xfrm>
                <a:off x="5164138" y="3705226"/>
                <a:ext cx="36513" cy="50800"/>
              </a:xfrm>
              <a:custGeom>
                <a:avLst/>
                <a:gdLst>
                  <a:gd name="T0" fmla="*/ 9 w 11"/>
                  <a:gd name="T1" fmla="*/ 8 h 15"/>
                  <a:gd name="T2" fmla="*/ 8 w 11"/>
                  <a:gd name="T3" fmla="*/ 1 h 15"/>
                  <a:gd name="T4" fmla="*/ 11 w 11"/>
                  <a:gd name="T5" fmla="*/ 0 h 15"/>
                  <a:gd name="T6" fmla="*/ 11 w 11"/>
                  <a:gd name="T7" fmla="*/ 7 h 15"/>
                  <a:gd name="T8" fmla="*/ 11 w 11"/>
                  <a:gd name="T9" fmla="*/ 11 h 15"/>
                  <a:gd name="T10" fmla="*/ 11 w 11"/>
                  <a:gd name="T11" fmla="*/ 13 h 15"/>
                  <a:gd name="T12" fmla="*/ 9 w 11"/>
                  <a:gd name="T13" fmla="*/ 14 h 15"/>
                  <a:gd name="T14" fmla="*/ 7 w 11"/>
                  <a:gd name="T15" fmla="*/ 14 h 15"/>
                  <a:gd name="T16" fmla="*/ 4 w 11"/>
                  <a:gd name="T17" fmla="*/ 14 h 15"/>
                  <a:gd name="T18" fmla="*/ 2 w 11"/>
                  <a:gd name="T19" fmla="*/ 13 h 15"/>
                  <a:gd name="T20" fmla="*/ 1 w 11"/>
                  <a:gd name="T21" fmla="*/ 12 h 15"/>
                  <a:gd name="T22" fmla="*/ 1 w 11"/>
                  <a:gd name="T23" fmla="*/ 8 h 15"/>
                  <a:gd name="T24" fmla="*/ 0 w 11"/>
                  <a:gd name="T25" fmla="*/ 1 h 15"/>
                  <a:gd name="T26" fmla="*/ 3 w 11"/>
                  <a:gd name="T27" fmla="*/ 1 h 15"/>
                  <a:gd name="T28" fmla="*/ 3 w 11"/>
                  <a:gd name="T29" fmla="*/ 8 h 15"/>
                  <a:gd name="T30" fmla="*/ 4 w 11"/>
                  <a:gd name="T31" fmla="*/ 11 h 15"/>
                  <a:gd name="T32" fmla="*/ 4 w 11"/>
                  <a:gd name="T33" fmla="*/ 12 h 15"/>
                  <a:gd name="T34" fmla="*/ 6 w 11"/>
                  <a:gd name="T35" fmla="*/ 12 h 15"/>
                  <a:gd name="T36" fmla="*/ 8 w 11"/>
                  <a:gd name="T37" fmla="*/ 12 h 15"/>
                  <a:gd name="T38" fmla="*/ 9 w 11"/>
                  <a:gd name="T39" fmla="*/ 10 h 15"/>
                  <a:gd name="T40" fmla="*/ 9 w 11"/>
                  <a:gd name="T41" fmla="*/ 8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1" h="15">
                    <a:moveTo>
                      <a:pt x="9" y="8"/>
                    </a:moveTo>
                    <a:cubicBezTo>
                      <a:pt x="8" y="1"/>
                      <a:pt x="8" y="1"/>
                      <a:pt x="8" y="1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11" y="10"/>
                      <a:pt x="11" y="11"/>
                    </a:cubicBezTo>
                    <a:cubicBezTo>
                      <a:pt x="11" y="12"/>
                      <a:pt x="11" y="12"/>
                      <a:pt x="11" y="13"/>
                    </a:cubicBezTo>
                    <a:cubicBezTo>
                      <a:pt x="10" y="13"/>
                      <a:pt x="10" y="14"/>
                      <a:pt x="9" y="14"/>
                    </a:cubicBezTo>
                    <a:cubicBezTo>
                      <a:pt x="9" y="14"/>
                      <a:pt x="8" y="14"/>
                      <a:pt x="7" y="14"/>
                    </a:cubicBezTo>
                    <a:cubicBezTo>
                      <a:pt x="5" y="15"/>
                      <a:pt x="4" y="15"/>
                      <a:pt x="4" y="14"/>
                    </a:cubicBezTo>
                    <a:cubicBezTo>
                      <a:pt x="3" y="14"/>
                      <a:pt x="2" y="14"/>
                      <a:pt x="2" y="13"/>
                    </a:cubicBezTo>
                    <a:cubicBezTo>
                      <a:pt x="2" y="13"/>
                      <a:pt x="1" y="12"/>
                      <a:pt x="1" y="12"/>
                    </a:cubicBezTo>
                    <a:cubicBezTo>
                      <a:pt x="1" y="11"/>
                      <a:pt x="1" y="10"/>
                      <a:pt x="1" y="8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3" y="9"/>
                      <a:pt x="3" y="10"/>
                      <a:pt x="4" y="11"/>
                    </a:cubicBezTo>
                    <a:cubicBezTo>
                      <a:pt x="4" y="11"/>
                      <a:pt x="4" y="12"/>
                      <a:pt x="4" y="12"/>
                    </a:cubicBezTo>
                    <a:cubicBezTo>
                      <a:pt x="5" y="12"/>
                      <a:pt x="6" y="12"/>
                      <a:pt x="6" y="12"/>
                    </a:cubicBezTo>
                    <a:cubicBezTo>
                      <a:pt x="7" y="12"/>
                      <a:pt x="8" y="12"/>
                      <a:pt x="8" y="12"/>
                    </a:cubicBezTo>
                    <a:cubicBezTo>
                      <a:pt x="8" y="11"/>
                      <a:pt x="9" y="11"/>
                      <a:pt x="9" y="10"/>
                    </a:cubicBezTo>
                    <a:cubicBezTo>
                      <a:pt x="9" y="10"/>
                      <a:pt x="9" y="9"/>
                      <a:pt x="9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7" name="iṥļïḓê">
                <a:extLst>
                  <a:ext uri="{FF2B5EF4-FFF2-40B4-BE49-F238E27FC236}">
                    <a16:creationId xmlns:a16="http://schemas.microsoft.com/office/drawing/2014/main" id="{BBFF4709-8B5F-4C3A-A192-3FB0E46EF4CC}"/>
                  </a:ext>
                </a:extLst>
              </p:cNvPr>
              <p:cNvSpPr/>
              <p:nvPr/>
            </p:nvSpPr>
            <p:spPr bwMode="auto">
              <a:xfrm>
                <a:off x="5091113" y="3705226"/>
                <a:ext cx="42863" cy="47625"/>
              </a:xfrm>
              <a:custGeom>
                <a:avLst/>
                <a:gdLst>
                  <a:gd name="T0" fmla="*/ 9 w 13"/>
                  <a:gd name="T1" fmla="*/ 11 h 14"/>
                  <a:gd name="T2" fmla="*/ 10 w 13"/>
                  <a:gd name="T3" fmla="*/ 9 h 14"/>
                  <a:gd name="T4" fmla="*/ 7 w 13"/>
                  <a:gd name="T5" fmla="*/ 9 h 14"/>
                  <a:gd name="T6" fmla="*/ 7 w 13"/>
                  <a:gd name="T7" fmla="*/ 6 h 14"/>
                  <a:gd name="T8" fmla="*/ 13 w 13"/>
                  <a:gd name="T9" fmla="*/ 7 h 14"/>
                  <a:gd name="T10" fmla="*/ 12 w 13"/>
                  <a:gd name="T11" fmla="*/ 13 h 14"/>
                  <a:gd name="T12" fmla="*/ 9 w 13"/>
                  <a:gd name="T13" fmla="*/ 14 h 14"/>
                  <a:gd name="T14" fmla="*/ 6 w 13"/>
                  <a:gd name="T15" fmla="*/ 14 h 14"/>
                  <a:gd name="T16" fmla="*/ 2 w 13"/>
                  <a:gd name="T17" fmla="*/ 12 h 14"/>
                  <a:gd name="T18" fmla="*/ 0 w 13"/>
                  <a:gd name="T19" fmla="*/ 9 h 14"/>
                  <a:gd name="T20" fmla="*/ 0 w 13"/>
                  <a:gd name="T21" fmla="*/ 6 h 14"/>
                  <a:gd name="T22" fmla="*/ 2 w 13"/>
                  <a:gd name="T23" fmla="*/ 2 h 14"/>
                  <a:gd name="T24" fmla="*/ 5 w 13"/>
                  <a:gd name="T25" fmla="*/ 0 h 14"/>
                  <a:gd name="T26" fmla="*/ 8 w 13"/>
                  <a:gd name="T27" fmla="*/ 0 h 14"/>
                  <a:gd name="T28" fmla="*/ 12 w 13"/>
                  <a:gd name="T29" fmla="*/ 2 h 14"/>
                  <a:gd name="T30" fmla="*/ 13 w 13"/>
                  <a:gd name="T31" fmla="*/ 5 h 14"/>
                  <a:gd name="T32" fmla="*/ 10 w 13"/>
                  <a:gd name="T33" fmla="*/ 5 h 14"/>
                  <a:gd name="T34" fmla="*/ 9 w 13"/>
                  <a:gd name="T35" fmla="*/ 3 h 14"/>
                  <a:gd name="T36" fmla="*/ 8 w 13"/>
                  <a:gd name="T37" fmla="*/ 2 h 14"/>
                  <a:gd name="T38" fmla="*/ 5 w 13"/>
                  <a:gd name="T39" fmla="*/ 3 h 14"/>
                  <a:gd name="T40" fmla="*/ 3 w 13"/>
                  <a:gd name="T41" fmla="*/ 6 h 14"/>
                  <a:gd name="T42" fmla="*/ 4 w 13"/>
                  <a:gd name="T43" fmla="*/ 10 h 14"/>
                  <a:gd name="T44" fmla="*/ 6 w 13"/>
                  <a:gd name="T45" fmla="*/ 11 h 14"/>
                  <a:gd name="T46" fmla="*/ 8 w 13"/>
                  <a:gd name="T47" fmla="*/ 11 h 14"/>
                  <a:gd name="T48" fmla="*/ 9 w 13"/>
                  <a:gd name="T49" fmla="*/ 11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3" h="14">
                    <a:moveTo>
                      <a:pt x="9" y="11"/>
                    </a:moveTo>
                    <a:cubicBezTo>
                      <a:pt x="10" y="9"/>
                      <a:pt x="10" y="9"/>
                      <a:pt x="10" y="9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13"/>
                      <a:pt x="12" y="13"/>
                      <a:pt x="12" y="13"/>
                    </a:cubicBezTo>
                    <a:cubicBezTo>
                      <a:pt x="11" y="13"/>
                      <a:pt x="10" y="13"/>
                      <a:pt x="9" y="14"/>
                    </a:cubicBezTo>
                    <a:cubicBezTo>
                      <a:pt x="8" y="14"/>
                      <a:pt x="7" y="14"/>
                      <a:pt x="6" y="14"/>
                    </a:cubicBezTo>
                    <a:cubicBezTo>
                      <a:pt x="5" y="14"/>
                      <a:pt x="3" y="13"/>
                      <a:pt x="2" y="12"/>
                    </a:cubicBezTo>
                    <a:cubicBezTo>
                      <a:pt x="1" y="12"/>
                      <a:pt x="1" y="11"/>
                      <a:pt x="0" y="9"/>
                    </a:cubicBezTo>
                    <a:cubicBezTo>
                      <a:pt x="0" y="8"/>
                      <a:pt x="0" y="7"/>
                      <a:pt x="0" y="6"/>
                    </a:cubicBezTo>
                    <a:cubicBezTo>
                      <a:pt x="0" y="4"/>
                      <a:pt x="1" y="3"/>
                      <a:pt x="2" y="2"/>
                    </a:cubicBezTo>
                    <a:cubicBezTo>
                      <a:pt x="2" y="1"/>
                      <a:pt x="3" y="1"/>
                      <a:pt x="5" y="0"/>
                    </a:cubicBezTo>
                    <a:cubicBezTo>
                      <a:pt x="6" y="0"/>
                      <a:pt x="7" y="0"/>
                      <a:pt x="8" y="0"/>
                    </a:cubicBezTo>
                    <a:cubicBezTo>
                      <a:pt x="10" y="0"/>
                      <a:pt x="11" y="1"/>
                      <a:pt x="12" y="2"/>
                    </a:cubicBezTo>
                    <a:cubicBezTo>
                      <a:pt x="13" y="2"/>
                      <a:pt x="13" y="3"/>
                      <a:pt x="13" y="5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0" y="4"/>
                      <a:pt x="10" y="4"/>
                      <a:pt x="9" y="3"/>
                    </a:cubicBezTo>
                    <a:cubicBezTo>
                      <a:pt x="9" y="3"/>
                      <a:pt x="8" y="2"/>
                      <a:pt x="8" y="2"/>
                    </a:cubicBezTo>
                    <a:cubicBezTo>
                      <a:pt x="6" y="2"/>
                      <a:pt x="5" y="2"/>
                      <a:pt x="5" y="3"/>
                    </a:cubicBezTo>
                    <a:cubicBezTo>
                      <a:pt x="4" y="4"/>
                      <a:pt x="3" y="5"/>
                      <a:pt x="3" y="6"/>
                    </a:cubicBezTo>
                    <a:cubicBezTo>
                      <a:pt x="3" y="8"/>
                      <a:pt x="3" y="9"/>
                      <a:pt x="4" y="10"/>
                    </a:cubicBezTo>
                    <a:cubicBezTo>
                      <a:pt x="4" y="11"/>
                      <a:pt x="5" y="11"/>
                      <a:pt x="6" y="11"/>
                    </a:cubicBezTo>
                    <a:cubicBezTo>
                      <a:pt x="7" y="12"/>
                      <a:pt x="7" y="12"/>
                      <a:pt x="8" y="11"/>
                    </a:cubicBezTo>
                    <a:cubicBezTo>
                      <a:pt x="9" y="11"/>
                      <a:pt x="9" y="11"/>
                      <a:pt x="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8" name="îṩḷïḓè">
                <a:extLst>
                  <a:ext uri="{FF2B5EF4-FFF2-40B4-BE49-F238E27FC236}">
                    <a16:creationId xmlns:a16="http://schemas.microsoft.com/office/drawing/2014/main" id="{707FA54D-B4C7-497E-97AC-7EE62AA17D29}"/>
                  </a:ext>
                </a:extLst>
              </p:cNvPr>
              <p:cNvSpPr/>
              <p:nvPr/>
            </p:nvSpPr>
            <p:spPr bwMode="auto">
              <a:xfrm>
                <a:off x="5038725" y="3689351"/>
                <a:ext cx="49213" cy="52388"/>
              </a:xfrm>
              <a:custGeom>
                <a:avLst/>
                <a:gdLst>
                  <a:gd name="T0" fmla="*/ 21 w 31"/>
                  <a:gd name="T1" fmla="*/ 23 h 33"/>
                  <a:gd name="T2" fmla="*/ 27 w 31"/>
                  <a:gd name="T3" fmla="*/ 6 h 33"/>
                  <a:gd name="T4" fmla="*/ 31 w 31"/>
                  <a:gd name="T5" fmla="*/ 8 h 33"/>
                  <a:gd name="T6" fmla="*/ 23 w 31"/>
                  <a:gd name="T7" fmla="*/ 33 h 33"/>
                  <a:gd name="T8" fmla="*/ 16 w 31"/>
                  <a:gd name="T9" fmla="*/ 31 h 33"/>
                  <a:gd name="T10" fmla="*/ 12 w 31"/>
                  <a:gd name="T11" fmla="*/ 10 h 33"/>
                  <a:gd name="T12" fmla="*/ 6 w 31"/>
                  <a:gd name="T13" fmla="*/ 29 h 33"/>
                  <a:gd name="T14" fmla="*/ 0 w 31"/>
                  <a:gd name="T15" fmla="*/ 27 h 33"/>
                  <a:gd name="T16" fmla="*/ 10 w 31"/>
                  <a:gd name="T17" fmla="*/ 0 h 33"/>
                  <a:gd name="T18" fmla="*/ 14 w 31"/>
                  <a:gd name="T19" fmla="*/ 2 h 33"/>
                  <a:gd name="T20" fmla="*/ 21 w 31"/>
                  <a:gd name="T21" fmla="*/ 2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1" h="33">
                    <a:moveTo>
                      <a:pt x="21" y="23"/>
                    </a:moveTo>
                    <a:lnTo>
                      <a:pt x="27" y="6"/>
                    </a:lnTo>
                    <a:lnTo>
                      <a:pt x="31" y="8"/>
                    </a:lnTo>
                    <a:lnTo>
                      <a:pt x="23" y="33"/>
                    </a:lnTo>
                    <a:lnTo>
                      <a:pt x="16" y="31"/>
                    </a:lnTo>
                    <a:lnTo>
                      <a:pt x="12" y="10"/>
                    </a:lnTo>
                    <a:lnTo>
                      <a:pt x="6" y="29"/>
                    </a:lnTo>
                    <a:lnTo>
                      <a:pt x="0" y="27"/>
                    </a:lnTo>
                    <a:lnTo>
                      <a:pt x="10" y="0"/>
                    </a:lnTo>
                    <a:lnTo>
                      <a:pt x="14" y="2"/>
                    </a:lnTo>
                    <a:lnTo>
                      <a:pt x="21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9" name="ïśḻïdê">
                <a:extLst>
                  <a:ext uri="{FF2B5EF4-FFF2-40B4-BE49-F238E27FC236}">
                    <a16:creationId xmlns:a16="http://schemas.microsoft.com/office/drawing/2014/main" id="{72C9BFF9-DB34-4164-93D9-EA9400969614}"/>
                  </a:ext>
                </a:extLst>
              </p:cNvPr>
              <p:cNvSpPr/>
              <p:nvPr/>
            </p:nvSpPr>
            <p:spPr bwMode="auto">
              <a:xfrm>
                <a:off x="4995863" y="3671888"/>
                <a:ext cx="46038" cy="47625"/>
              </a:xfrm>
              <a:custGeom>
                <a:avLst/>
                <a:gdLst>
                  <a:gd name="T0" fmla="*/ 6 w 14"/>
                  <a:gd name="T1" fmla="*/ 3 h 14"/>
                  <a:gd name="T2" fmla="*/ 4 w 14"/>
                  <a:gd name="T3" fmla="*/ 5 h 14"/>
                  <a:gd name="T4" fmla="*/ 3 w 14"/>
                  <a:gd name="T5" fmla="*/ 9 h 14"/>
                  <a:gd name="T6" fmla="*/ 5 w 14"/>
                  <a:gd name="T7" fmla="*/ 11 h 14"/>
                  <a:gd name="T8" fmla="*/ 7 w 14"/>
                  <a:gd name="T9" fmla="*/ 11 h 14"/>
                  <a:gd name="T10" fmla="*/ 10 w 14"/>
                  <a:gd name="T11" fmla="*/ 9 h 14"/>
                  <a:gd name="T12" fmla="*/ 11 w 14"/>
                  <a:gd name="T13" fmla="*/ 6 h 14"/>
                  <a:gd name="T14" fmla="*/ 9 w 14"/>
                  <a:gd name="T15" fmla="*/ 3 h 14"/>
                  <a:gd name="T16" fmla="*/ 6 w 14"/>
                  <a:gd name="T17" fmla="*/ 3 h 14"/>
                  <a:gd name="T18" fmla="*/ 8 w 14"/>
                  <a:gd name="T19" fmla="*/ 14 h 14"/>
                  <a:gd name="T20" fmla="*/ 3 w 14"/>
                  <a:gd name="T21" fmla="*/ 13 h 14"/>
                  <a:gd name="T22" fmla="*/ 0 w 14"/>
                  <a:gd name="T23" fmla="*/ 9 h 14"/>
                  <a:gd name="T24" fmla="*/ 1 w 14"/>
                  <a:gd name="T25" fmla="*/ 4 h 14"/>
                  <a:gd name="T26" fmla="*/ 4 w 14"/>
                  <a:gd name="T27" fmla="*/ 1 h 14"/>
                  <a:gd name="T28" fmla="*/ 6 w 14"/>
                  <a:gd name="T29" fmla="*/ 0 h 14"/>
                  <a:gd name="T30" fmla="*/ 8 w 14"/>
                  <a:gd name="T31" fmla="*/ 0 h 14"/>
                  <a:gd name="T32" fmla="*/ 11 w 14"/>
                  <a:gd name="T33" fmla="*/ 1 h 14"/>
                  <a:gd name="T34" fmla="*/ 14 w 14"/>
                  <a:gd name="T35" fmla="*/ 5 h 14"/>
                  <a:gd name="T36" fmla="*/ 13 w 14"/>
                  <a:gd name="T37" fmla="*/ 11 h 14"/>
                  <a:gd name="T38" fmla="*/ 8 w 14"/>
                  <a:gd name="T39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4" h="14">
                    <a:moveTo>
                      <a:pt x="6" y="3"/>
                    </a:move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3" y="8"/>
                      <a:pt x="3" y="9"/>
                    </a:cubicBezTo>
                    <a:cubicBezTo>
                      <a:pt x="3" y="10"/>
                      <a:pt x="4" y="11"/>
                      <a:pt x="5" y="11"/>
                    </a:cubicBezTo>
                    <a:cubicBezTo>
                      <a:pt x="5" y="12"/>
                      <a:pt x="6" y="12"/>
                      <a:pt x="7" y="11"/>
                    </a:cubicBezTo>
                    <a:cubicBezTo>
                      <a:pt x="8" y="11"/>
                      <a:pt x="9" y="10"/>
                      <a:pt x="10" y="9"/>
                    </a:cubicBezTo>
                    <a:cubicBezTo>
                      <a:pt x="11" y="8"/>
                      <a:pt x="11" y="7"/>
                      <a:pt x="11" y="6"/>
                    </a:cubicBezTo>
                    <a:cubicBezTo>
                      <a:pt x="11" y="5"/>
                      <a:pt x="10" y="4"/>
                      <a:pt x="9" y="3"/>
                    </a:cubicBezTo>
                    <a:cubicBezTo>
                      <a:pt x="8" y="3"/>
                      <a:pt x="7" y="2"/>
                      <a:pt x="6" y="3"/>
                    </a:cubicBezTo>
                    <a:close/>
                    <a:moveTo>
                      <a:pt x="8" y="14"/>
                    </a:moveTo>
                    <a:cubicBezTo>
                      <a:pt x="7" y="14"/>
                      <a:pt x="5" y="14"/>
                      <a:pt x="3" y="13"/>
                    </a:cubicBezTo>
                    <a:cubicBezTo>
                      <a:pt x="2" y="12"/>
                      <a:pt x="1" y="11"/>
                      <a:pt x="0" y="9"/>
                    </a:cubicBezTo>
                    <a:cubicBezTo>
                      <a:pt x="0" y="7"/>
                      <a:pt x="0" y="6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4" y="1"/>
                      <a:pt x="5" y="0"/>
                      <a:pt x="6" y="0"/>
                    </a:cubicBezTo>
                    <a:cubicBezTo>
                      <a:pt x="6" y="0"/>
                      <a:pt x="7" y="0"/>
                      <a:pt x="8" y="0"/>
                    </a:cubicBezTo>
                    <a:cubicBezTo>
                      <a:pt x="9" y="0"/>
                      <a:pt x="10" y="1"/>
                      <a:pt x="11" y="1"/>
                    </a:cubicBezTo>
                    <a:cubicBezTo>
                      <a:pt x="12" y="2"/>
                      <a:pt x="13" y="4"/>
                      <a:pt x="14" y="5"/>
                    </a:cubicBezTo>
                    <a:cubicBezTo>
                      <a:pt x="14" y="7"/>
                      <a:pt x="14" y="9"/>
                      <a:pt x="13" y="11"/>
                    </a:cubicBezTo>
                    <a:cubicBezTo>
                      <a:pt x="11" y="12"/>
                      <a:pt x="10" y="13"/>
                      <a:pt x="8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ïSḻíḑe">
                <a:extLst>
                  <a:ext uri="{FF2B5EF4-FFF2-40B4-BE49-F238E27FC236}">
                    <a16:creationId xmlns:a16="http://schemas.microsoft.com/office/drawing/2014/main" id="{114C71F0-2E10-432B-8F4E-F9A3621ACE3A}"/>
                  </a:ext>
                </a:extLst>
              </p:cNvPr>
              <p:cNvSpPr/>
              <p:nvPr/>
            </p:nvSpPr>
            <p:spPr bwMode="auto">
              <a:xfrm>
                <a:off x="4948238" y="3638551"/>
                <a:ext cx="50800" cy="50800"/>
              </a:xfrm>
              <a:custGeom>
                <a:avLst/>
                <a:gdLst>
                  <a:gd name="T0" fmla="*/ 9 w 15"/>
                  <a:gd name="T1" fmla="*/ 3 h 15"/>
                  <a:gd name="T2" fmla="*/ 3 w 15"/>
                  <a:gd name="T3" fmla="*/ 10 h 15"/>
                  <a:gd name="T4" fmla="*/ 5 w 15"/>
                  <a:gd name="T5" fmla="*/ 11 h 15"/>
                  <a:gd name="T6" fmla="*/ 6 w 15"/>
                  <a:gd name="T7" fmla="*/ 12 h 15"/>
                  <a:gd name="T8" fmla="*/ 7 w 15"/>
                  <a:gd name="T9" fmla="*/ 13 h 15"/>
                  <a:gd name="T10" fmla="*/ 9 w 15"/>
                  <a:gd name="T11" fmla="*/ 12 h 15"/>
                  <a:gd name="T12" fmla="*/ 11 w 15"/>
                  <a:gd name="T13" fmla="*/ 10 h 15"/>
                  <a:gd name="T14" fmla="*/ 12 w 15"/>
                  <a:gd name="T15" fmla="*/ 8 h 15"/>
                  <a:gd name="T16" fmla="*/ 12 w 15"/>
                  <a:gd name="T17" fmla="*/ 7 h 15"/>
                  <a:gd name="T18" fmla="*/ 12 w 15"/>
                  <a:gd name="T19" fmla="*/ 6 h 15"/>
                  <a:gd name="T20" fmla="*/ 10 w 15"/>
                  <a:gd name="T21" fmla="*/ 4 h 15"/>
                  <a:gd name="T22" fmla="*/ 9 w 15"/>
                  <a:gd name="T23" fmla="*/ 3 h 15"/>
                  <a:gd name="T24" fmla="*/ 11 w 15"/>
                  <a:gd name="T25" fmla="*/ 14 h 15"/>
                  <a:gd name="T26" fmla="*/ 8 w 15"/>
                  <a:gd name="T27" fmla="*/ 15 h 15"/>
                  <a:gd name="T28" fmla="*/ 6 w 15"/>
                  <a:gd name="T29" fmla="*/ 15 h 15"/>
                  <a:gd name="T30" fmla="*/ 4 w 15"/>
                  <a:gd name="T31" fmla="*/ 13 h 15"/>
                  <a:gd name="T32" fmla="*/ 0 w 15"/>
                  <a:gd name="T33" fmla="*/ 10 h 15"/>
                  <a:gd name="T34" fmla="*/ 9 w 15"/>
                  <a:gd name="T35" fmla="*/ 0 h 15"/>
                  <a:gd name="T36" fmla="*/ 12 w 15"/>
                  <a:gd name="T37" fmla="*/ 3 h 15"/>
                  <a:gd name="T38" fmla="*/ 14 w 15"/>
                  <a:gd name="T39" fmla="*/ 5 h 15"/>
                  <a:gd name="T40" fmla="*/ 15 w 15"/>
                  <a:gd name="T41" fmla="*/ 7 h 15"/>
                  <a:gd name="T42" fmla="*/ 14 w 15"/>
                  <a:gd name="T43" fmla="*/ 10 h 15"/>
                  <a:gd name="T44" fmla="*/ 13 w 15"/>
                  <a:gd name="T45" fmla="*/ 12 h 15"/>
                  <a:gd name="T46" fmla="*/ 11 w 15"/>
                  <a:gd name="T47" fmla="*/ 14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5" h="15">
                    <a:moveTo>
                      <a:pt x="9" y="3"/>
                    </a:moveTo>
                    <a:cubicBezTo>
                      <a:pt x="3" y="10"/>
                      <a:pt x="3" y="10"/>
                      <a:pt x="3" y="10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5" y="12"/>
                      <a:pt x="6" y="12"/>
                      <a:pt x="6" y="12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3"/>
                      <a:pt x="8" y="13"/>
                      <a:pt x="9" y="12"/>
                    </a:cubicBezTo>
                    <a:cubicBezTo>
                      <a:pt x="9" y="12"/>
                      <a:pt x="10" y="11"/>
                      <a:pt x="11" y="10"/>
                    </a:cubicBezTo>
                    <a:cubicBezTo>
                      <a:pt x="11" y="10"/>
                      <a:pt x="12" y="9"/>
                      <a:pt x="12" y="8"/>
                    </a:cubicBezTo>
                    <a:cubicBezTo>
                      <a:pt x="12" y="8"/>
                      <a:pt x="12" y="7"/>
                      <a:pt x="12" y="7"/>
                    </a:cubicBezTo>
                    <a:cubicBezTo>
                      <a:pt x="12" y="7"/>
                      <a:pt x="12" y="6"/>
                      <a:pt x="12" y="6"/>
                    </a:cubicBezTo>
                    <a:cubicBezTo>
                      <a:pt x="11" y="5"/>
                      <a:pt x="11" y="5"/>
                      <a:pt x="10" y="4"/>
                    </a:cubicBezTo>
                    <a:cubicBezTo>
                      <a:pt x="9" y="3"/>
                      <a:pt x="9" y="3"/>
                      <a:pt x="9" y="3"/>
                    </a:cubicBezTo>
                    <a:close/>
                    <a:moveTo>
                      <a:pt x="11" y="14"/>
                    </a:moveTo>
                    <a:cubicBezTo>
                      <a:pt x="10" y="15"/>
                      <a:pt x="9" y="15"/>
                      <a:pt x="8" y="15"/>
                    </a:cubicBezTo>
                    <a:cubicBezTo>
                      <a:pt x="7" y="15"/>
                      <a:pt x="7" y="15"/>
                      <a:pt x="6" y="15"/>
                    </a:cubicBezTo>
                    <a:cubicBezTo>
                      <a:pt x="5" y="14"/>
                      <a:pt x="4" y="14"/>
                      <a:pt x="4" y="13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3" y="4"/>
                      <a:pt x="14" y="4"/>
                      <a:pt x="14" y="5"/>
                    </a:cubicBezTo>
                    <a:cubicBezTo>
                      <a:pt x="15" y="6"/>
                      <a:pt x="15" y="6"/>
                      <a:pt x="15" y="7"/>
                    </a:cubicBezTo>
                    <a:cubicBezTo>
                      <a:pt x="15" y="8"/>
                      <a:pt x="15" y="9"/>
                      <a:pt x="14" y="10"/>
                    </a:cubicBezTo>
                    <a:cubicBezTo>
                      <a:pt x="14" y="10"/>
                      <a:pt x="14" y="11"/>
                      <a:pt x="13" y="12"/>
                    </a:cubicBezTo>
                    <a:cubicBezTo>
                      <a:pt x="12" y="13"/>
                      <a:pt x="11" y="14"/>
                      <a:pt x="11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1" name="ïsľíḋè">
                <a:extLst>
                  <a:ext uri="{FF2B5EF4-FFF2-40B4-BE49-F238E27FC236}">
                    <a16:creationId xmlns:a16="http://schemas.microsoft.com/office/drawing/2014/main" id="{91F4A257-2A0F-4CD8-915C-0D17C78D509D}"/>
                  </a:ext>
                </a:extLst>
              </p:cNvPr>
              <p:cNvSpPr/>
              <p:nvPr/>
            </p:nvSpPr>
            <p:spPr bwMode="auto">
              <a:xfrm>
                <a:off x="4913313" y="3605213"/>
                <a:ext cx="58738" cy="57150"/>
              </a:xfrm>
              <a:custGeom>
                <a:avLst/>
                <a:gdLst>
                  <a:gd name="T0" fmla="*/ 37 w 37"/>
                  <a:gd name="T1" fmla="*/ 17 h 36"/>
                  <a:gd name="T2" fmla="*/ 14 w 37"/>
                  <a:gd name="T3" fmla="*/ 36 h 36"/>
                  <a:gd name="T4" fmla="*/ 10 w 37"/>
                  <a:gd name="T5" fmla="*/ 32 h 36"/>
                  <a:gd name="T6" fmla="*/ 18 w 37"/>
                  <a:gd name="T7" fmla="*/ 11 h 36"/>
                  <a:gd name="T8" fmla="*/ 4 w 37"/>
                  <a:gd name="T9" fmla="*/ 21 h 36"/>
                  <a:gd name="T10" fmla="*/ 0 w 37"/>
                  <a:gd name="T11" fmla="*/ 19 h 36"/>
                  <a:gd name="T12" fmla="*/ 20 w 37"/>
                  <a:gd name="T13" fmla="*/ 0 h 36"/>
                  <a:gd name="T14" fmla="*/ 25 w 37"/>
                  <a:gd name="T15" fmla="*/ 5 h 36"/>
                  <a:gd name="T16" fmla="*/ 18 w 37"/>
                  <a:gd name="T17" fmla="*/ 26 h 36"/>
                  <a:gd name="T18" fmla="*/ 33 w 37"/>
                  <a:gd name="T19" fmla="*/ 13 h 36"/>
                  <a:gd name="T20" fmla="*/ 37 w 37"/>
                  <a:gd name="T21" fmla="*/ 1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7" h="36">
                    <a:moveTo>
                      <a:pt x="37" y="17"/>
                    </a:moveTo>
                    <a:lnTo>
                      <a:pt x="14" y="36"/>
                    </a:lnTo>
                    <a:lnTo>
                      <a:pt x="10" y="32"/>
                    </a:lnTo>
                    <a:lnTo>
                      <a:pt x="18" y="11"/>
                    </a:lnTo>
                    <a:lnTo>
                      <a:pt x="4" y="21"/>
                    </a:lnTo>
                    <a:lnTo>
                      <a:pt x="0" y="19"/>
                    </a:lnTo>
                    <a:lnTo>
                      <a:pt x="20" y="0"/>
                    </a:lnTo>
                    <a:lnTo>
                      <a:pt x="25" y="5"/>
                    </a:lnTo>
                    <a:lnTo>
                      <a:pt x="18" y="26"/>
                    </a:lnTo>
                    <a:lnTo>
                      <a:pt x="33" y="13"/>
                    </a:lnTo>
                    <a:lnTo>
                      <a:pt x="37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2" name="iśļídé">
                <a:extLst>
                  <a:ext uri="{FF2B5EF4-FFF2-40B4-BE49-F238E27FC236}">
                    <a16:creationId xmlns:a16="http://schemas.microsoft.com/office/drawing/2014/main" id="{10EE661D-0A71-4477-BCFC-A73FF2DB2545}"/>
                  </a:ext>
                </a:extLst>
              </p:cNvPr>
              <p:cNvSpPr/>
              <p:nvPr/>
            </p:nvSpPr>
            <p:spPr bwMode="auto">
              <a:xfrm>
                <a:off x="4883150" y="3579813"/>
                <a:ext cx="52388" cy="46038"/>
              </a:xfrm>
              <a:custGeom>
                <a:avLst/>
                <a:gdLst>
                  <a:gd name="T0" fmla="*/ 0 w 33"/>
                  <a:gd name="T1" fmla="*/ 4 h 29"/>
                  <a:gd name="T2" fmla="*/ 31 w 33"/>
                  <a:gd name="T3" fmla="*/ 0 h 29"/>
                  <a:gd name="T4" fmla="*/ 33 w 33"/>
                  <a:gd name="T5" fmla="*/ 4 h 29"/>
                  <a:gd name="T6" fmla="*/ 14 w 33"/>
                  <a:gd name="T7" fmla="*/ 29 h 29"/>
                  <a:gd name="T8" fmla="*/ 10 w 33"/>
                  <a:gd name="T9" fmla="*/ 23 h 29"/>
                  <a:gd name="T10" fmla="*/ 16 w 33"/>
                  <a:gd name="T11" fmla="*/ 16 h 29"/>
                  <a:gd name="T12" fmla="*/ 10 w 33"/>
                  <a:gd name="T13" fmla="*/ 8 h 29"/>
                  <a:gd name="T14" fmla="*/ 4 w 33"/>
                  <a:gd name="T15" fmla="*/ 8 h 29"/>
                  <a:gd name="T16" fmla="*/ 0 w 33"/>
                  <a:gd name="T17" fmla="*/ 4 h 29"/>
                  <a:gd name="T18" fmla="*/ 0 w 33"/>
                  <a:gd name="T19" fmla="*/ 4 h 29"/>
                  <a:gd name="T20" fmla="*/ 19 w 33"/>
                  <a:gd name="T21" fmla="*/ 14 h 29"/>
                  <a:gd name="T22" fmla="*/ 27 w 33"/>
                  <a:gd name="T23" fmla="*/ 4 h 29"/>
                  <a:gd name="T24" fmla="*/ 14 w 33"/>
                  <a:gd name="T25" fmla="*/ 6 h 29"/>
                  <a:gd name="T26" fmla="*/ 19 w 33"/>
                  <a:gd name="T27" fmla="*/ 14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3" h="29">
                    <a:moveTo>
                      <a:pt x="0" y="4"/>
                    </a:moveTo>
                    <a:lnTo>
                      <a:pt x="31" y="0"/>
                    </a:lnTo>
                    <a:lnTo>
                      <a:pt x="33" y="4"/>
                    </a:lnTo>
                    <a:lnTo>
                      <a:pt x="14" y="29"/>
                    </a:lnTo>
                    <a:lnTo>
                      <a:pt x="10" y="23"/>
                    </a:lnTo>
                    <a:lnTo>
                      <a:pt x="16" y="16"/>
                    </a:lnTo>
                    <a:lnTo>
                      <a:pt x="10" y="8"/>
                    </a:lnTo>
                    <a:lnTo>
                      <a:pt x="4" y="8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  <a:moveTo>
                      <a:pt x="19" y="14"/>
                    </a:moveTo>
                    <a:lnTo>
                      <a:pt x="27" y="4"/>
                    </a:lnTo>
                    <a:lnTo>
                      <a:pt x="14" y="6"/>
                    </a:lnTo>
                    <a:lnTo>
                      <a:pt x="19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3" name="iṥlïḑé">
                <a:extLst>
                  <a:ext uri="{FF2B5EF4-FFF2-40B4-BE49-F238E27FC236}">
                    <a16:creationId xmlns:a16="http://schemas.microsoft.com/office/drawing/2014/main" id="{64D7C10C-C1B1-44FA-BB1E-78E008BACE0B}"/>
                  </a:ext>
                </a:extLst>
              </p:cNvPr>
              <p:cNvSpPr/>
              <p:nvPr/>
            </p:nvSpPr>
            <p:spPr bwMode="auto">
              <a:xfrm>
                <a:off x="4865688" y="3525838"/>
                <a:ext cx="53975" cy="49213"/>
              </a:xfrm>
              <a:custGeom>
                <a:avLst/>
                <a:gdLst>
                  <a:gd name="T0" fmla="*/ 15 w 34"/>
                  <a:gd name="T1" fmla="*/ 10 h 31"/>
                  <a:gd name="T2" fmla="*/ 2 w 34"/>
                  <a:gd name="T3" fmla="*/ 15 h 31"/>
                  <a:gd name="T4" fmla="*/ 0 w 34"/>
                  <a:gd name="T5" fmla="*/ 8 h 31"/>
                  <a:gd name="T6" fmla="*/ 27 w 34"/>
                  <a:gd name="T7" fmla="*/ 0 h 31"/>
                  <a:gd name="T8" fmla="*/ 30 w 34"/>
                  <a:gd name="T9" fmla="*/ 4 h 31"/>
                  <a:gd name="T10" fmla="*/ 19 w 34"/>
                  <a:gd name="T11" fmla="*/ 8 h 31"/>
                  <a:gd name="T12" fmla="*/ 21 w 34"/>
                  <a:gd name="T13" fmla="*/ 19 h 31"/>
                  <a:gd name="T14" fmla="*/ 34 w 34"/>
                  <a:gd name="T15" fmla="*/ 15 h 31"/>
                  <a:gd name="T16" fmla="*/ 34 w 34"/>
                  <a:gd name="T17" fmla="*/ 21 h 31"/>
                  <a:gd name="T18" fmla="*/ 9 w 34"/>
                  <a:gd name="T19" fmla="*/ 31 h 31"/>
                  <a:gd name="T20" fmla="*/ 7 w 34"/>
                  <a:gd name="T21" fmla="*/ 25 h 31"/>
                  <a:gd name="T22" fmla="*/ 17 w 34"/>
                  <a:gd name="T23" fmla="*/ 21 h 31"/>
                  <a:gd name="T24" fmla="*/ 15 w 34"/>
                  <a:gd name="T25" fmla="*/ 1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4" h="31">
                    <a:moveTo>
                      <a:pt x="15" y="10"/>
                    </a:moveTo>
                    <a:lnTo>
                      <a:pt x="2" y="15"/>
                    </a:lnTo>
                    <a:lnTo>
                      <a:pt x="0" y="8"/>
                    </a:lnTo>
                    <a:lnTo>
                      <a:pt x="27" y="0"/>
                    </a:lnTo>
                    <a:lnTo>
                      <a:pt x="30" y="4"/>
                    </a:lnTo>
                    <a:lnTo>
                      <a:pt x="19" y="8"/>
                    </a:lnTo>
                    <a:lnTo>
                      <a:pt x="21" y="19"/>
                    </a:lnTo>
                    <a:lnTo>
                      <a:pt x="34" y="15"/>
                    </a:lnTo>
                    <a:lnTo>
                      <a:pt x="34" y="21"/>
                    </a:lnTo>
                    <a:lnTo>
                      <a:pt x="9" y="31"/>
                    </a:lnTo>
                    <a:lnTo>
                      <a:pt x="7" y="25"/>
                    </a:lnTo>
                    <a:lnTo>
                      <a:pt x="17" y="21"/>
                    </a:lnTo>
                    <a:lnTo>
                      <a:pt x="15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4" name="îṧḷiḑé">
                <a:extLst>
                  <a:ext uri="{FF2B5EF4-FFF2-40B4-BE49-F238E27FC236}">
                    <a16:creationId xmlns:a16="http://schemas.microsoft.com/office/drawing/2014/main" id="{7539DE5E-FC79-4564-BE36-C204A33D1E11}"/>
                  </a:ext>
                </a:extLst>
              </p:cNvPr>
              <p:cNvSpPr/>
              <p:nvPr/>
            </p:nvSpPr>
            <p:spPr bwMode="auto">
              <a:xfrm>
                <a:off x="4856163" y="3486151"/>
                <a:ext cx="49213" cy="39688"/>
              </a:xfrm>
              <a:custGeom>
                <a:avLst/>
                <a:gdLst>
                  <a:gd name="T0" fmla="*/ 4 w 15"/>
                  <a:gd name="T1" fmla="*/ 1 h 12"/>
                  <a:gd name="T2" fmla="*/ 5 w 15"/>
                  <a:gd name="T3" fmla="*/ 3 h 12"/>
                  <a:gd name="T4" fmla="*/ 3 w 15"/>
                  <a:gd name="T5" fmla="*/ 4 h 12"/>
                  <a:gd name="T6" fmla="*/ 3 w 15"/>
                  <a:gd name="T7" fmla="*/ 6 h 12"/>
                  <a:gd name="T8" fmla="*/ 4 w 15"/>
                  <a:gd name="T9" fmla="*/ 8 h 12"/>
                  <a:gd name="T10" fmla="*/ 5 w 15"/>
                  <a:gd name="T11" fmla="*/ 9 h 12"/>
                  <a:gd name="T12" fmla="*/ 6 w 15"/>
                  <a:gd name="T13" fmla="*/ 8 h 12"/>
                  <a:gd name="T14" fmla="*/ 6 w 15"/>
                  <a:gd name="T15" fmla="*/ 7 h 12"/>
                  <a:gd name="T16" fmla="*/ 6 w 15"/>
                  <a:gd name="T17" fmla="*/ 5 h 12"/>
                  <a:gd name="T18" fmla="*/ 7 w 15"/>
                  <a:gd name="T19" fmla="*/ 2 h 12"/>
                  <a:gd name="T20" fmla="*/ 10 w 15"/>
                  <a:gd name="T21" fmla="*/ 0 h 12"/>
                  <a:gd name="T22" fmla="*/ 12 w 15"/>
                  <a:gd name="T23" fmla="*/ 0 h 12"/>
                  <a:gd name="T24" fmla="*/ 13 w 15"/>
                  <a:gd name="T25" fmla="*/ 2 h 12"/>
                  <a:gd name="T26" fmla="*/ 14 w 15"/>
                  <a:gd name="T27" fmla="*/ 4 h 12"/>
                  <a:gd name="T28" fmla="*/ 14 w 15"/>
                  <a:gd name="T29" fmla="*/ 8 h 12"/>
                  <a:gd name="T30" fmla="*/ 11 w 15"/>
                  <a:gd name="T31" fmla="*/ 10 h 12"/>
                  <a:gd name="T32" fmla="*/ 11 w 15"/>
                  <a:gd name="T33" fmla="*/ 7 h 12"/>
                  <a:gd name="T34" fmla="*/ 12 w 15"/>
                  <a:gd name="T35" fmla="*/ 6 h 12"/>
                  <a:gd name="T36" fmla="*/ 12 w 15"/>
                  <a:gd name="T37" fmla="*/ 5 h 12"/>
                  <a:gd name="T38" fmla="*/ 11 w 15"/>
                  <a:gd name="T39" fmla="*/ 3 h 12"/>
                  <a:gd name="T40" fmla="*/ 10 w 15"/>
                  <a:gd name="T41" fmla="*/ 3 h 12"/>
                  <a:gd name="T42" fmla="*/ 10 w 15"/>
                  <a:gd name="T43" fmla="*/ 3 h 12"/>
                  <a:gd name="T44" fmla="*/ 9 w 15"/>
                  <a:gd name="T45" fmla="*/ 6 h 12"/>
                  <a:gd name="T46" fmla="*/ 9 w 15"/>
                  <a:gd name="T47" fmla="*/ 9 h 12"/>
                  <a:gd name="T48" fmla="*/ 8 w 15"/>
                  <a:gd name="T49" fmla="*/ 10 h 12"/>
                  <a:gd name="T50" fmla="*/ 6 w 15"/>
                  <a:gd name="T51" fmla="*/ 11 h 12"/>
                  <a:gd name="T52" fmla="*/ 3 w 15"/>
                  <a:gd name="T53" fmla="*/ 11 h 12"/>
                  <a:gd name="T54" fmla="*/ 1 w 15"/>
                  <a:gd name="T55" fmla="*/ 10 h 12"/>
                  <a:gd name="T56" fmla="*/ 0 w 15"/>
                  <a:gd name="T57" fmla="*/ 7 h 12"/>
                  <a:gd name="T58" fmla="*/ 1 w 15"/>
                  <a:gd name="T59" fmla="*/ 3 h 12"/>
                  <a:gd name="T60" fmla="*/ 4 w 15"/>
                  <a:gd name="T61" fmla="*/ 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" h="12">
                    <a:moveTo>
                      <a:pt x="4" y="1"/>
                    </a:moveTo>
                    <a:cubicBezTo>
                      <a:pt x="5" y="3"/>
                      <a:pt x="5" y="3"/>
                      <a:pt x="5" y="3"/>
                    </a:cubicBezTo>
                    <a:cubicBezTo>
                      <a:pt x="4" y="3"/>
                      <a:pt x="3" y="4"/>
                      <a:pt x="3" y="4"/>
                    </a:cubicBezTo>
                    <a:cubicBezTo>
                      <a:pt x="3" y="5"/>
                      <a:pt x="3" y="6"/>
                      <a:pt x="3" y="6"/>
                    </a:cubicBezTo>
                    <a:cubicBezTo>
                      <a:pt x="3" y="7"/>
                      <a:pt x="3" y="8"/>
                      <a:pt x="4" y="8"/>
                    </a:cubicBezTo>
                    <a:cubicBezTo>
                      <a:pt x="4" y="9"/>
                      <a:pt x="5" y="9"/>
                      <a:pt x="5" y="9"/>
                    </a:cubicBezTo>
                    <a:cubicBezTo>
                      <a:pt x="5" y="9"/>
                      <a:pt x="6" y="8"/>
                      <a:pt x="6" y="8"/>
                    </a:cubicBezTo>
                    <a:cubicBezTo>
                      <a:pt x="6" y="8"/>
                      <a:pt x="6" y="8"/>
                      <a:pt x="6" y="7"/>
                    </a:cubicBezTo>
                    <a:cubicBezTo>
                      <a:pt x="6" y="7"/>
                      <a:pt x="6" y="6"/>
                      <a:pt x="6" y="5"/>
                    </a:cubicBezTo>
                    <a:cubicBezTo>
                      <a:pt x="7" y="3"/>
                      <a:pt x="7" y="2"/>
                      <a:pt x="7" y="2"/>
                    </a:cubicBezTo>
                    <a:cubicBezTo>
                      <a:pt x="8" y="1"/>
                      <a:pt x="9" y="0"/>
                      <a:pt x="10" y="0"/>
                    </a:cubicBezTo>
                    <a:cubicBezTo>
                      <a:pt x="10" y="0"/>
                      <a:pt x="11" y="0"/>
                      <a:pt x="12" y="0"/>
                    </a:cubicBezTo>
                    <a:cubicBezTo>
                      <a:pt x="12" y="1"/>
                      <a:pt x="13" y="1"/>
                      <a:pt x="13" y="2"/>
                    </a:cubicBezTo>
                    <a:cubicBezTo>
                      <a:pt x="14" y="2"/>
                      <a:pt x="14" y="3"/>
                      <a:pt x="14" y="4"/>
                    </a:cubicBezTo>
                    <a:cubicBezTo>
                      <a:pt x="15" y="6"/>
                      <a:pt x="14" y="7"/>
                      <a:pt x="14" y="8"/>
                    </a:cubicBezTo>
                    <a:cubicBezTo>
                      <a:pt x="13" y="9"/>
                      <a:pt x="12" y="10"/>
                      <a:pt x="11" y="10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1" y="7"/>
                      <a:pt x="12" y="7"/>
                      <a:pt x="12" y="6"/>
                    </a:cubicBezTo>
                    <a:cubicBezTo>
                      <a:pt x="12" y="6"/>
                      <a:pt x="12" y="5"/>
                      <a:pt x="12" y="5"/>
                    </a:cubicBezTo>
                    <a:cubicBezTo>
                      <a:pt x="12" y="4"/>
                      <a:pt x="12" y="3"/>
                      <a:pt x="11" y="3"/>
                    </a:cubicBezTo>
                    <a:cubicBezTo>
                      <a:pt x="11" y="3"/>
                      <a:pt x="11" y="2"/>
                      <a:pt x="10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9" y="3"/>
                      <a:pt x="9" y="4"/>
                      <a:pt x="9" y="6"/>
                    </a:cubicBezTo>
                    <a:cubicBezTo>
                      <a:pt x="9" y="7"/>
                      <a:pt x="9" y="8"/>
                      <a:pt x="9" y="9"/>
                    </a:cubicBezTo>
                    <a:cubicBezTo>
                      <a:pt x="8" y="9"/>
                      <a:pt x="8" y="10"/>
                      <a:pt x="8" y="10"/>
                    </a:cubicBezTo>
                    <a:cubicBezTo>
                      <a:pt x="7" y="11"/>
                      <a:pt x="6" y="11"/>
                      <a:pt x="6" y="11"/>
                    </a:cubicBezTo>
                    <a:cubicBezTo>
                      <a:pt x="5" y="12"/>
                      <a:pt x="4" y="11"/>
                      <a:pt x="3" y="11"/>
                    </a:cubicBezTo>
                    <a:cubicBezTo>
                      <a:pt x="3" y="11"/>
                      <a:pt x="2" y="10"/>
                      <a:pt x="1" y="10"/>
                    </a:cubicBezTo>
                    <a:cubicBezTo>
                      <a:pt x="1" y="9"/>
                      <a:pt x="1" y="8"/>
                      <a:pt x="0" y="7"/>
                    </a:cubicBezTo>
                    <a:cubicBezTo>
                      <a:pt x="0" y="5"/>
                      <a:pt x="0" y="4"/>
                      <a:pt x="1" y="3"/>
                    </a:cubicBezTo>
                    <a:cubicBezTo>
                      <a:pt x="2" y="2"/>
                      <a:pt x="3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5" name="ïṣḷîďé">
                <a:extLst>
                  <a:ext uri="{FF2B5EF4-FFF2-40B4-BE49-F238E27FC236}">
                    <a16:creationId xmlns:a16="http://schemas.microsoft.com/office/drawing/2014/main" id="{A365E589-706F-4B3F-B387-7E7476A019D5}"/>
                  </a:ext>
                </a:extLst>
              </p:cNvPr>
              <p:cNvSpPr/>
              <p:nvPr/>
            </p:nvSpPr>
            <p:spPr bwMode="auto">
              <a:xfrm>
                <a:off x="4916488" y="3205163"/>
                <a:ext cx="474663" cy="477838"/>
              </a:xfrm>
              <a:custGeom>
                <a:avLst/>
                <a:gdLst>
                  <a:gd name="T0" fmla="*/ 72 w 144"/>
                  <a:gd name="T1" fmla="*/ 143 h 143"/>
                  <a:gd name="T2" fmla="*/ 0 w 144"/>
                  <a:gd name="T3" fmla="*/ 72 h 143"/>
                  <a:gd name="T4" fmla="*/ 72 w 144"/>
                  <a:gd name="T5" fmla="*/ 0 h 143"/>
                  <a:gd name="T6" fmla="*/ 144 w 144"/>
                  <a:gd name="T7" fmla="*/ 72 h 143"/>
                  <a:gd name="T8" fmla="*/ 72 w 144"/>
                  <a:gd name="T9" fmla="*/ 143 h 143"/>
                  <a:gd name="T10" fmla="*/ 3 w 144"/>
                  <a:gd name="T11" fmla="*/ 72 h 143"/>
                  <a:gd name="T12" fmla="*/ 10 w 144"/>
                  <a:gd name="T13" fmla="*/ 102 h 143"/>
                  <a:gd name="T14" fmla="*/ 133 w 144"/>
                  <a:gd name="T15" fmla="*/ 102 h 143"/>
                  <a:gd name="T16" fmla="*/ 141 w 144"/>
                  <a:gd name="T17" fmla="*/ 72 h 143"/>
                  <a:gd name="T18" fmla="*/ 72 w 144"/>
                  <a:gd name="T19" fmla="*/ 3 h 143"/>
                  <a:gd name="T20" fmla="*/ 3 w 144"/>
                  <a:gd name="T21" fmla="*/ 72 h 143"/>
                  <a:gd name="T22" fmla="*/ 132 w 144"/>
                  <a:gd name="T23" fmla="*/ 106 h 143"/>
                  <a:gd name="T24" fmla="*/ 12 w 144"/>
                  <a:gd name="T25" fmla="*/ 106 h 143"/>
                  <a:gd name="T26" fmla="*/ 72 w 144"/>
                  <a:gd name="T27" fmla="*/ 140 h 143"/>
                  <a:gd name="T28" fmla="*/ 132 w 144"/>
                  <a:gd name="T29" fmla="*/ 106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4" h="143">
                    <a:moveTo>
                      <a:pt x="72" y="143"/>
                    </a:moveTo>
                    <a:cubicBezTo>
                      <a:pt x="32" y="143"/>
                      <a:pt x="0" y="111"/>
                      <a:pt x="0" y="72"/>
                    </a:cubicBezTo>
                    <a:cubicBezTo>
                      <a:pt x="0" y="32"/>
                      <a:pt x="32" y="0"/>
                      <a:pt x="72" y="0"/>
                    </a:cubicBezTo>
                    <a:cubicBezTo>
                      <a:pt x="111" y="0"/>
                      <a:pt x="144" y="32"/>
                      <a:pt x="144" y="72"/>
                    </a:cubicBezTo>
                    <a:cubicBezTo>
                      <a:pt x="144" y="111"/>
                      <a:pt x="111" y="143"/>
                      <a:pt x="72" y="143"/>
                    </a:cubicBezTo>
                    <a:close/>
                    <a:moveTo>
                      <a:pt x="3" y="72"/>
                    </a:moveTo>
                    <a:cubicBezTo>
                      <a:pt x="3" y="83"/>
                      <a:pt x="6" y="93"/>
                      <a:pt x="10" y="102"/>
                    </a:cubicBezTo>
                    <a:cubicBezTo>
                      <a:pt x="133" y="102"/>
                      <a:pt x="133" y="102"/>
                      <a:pt x="133" y="102"/>
                    </a:cubicBezTo>
                    <a:cubicBezTo>
                      <a:pt x="138" y="93"/>
                      <a:pt x="141" y="83"/>
                      <a:pt x="141" y="72"/>
                    </a:cubicBezTo>
                    <a:cubicBezTo>
                      <a:pt x="141" y="34"/>
                      <a:pt x="110" y="3"/>
                      <a:pt x="72" y="3"/>
                    </a:cubicBezTo>
                    <a:cubicBezTo>
                      <a:pt x="34" y="3"/>
                      <a:pt x="3" y="34"/>
                      <a:pt x="3" y="72"/>
                    </a:cubicBezTo>
                    <a:close/>
                    <a:moveTo>
                      <a:pt x="132" y="106"/>
                    </a:moveTo>
                    <a:cubicBezTo>
                      <a:pt x="12" y="106"/>
                      <a:pt x="12" y="106"/>
                      <a:pt x="12" y="106"/>
                    </a:cubicBezTo>
                    <a:cubicBezTo>
                      <a:pt x="24" y="126"/>
                      <a:pt x="46" y="140"/>
                      <a:pt x="72" y="140"/>
                    </a:cubicBezTo>
                    <a:cubicBezTo>
                      <a:pt x="97" y="140"/>
                      <a:pt x="120" y="126"/>
                      <a:pt x="132" y="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6" name="iṧḻîďé">
                <a:extLst>
                  <a:ext uri="{FF2B5EF4-FFF2-40B4-BE49-F238E27FC236}">
                    <a16:creationId xmlns:a16="http://schemas.microsoft.com/office/drawing/2014/main" id="{37DC4535-2BA3-49A9-953E-5F1EDD480300}"/>
                  </a:ext>
                </a:extLst>
              </p:cNvPr>
              <p:cNvSpPr/>
              <p:nvPr/>
            </p:nvSpPr>
            <p:spPr bwMode="auto">
              <a:xfrm>
                <a:off x="4948238" y="3235326"/>
                <a:ext cx="411163" cy="306388"/>
              </a:xfrm>
              <a:custGeom>
                <a:avLst/>
                <a:gdLst>
                  <a:gd name="T0" fmla="*/ 114 w 124"/>
                  <a:gd name="T1" fmla="*/ 68 h 92"/>
                  <a:gd name="T2" fmla="*/ 103 w 124"/>
                  <a:gd name="T3" fmla="*/ 62 h 92"/>
                  <a:gd name="T4" fmla="*/ 95 w 124"/>
                  <a:gd name="T5" fmla="*/ 68 h 92"/>
                  <a:gd name="T6" fmla="*/ 83 w 124"/>
                  <a:gd name="T7" fmla="*/ 62 h 92"/>
                  <a:gd name="T8" fmla="*/ 70 w 124"/>
                  <a:gd name="T9" fmla="*/ 81 h 92"/>
                  <a:gd name="T10" fmla="*/ 104 w 124"/>
                  <a:gd name="T11" fmla="*/ 76 h 92"/>
                  <a:gd name="T12" fmla="*/ 124 w 124"/>
                  <a:gd name="T13" fmla="*/ 83 h 92"/>
                  <a:gd name="T14" fmla="*/ 81 w 124"/>
                  <a:gd name="T15" fmla="*/ 84 h 92"/>
                  <a:gd name="T16" fmla="*/ 43 w 124"/>
                  <a:gd name="T17" fmla="*/ 84 h 92"/>
                  <a:gd name="T18" fmla="*/ 0 w 124"/>
                  <a:gd name="T19" fmla="*/ 83 h 92"/>
                  <a:gd name="T20" fmla="*/ 19 w 124"/>
                  <a:gd name="T21" fmla="*/ 76 h 92"/>
                  <a:gd name="T22" fmla="*/ 54 w 124"/>
                  <a:gd name="T23" fmla="*/ 81 h 92"/>
                  <a:gd name="T24" fmla="*/ 53 w 124"/>
                  <a:gd name="T25" fmla="*/ 62 h 92"/>
                  <a:gd name="T26" fmla="*/ 44 w 124"/>
                  <a:gd name="T27" fmla="*/ 55 h 92"/>
                  <a:gd name="T28" fmla="*/ 30 w 124"/>
                  <a:gd name="T29" fmla="*/ 66 h 92"/>
                  <a:gd name="T30" fmla="*/ 24 w 124"/>
                  <a:gd name="T31" fmla="*/ 55 h 92"/>
                  <a:gd name="T32" fmla="*/ 10 w 124"/>
                  <a:gd name="T33" fmla="*/ 66 h 92"/>
                  <a:gd name="T34" fmla="*/ 4 w 124"/>
                  <a:gd name="T35" fmla="*/ 56 h 92"/>
                  <a:gd name="T36" fmla="*/ 20 w 124"/>
                  <a:gd name="T37" fmla="*/ 47 h 92"/>
                  <a:gd name="T38" fmla="*/ 45 w 124"/>
                  <a:gd name="T39" fmla="*/ 35 h 92"/>
                  <a:gd name="T40" fmla="*/ 79 w 124"/>
                  <a:gd name="T41" fmla="*/ 35 h 92"/>
                  <a:gd name="T42" fmla="*/ 107 w 124"/>
                  <a:gd name="T43" fmla="*/ 53 h 92"/>
                  <a:gd name="T44" fmla="*/ 120 w 124"/>
                  <a:gd name="T45" fmla="*/ 62 h 92"/>
                  <a:gd name="T46" fmla="*/ 47 w 124"/>
                  <a:gd name="T47" fmla="*/ 47 h 92"/>
                  <a:gd name="T48" fmla="*/ 60 w 124"/>
                  <a:gd name="T49" fmla="*/ 37 h 92"/>
                  <a:gd name="T50" fmla="*/ 65 w 124"/>
                  <a:gd name="T51" fmla="*/ 48 h 92"/>
                  <a:gd name="T52" fmla="*/ 66 w 124"/>
                  <a:gd name="T53" fmla="*/ 55 h 92"/>
                  <a:gd name="T54" fmla="*/ 62 w 124"/>
                  <a:gd name="T55" fmla="*/ 17 h 92"/>
                  <a:gd name="T56" fmla="*/ 90 w 124"/>
                  <a:gd name="T57" fmla="*/ 35 h 92"/>
                  <a:gd name="T58" fmla="*/ 88 w 124"/>
                  <a:gd name="T59" fmla="*/ 54 h 92"/>
                  <a:gd name="T60" fmla="*/ 90 w 124"/>
                  <a:gd name="T61" fmla="*/ 35 h 92"/>
                  <a:gd name="T62" fmla="*/ 29 w 124"/>
                  <a:gd name="T63" fmla="*/ 47 h 92"/>
                  <a:gd name="T64" fmla="*/ 41 w 124"/>
                  <a:gd name="T65" fmla="*/ 42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24" h="92">
                    <a:moveTo>
                      <a:pt x="112" y="62"/>
                    </a:moveTo>
                    <a:cubicBezTo>
                      <a:pt x="114" y="68"/>
                      <a:pt x="114" y="68"/>
                      <a:pt x="114" y="68"/>
                    </a:cubicBezTo>
                    <a:cubicBezTo>
                      <a:pt x="105" y="68"/>
                      <a:pt x="105" y="68"/>
                      <a:pt x="105" y="68"/>
                    </a:cubicBezTo>
                    <a:cubicBezTo>
                      <a:pt x="103" y="62"/>
                      <a:pt x="103" y="62"/>
                      <a:pt x="103" y="62"/>
                    </a:cubicBezTo>
                    <a:cubicBezTo>
                      <a:pt x="92" y="62"/>
                      <a:pt x="92" y="62"/>
                      <a:pt x="92" y="62"/>
                    </a:cubicBezTo>
                    <a:cubicBezTo>
                      <a:pt x="95" y="68"/>
                      <a:pt x="95" y="68"/>
                      <a:pt x="95" y="68"/>
                    </a:cubicBezTo>
                    <a:cubicBezTo>
                      <a:pt x="86" y="68"/>
                      <a:pt x="86" y="68"/>
                      <a:pt x="86" y="68"/>
                    </a:cubicBezTo>
                    <a:cubicBezTo>
                      <a:pt x="83" y="62"/>
                      <a:pt x="83" y="62"/>
                      <a:pt x="83" y="62"/>
                    </a:cubicBezTo>
                    <a:cubicBezTo>
                      <a:pt x="67" y="62"/>
                      <a:pt x="67" y="62"/>
                      <a:pt x="67" y="62"/>
                    </a:cubicBezTo>
                    <a:cubicBezTo>
                      <a:pt x="70" y="81"/>
                      <a:pt x="70" y="81"/>
                      <a:pt x="70" y="81"/>
                    </a:cubicBezTo>
                    <a:cubicBezTo>
                      <a:pt x="70" y="81"/>
                      <a:pt x="73" y="83"/>
                      <a:pt x="81" y="77"/>
                    </a:cubicBezTo>
                    <a:cubicBezTo>
                      <a:pt x="81" y="77"/>
                      <a:pt x="92" y="88"/>
                      <a:pt x="104" y="76"/>
                    </a:cubicBezTo>
                    <a:cubicBezTo>
                      <a:pt x="104" y="76"/>
                      <a:pt x="112" y="85"/>
                      <a:pt x="122" y="77"/>
                    </a:cubicBezTo>
                    <a:cubicBezTo>
                      <a:pt x="124" y="83"/>
                      <a:pt x="124" y="83"/>
                      <a:pt x="124" y="83"/>
                    </a:cubicBezTo>
                    <a:cubicBezTo>
                      <a:pt x="124" y="83"/>
                      <a:pt x="115" y="90"/>
                      <a:pt x="104" y="84"/>
                    </a:cubicBezTo>
                    <a:cubicBezTo>
                      <a:pt x="104" y="84"/>
                      <a:pt x="92" y="92"/>
                      <a:pt x="81" y="84"/>
                    </a:cubicBezTo>
                    <a:cubicBezTo>
                      <a:pt x="81" y="84"/>
                      <a:pt x="70" y="92"/>
                      <a:pt x="62" y="84"/>
                    </a:cubicBezTo>
                    <a:cubicBezTo>
                      <a:pt x="62" y="84"/>
                      <a:pt x="56" y="92"/>
                      <a:pt x="43" y="84"/>
                    </a:cubicBezTo>
                    <a:cubicBezTo>
                      <a:pt x="43" y="84"/>
                      <a:pt x="33" y="92"/>
                      <a:pt x="19" y="83"/>
                    </a:cubicBezTo>
                    <a:cubicBezTo>
                      <a:pt x="19" y="83"/>
                      <a:pt x="10" y="90"/>
                      <a:pt x="0" y="83"/>
                    </a:cubicBezTo>
                    <a:cubicBezTo>
                      <a:pt x="2" y="78"/>
                      <a:pt x="2" y="78"/>
                      <a:pt x="2" y="78"/>
                    </a:cubicBezTo>
                    <a:cubicBezTo>
                      <a:pt x="2" y="78"/>
                      <a:pt x="11" y="85"/>
                      <a:pt x="19" y="76"/>
                    </a:cubicBezTo>
                    <a:cubicBezTo>
                      <a:pt x="19" y="76"/>
                      <a:pt x="30" y="88"/>
                      <a:pt x="43" y="77"/>
                    </a:cubicBezTo>
                    <a:cubicBezTo>
                      <a:pt x="43" y="77"/>
                      <a:pt x="50" y="82"/>
                      <a:pt x="54" y="81"/>
                    </a:cubicBezTo>
                    <a:cubicBezTo>
                      <a:pt x="57" y="62"/>
                      <a:pt x="57" y="62"/>
                      <a:pt x="57" y="62"/>
                    </a:cubicBezTo>
                    <a:cubicBezTo>
                      <a:pt x="53" y="62"/>
                      <a:pt x="53" y="62"/>
                      <a:pt x="53" y="62"/>
                    </a:cubicBezTo>
                    <a:cubicBezTo>
                      <a:pt x="58" y="55"/>
                      <a:pt x="58" y="55"/>
                      <a:pt x="58" y="55"/>
                    </a:cubicBezTo>
                    <a:cubicBezTo>
                      <a:pt x="44" y="55"/>
                      <a:pt x="44" y="55"/>
                      <a:pt x="44" y="55"/>
                    </a:cubicBezTo>
                    <a:cubicBezTo>
                      <a:pt x="39" y="66"/>
                      <a:pt x="39" y="66"/>
                      <a:pt x="39" y="66"/>
                    </a:cubicBezTo>
                    <a:cubicBezTo>
                      <a:pt x="30" y="66"/>
                      <a:pt x="30" y="66"/>
                      <a:pt x="30" y="66"/>
                    </a:cubicBezTo>
                    <a:cubicBezTo>
                      <a:pt x="35" y="55"/>
                      <a:pt x="35" y="55"/>
                      <a:pt x="35" y="55"/>
                    </a:cubicBezTo>
                    <a:cubicBezTo>
                      <a:pt x="24" y="55"/>
                      <a:pt x="24" y="55"/>
                      <a:pt x="24" y="55"/>
                    </a:cubicBezTo>
                    <a:cubicBezTo>
                      <a:pt x="19" y="66"/>
                      <a:pt x="19" y="66"/>
                      <a:pt x="19" y="66"/>
                    </a:cubicBezTo>
                    <a:cubicBezTo>
                      <a:pt x="10" y="66"/>
                      <a:pt x="10" y="66"/>
                      <a:pt x="10" y="66"/>
                    </a:cubicBezTo>
                    <a:cubicBezTo>
                      <a:pt x="15" y="55"/>
                      <a:pt x="15" y="55"/>
                      <a:pt x="15" y="55"/>
                    </a:cubicBezTo>
                    <a:cubicBezTo>
                      <a:pt x="4" y="56"/>
                      <a:pt x="4" y="56"/>
                      <a:pt x="4" y="5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20" y="47"/>
                      <a:pt x="20" y="47"/>
                      <a:pt x="20" y="47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45" y="35"/>
                      <a:pt x="45" y="35"/>
                      <a:pt x="45" y="35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79" y="35"/>
                      <a:pt x="79" y="35"/>
                      <a:pt x="79" y="35"/>
                    </a:cubicBezTo>
                    <a:cubicBezTo>
                      <a:pt x="92" y="22"/>
                      <a:pt x="92" y="22"/>
                      <a:pt x="92" y="22"/>
                    </a:cubicBezTo>
                    <a:cubicBezTo>
                      <a:pt x="107" y="53"/>
                      <a:pt x="107" y="53"/>
                      <a:pt x="107" y="53"/>
                    </a:cubicBezTo>
                    <a:cubicBezTo>
                      <a:pt x="120" y="53"/>
                      <a:pt x="120" y="53"/>
                      <a:pt x="120" y="53"/>
                    </a:cubicBezTo>
                    <a:cubicBezTo>
                      <a:pt x="120" y="62"/>
                      <a:pt x="120" y="62"/>
                      <a:pt x="120" y="62"/>
                    </a:cubicBezTo>
                    <a:cubicBezTo>
                      <a:pt x="112" y="62"/>
                      <a:pt x="112" y="62"/>
                      <a:pt x="112" y="62"/>
                    </a:cubicBezTo>
                    <a:close/>
                    <a:moveTo>
                      <a:pt x="47" y="47"/>
                    </a:moveTo>
                    <a:cubicBezTo>
                      <a:pt x="58" y="48"/>
                      <a:pt x="58" y="48"/>
                      <a:pt x="58" y="48"/>
                    </a:cubicBezTo>
                    <a:cubicBezTo>
                      <a:pt x="60" y="37"/>
                      <a:pt x="60" y="37"/>
                      <a:pt x="60" y="37"/>
                    </a:cubicBezTo>
                    <a:cubicBezTo>
                      <a:pt x="64" y="37"/>
                      <a:pt x="64" y="37"/>
                      <a:pt x="64" y="37"/>
                    </a:cubicBezTo>
                    <a:cubicBezTo>
                      <a:pt x="65" y="48"/>
                      <a:pt x="65" y="48"/>
                      <a:pt x="65" y="48"/>
                    </a:cubicBezTo>
                    <a:cubicBezTo>
                      <a:pt x="71" y="48"/>
                      <a:pt x="71" y="48"/>
                      <a:pt x="71" y="48"/>
                    </a:cubicBezTo>
                    <a:cubicBezTo>
                      <a:pt x="66" y="55"/>
                      <a:pt x="66" y="55"/>
                      <a:pt x="66" y="55"/>
                    </a:cubicBezTo>
                    <a:cubicBezTo>
                      <a:pt x="79" y="54"/>
                      <a:pt x="79" y="54"/>
                      <a:pt x="79" y="54"/>
                    </a:cubicBezTo>
                    <a:cubicBezTo>
                      <a:pt x="62" y="17"/>
                      <a:pt x="62" y="17"/>
                      <a:pt x="62" y="17"/>
                    </a:cubicBezTo>
                    <a:cubicBezTo>
                      <a:pt x="47" y="47"/>
                      <a:pt x="47" y="47"/>
                      <a:pt x="47" y="47"/>
                    </a:cubicBezTo>
                    <a:close/>
                    <a:moveTo>
                      <a:pt x="90" y="35"/>
                    </a:moveTo>
                    <a:cubicBezTo>
                      <a:pt x="83" y="42"/>
                      <a:pt x="83" y="42"/>
                      <a:pt x="83" y="42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99" y="54"/>
                      <a:pt x="99" y="54"/>
                      <a:pt x="99" y="54"/>
                    </a:cubicBezTo>
                    <a:cubicBezTo>
                      <a:pt x="90" y="35"/>
                      <a:pt x="90" y="35"/>
                      <a:pt x="90" y="35"/>
                    </a:cubicBezTo>
                    <a:close/>
                    <a:moveTo>
                      <a:pt x="34" y="35"/>
                    </a:moveTo>
                    <a:cubicBezTo>
                      <a:pt x="29" y="47"/>
                      <a:pt x="29" y="47"/>
                      <a:pt x="29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41" y="42"/>
                      <a:pt x="41" y="42"/>
                      <a:pt x="41" y="42"/>
                    </a:cubicBezTo>
                    <a:lnTo>
                      <a:pt x="34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7" name="îṡ1íḓè">
                <a:extLst>
                  <a:ext uri="{FF2B5EF4-FFF2-40B4-BE49-F238E27FC236}">
                    <a16:creationId xmlns:a16="http://schemas.microsoft.com/office/drawing/2014/main" id="{34EE4143-C8BE-463F-BDAE-827CCA818386}"/>
                  </a:ext>
                </a:extLst>
              </p:cNvPr>
              <p:cNvSpPr/>
              <p:nvPr/>
            </p:nvSpPr>
            <p:spPr bwMode="auto">
              <a:xfrm>
                <a:off x="5375275" y="3316288"/>
                <a:ext cx="88900" cy="58738"/>
              </a:xfrm>
              <a:custGeom>
                <a:avLst/>
                <a:gdLst>
                  <a:gd name="T0" fmla="*/ 2 w 27"/>
                  <a:gd name="T1" fmla="*/ 7 h 18"/>
                  <a:gd name="T2" fmla="*/ 4 w 27"/>
                  <a:gd name="T3" fmla="*/ 12 h 18"/>
                  <a:gd name="T4" fmla="*/ 6 w 27"/>
                  <a:gd name="T5" fmla="*/ 10 h 18"/>
                  <a:gd name="T6" fmla="*/ 5 w 27"/>
                  <a:gd name="T7" fmla="*/ 8 h 18"/>
                  <a:gd name="T8" fmla="*/ 2 w 27"/>
                  <a:gd name="T9" fmla="*/ 7 h 18"/>
                  <a:gd name="T10" fmla="*/ 4 w 27"/>
                  <a:gd name="T11" fmla="*/ 13 h 18"/>
                  <a:gd name="T12" fmla="*/ 1 w 27"/>
                  <a:gd name="T13" fmla="*/ 10 h 18"/>
                  <a:gd name="T14" fmla="*/ 3 w 27"/>
                  <a:gd name="T15" fmla="*/ 2 h 18"/>
                  <a:gd name="T16" fmla="*/ 9 w 27"/>
                  <a:gd name="T17" fmla="*/ 11 h 18"/>
                  <a:gd name="T18" fmla="*/ 9 w 27"/>
                  <a:gd name="T19" fmla="*/ 8 h 18"/>
                  <a:gd name="T20" fmla="*/ 10 w 27"/>
                  <a:gd name="T21" fmla="*/ 6 h 18"/>
                  <a:gd name="T22" fmla="*/ 12 w 27"/>
                  <a:gd name="T23" fmla="*/ 6 h 18"/>
                  <a:gd name="T24" fmla="*/ 10 w 27"/>
                  <a:gd name="T25" fmla="*/ 5 h 18"/>
                  <a:gd name="T26" fmla="*/ 10 w 27"/>
                  <a:gd name="T27" fmla="*/ 3 h 18"/>
                  <a:gd name="T28" fmla="*/ 12 w 27"/>
                  <a:gd name="T29" fmla="*/ 3 h 18"/>
                  <a:gd name="T30" fmla="*/ 20 w 27"/>
                  <a:gd name="T31" fmla="*/ 7 h 18"/>
                  <a:gd name="T32" fmla="*/ 21 w 27"/>
                  <a:gd name="T33" fmla="*/ 7 h 18"/>
                  <a:gd name="T34" fmla="*/ 21 w 27"/>
                  <a:gd name="T35" fmla="*/ 5 h 18"/>
                  <a:gd name="T36" fmla="*/ 18 w 27"/>
                  <a:gd name="T37" fmla="*/ 3 h 18"/>
                  <a:gd name="T38" fmla="*/ 17 w 27"/>
                  <a:gd name="T39" fmla="*/ 1 h 18"/>
                  <a:gd name="T40" fmla="*/ 19 w 27"/>
                  <a:gd name="T41" fmla="*/ 0 h 18"/>
                  <a:gd name="T42" fmla="*/ 20 w 27"/>
                  <a:gd name="T43" fmla="*/ 1 h 18"/>
                  <a:gd name="T44" fmla="*/ 19 w 27"/>
                  <a:gd name="T45" fmla="*/ 2 h 18"/>
                  <a:gd name="T46" fmla="*/ 22 w 27"/>
                  <a:gd name="T47" fmla="*/ 5 h 18"/>
                  <a:gd name="T48" fmla="*/ 23 w 27"/>
                  <a:gd name="T49" fmla="*/ 5 h 18"/>
                  <a:gd name="T50" fmla="*/ 24 w 27"/>
                  <a:gd name="T51" fmla="*/ 7 h 18"/>
                  <a:gd name="T52" fmla="*/ 26 w 27"/>
                  <a:gd name="T53" fmla="*/ 8 h 18"/>
                  <a:gd name="T54" fmla="*/ 27 w 27"/>
                  <a:gd name="T55" fmla="*/ 9 h 18"/>
                  <a:gd name="T56" fmla="*/ 27 w 27"/>
                  <a:gd name="T57" fmla="*/ 11 h 18"/>
                  <a:gd name="T58" fmla="*/ 21 w 27"/>
                  <a:gd name="T59" fmla="*/ 9 h 18"/>
                  <a:gd name="T60" fmla="*/ 19 w 27"/>
                  <a:gd name="T61" fmla="*/ 8 h 18"/>
                  <a:gd name="T62" fmla="*/ 17 w 27"/>
                  <a:gd name="T63" fmla="*/ 8 h 18"/>
                  <a:gd name="T64" fmla="*/ 14 w 27"/>
                  <a:gd name="T65" fmla="*/ 6 h 18"/>
                  <a:gd name="T66" fmla="*/ 15 w 27"/>
                  <a:gd name="T67" fmla="*/ 9 h 18"/>
                  <a:gd name="T68" fmla="*/ 11 w 27"/>
                  <a:gd name="T69" fmla="*/ 8 h 18"/>
                  <a:gd name="T70" fmla="*/ 9 w 27"/>
                  <a:gd name="T71" fmla="*/ 12 h 18"/>
                  <a:gd name="T72" fmla="*/ 9 w 27"/>
                  <a:gd name="T73" fmla="*/ 15 h 18"/>
                  <a:gd name="T74" fmla="*/ 7 w 27"/>
                  <a:gd name="T75" fmla="*/ 16 h 18"/>
                  <a:gd name="T76" fmla="*/ 7 w 27"/>
                  <a:gd name="T77" fmla="*/ 15 h 18"/>
                  <a:gd name="T78" fmla="*/ 7 w 27"/>
                  <a:gd name="T79" fmla="*/ 13 h 18"/>
                  <a:gd name="T80" fmla="*/ 6 w 27"/>
                  <a:gd name="T81" fmla="*/ 13 h 18"/>
                  <a:gd name="T82" fmla="*/ 4 w 27"/>
                  <a:gd name="T83" fmla="*/ 13 h 18"/>
                  <a:gd name="T84" fmla="*/ 25 w 27"/>
                  <a:gd name="T85" fmla="*/ 9 h 18"/>
                  <a:gd name="T86" fmla="*/ 24 w 27"/>
                  <a:gd name="T87" fmla="*/ 8 h 18"/>
                  <a:gd name="T88" fmla="*/ 23 w 27"/>
                  <a:gd name="T89" fmla="*/ 8 h 18"/>
                  <a:gd name="T90" fmla="*/ 25 w 27"/>
                  <a:gd name="T91" fmla="*/ 9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27" h="18">
                    <a:moveTo>
                      <a:pt x="2" y="7"/>
                    </a:moveTo>
                    <a:cubicBezTo>
                      <a:pt x="2" y="7"/>
                      <a:pt x="1" y="12"/>
                      <a:pt x="4" y="12"/>
                    </a:cubicBezTo>
                    <a:cubicBezTo>
                      <a:pt x="4" y="12"/>
                      <a:pt x="8" y="12"/>
                      <a:pt x="6" y="10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2" y="5"/>
                      <a:pt x="2" y="7"/>
                    </a:cubicBezTo>
                    <a:close/>
                    <a:moveTo>
                      <a:pt x="4" y="13"/>
                    </a:moveTo>
                    <a:cubicBezTo>
                      <a:pt x="0" y="13"/>
                      <a:pt x="1" y="10"/>
                      <a:pt x="1" y="10"/>
                    </a:cubicBezTo>
                    <a:cubicBezTo>
                      <a:pt x="2" y="2"/>
                      <a:pt x="3" y="2"/>
                      <a:pt x="3" y="2"/>
                    </a:cubicBezTo>
                    <a:cubicBezTo>
                      <a:pt x="9" y="7"/>
                      <a:pt x="9" y="11"/>
                      <a:pt x="9" y="11"/>
                    </a:cubicBezTo>
                    <a:cubicBezTo>
                      <a:pt x="10" y="10"/>
                      <a:pt x="9" y="8"/>
                      <a:pt x="9" y="8"/>
                    </a:cubicBezTo>
                    <a:cubicBezTo>
                      <a:pt x="8" y="6"/>
                      <a:pt x="10" y="6"/>
                      <a:pt x="10" y="6"/>
                    </a:cubicBezTo>
                    <a:cubicBezTo>
                      <a:pt x="11" y="7"/>
                      <a:pt x="12" y="6"/>
                      <a:pt x="12" y="6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0" y="4"/>
                      <a:pt x="10" y="3"/>
                      <a:pt x="10" y="3"/>
                    </a:cubicBezTo>
                    <a:cubicBezTo>
                      <a:pt x="11" y="2"/>
                      <a:pt x="12" y="3"/>
                      <a:pt x="12" y="3"/>
                    </a:cubicBezTo>
                    <a:cubicBezTo>
                      <a:pt x="12" y="4"/>
                      <a:pt x="20" y="7"/>
                      <a:pt x="20" y="7"/>
                    </a:cubicBezTo>
                    <a:cubicBezTo>
                      <a:pt x="21" y="8"/>
                      <a:pt x="21" y="7"/>
                      <a:pt x="21" y="7"/>
                    </a:cubicBezTo>
                    <a:cubicBezTo>
                      <a:pt x="21" y="7"/>
                      <a:pt x="21" y="5"/>
                      <a:pt x="21" y="5"/>
                    </a:cubicBezTo>
                    <a:cubicBezTo>
                      <a:pt x="21" y="5"/>
                      <a:pt x="18" y="3"/>
                      <a:pt x="18" y="3"/>
                    </a:cubicBezTo>
                    <a:cubicBezTo>
                      <a:pt x="16" y="3"/>
                      <a:pt x="17" y="1"/>
                      <a:pt x="17" y="1"/>
                    </a:cubicBezTo>
                    <a:cubicBezTo>
                      <a:pt x="17" y="1"/>
                      <a:pt x="19" y="0"/>
                      <a:pt x="19" y="0"/>
                    </a:cubicBezTo>
                    <a:cubicBezTo>
                      <a:pt x="21" y="0"/>
                      <a:pt x="20" y="1"/>
                      <a:pt x="20" y="1"/>
                    </a:cubicBezTo>
                    <a:cubicBezTo>
                      <a:pt x="18" y="2"/>
                      <a:pt x="19" y="2"/>
                      <a:pt x="19" y="2"/>
                    </a:cubicBezTo>
                    <a:cubicBezTo>
                      <a:pt x="22" y="5"/>
                      <a:pt x="22" y="5"/>
                      <a:pt x="22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3" y="7"/>
                      <a:pt x="24" y="7"/>
                      <a:pt x="24" y="7"/>
                    </a:cubicBezTo>
                    <a:cubicBezTo>
                      <a:pt x="26" y="8"/>
                      <a:pt x="26" y="8"/>
                      <a:pt x="26" y="8"/>
                    </a:cubicBezTo>
                    <a:cubicBezTo>
                      <a:pt x="27" y="9"/>
                      <a:pt x="27" y="9"/>
                      <a:pt x="27" y="9"/>
                    </a:cubicBezTo>
                    <a:cubicBezTo>
                      <a:pt x="27" y="9"/>
                      <a:pt x="27" y="11"/>
                      <a:pt x="27" y="11"/>
                    </a:cubicBezTo>
                    <a:cubicBezTo>
                      <a:pt x="22" y="11"/>
                      <a:pt x="21" y="9"/>
                      <a:pt x="21" y="9"/>
                    </a:cubicBezTo>
                    <a:cubicBezTo>
                      <a:pt x="19" y="9"/>
                      <a:pt x="19" y="8"/>
                      <a:pt x="19" y="8"/>
                    </a:cubicBezTo>
                    <a:cubicBezTo>
                      <a:pt x="18" y="8"/>
                      <a:pt x="17" y="8"/>
                      <a:pt x="17" y="8"/>
                    </a:cubicBezTo>
                    <a:cubicBezTo>
                      <a:pt x="17" y="7"/>
                      <a:pt x="15" y="6"/>
                      <a:pt x="14" y="6"/>
                    </a:cubicBezTo>
                    <a:cubicBezTo>
                      <a:pt x="16" y="8"/>
                      <a:pt x="15" y="9"/>
                      <a:pt x="15" y="9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1" y="12"/>
                      <a:pt x="9" y="12"/>
                      <a:pt x="9" y="12"/>
                    </a:cubicBezTo>
                    <a:cubicBezTo>
                      <a:pt x="9" y="15"/>
                      <a:pt x="9" y="15"/>
                      <a:pt x="9" y="15"/>
                    </a:cubicBezTo>
                    <a:cubicBezTo>
                      <a:pt x="8" y="18"/>
                      <a:pt x="7" y="16"/>
                      <a:pt x="7" y="16"/>
                    </a:cubicBezTo>
                    <a:cubicBezTo>
                      <a:pt x="6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2"/>
                      <a:pt x="6" y="13"/>
                      <a:pt x="6" y="13"/>
                    </a:cubicBezTo>
                    <a:cubicBezTo>
                      <a:pt x="4" y="13"/>
                      <a:pt x="4" y="13"/>
                      <a:pt x="4" y="13"/>
                    </a:cubicBezTo>
                    <a:close/>
                    <a:moveTo>
                      <a:pt x="25" y="9"/>
                    </a:moveTo>
                    <a:cubicBezTo>
                      <a:pt x="24" y="8"/>
                      <a:pt x="24" y="8"/>
                      <a:pt x="24" y="8"/>
                    </a:cubicBezTo>
                    <a:cubicBezTo>
                      <a:pt x="24" y="8"/>
                      <a:pt x="23" y="8"/>
                      <a:pt x="23" y="8"/>
                    </a:cubicBezTo>
                    <a:cubicBezTo>
                      <a:pt x="22" y="8"/>
                      <a:pt x="25" y="9"/>
                      <a:pt x="25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8" name="ïṩliḑé">
                <a:extLst>
                  <a:ext uri="{FF2B5EF4-FFF2-40B4-BE49-F238E27FC236}">
                    <a16:creationId xmlns:a16="http://schemas.microsoft.com/office/drawing/2014/main" id="{377801C3-8F19-4720-B7CE-9333FBE3FE4B}"/>
                  </a:ext>
                </a:extLst>
              </p:cNvPr>
              <p:cNvSpPr/>
              <p:nvPr/>
            </p:nvSpPr>
            <p:spPr bwMode="auto">
              <a:xfrm>
                <a:off x="5249863" y="3201988"/>
                <a:ext cx="26988" cy="23813"/>
              </a:xfrm>
              <a:custGeom>
                <a:avLst/>
                <a:gdLst>
                  <a:gd name="T0" fmla="*/ 2 w 8"/>
                  <a:gd name="T1" fmla="*/ 6 h 7"/>
                  <a:gd name="T2" fmla="*/ 5 w 8"/>
                  <a:gd name="T3" fmla="*/ 2 h 7"/>
                  <a:gd name="T4" fmla="*/ 6 w 8"/>
                  <a:gd name="T5" fmla="*/ 2 h 7"/>
                  <a:gd name="T6" fmla="*/ 6 w 8"/>
                  <a:gd name="T7" fmla="*/ 6 h 7"/>
                  <a:gd name="T8" fmla="*/ 2 w 8"/>
                  <a:gd name="T9" fmla="*/ 7 h 7"/>
                  <a:gd name="T10" fmla="*/ 2 w 8"/>
                  <a:gd name="T11" fmla="*/ 6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7">
                    <a:moveTo>
                      <a:pt x="2" y="6"/>
                    </a:moveTo>
                    <a:cubicBezTo>
                      <a:pt x="3" y="6"/>
                      <a:pt x="5" y="2"/>
                      <a:pt x="5" y="2"/>
                    </a:cubicBezTo>
                    <a:cubicBezTo>
                      <a:pt x="5" y="0"/>
                      <a:pt x="6" y="2"/>
                      <a:pt x="6" y="2"/>
                    </a:cubicBezTo>
                    <a:cubicBezTo>
                      <a:pt x="8" y="4"/>
                      <a:pt x="6" y="6"/>
                      <a:pt x="6" y="6"/>
                    </a:cubicBezTo>
                    <a:cubicBezTo>
                      <a:pt x="5" y="6"/>
                      <a:pt x="2" y="7"/>
                      <a:pt x="2" y="7"/>
                    </a:cubicBezTo>
                    <a:cubicBezTo>
                      <a:pt x="0" y="7"/>
                      <a:pt x="2" y="6"/>
                      <a:pt x="2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9" name="îSľíḓê">
                <a:extLst>
                  <a:ext uri="{FF2B5EF4-FFF2-40B4-BE49-F238E27FC236}">
                    <a16:creationId xmlns:a16="http://schemas.microsoft.com/office/drawing/2014/main" id="{E0289DD6-CB93-48DE-8D9B-2717278C25A8}"/>
                  </a:ext>
                </a:extLst>
              </p:cNvPr>
              <p:cNvSpPr/>
              <p:nvPr/>
            </p:nvSpPr>
            <p:spPr bwMode="auto">
              <a:xfrm>
                <a:off x="5207000" y="3162301"/>
                <a:ext cx="85725" cy="39688"/>
              </a:xfrm>
              <a:custGeom>
                <a:avLst/>
                <a:gdLst>
                  <a:gd name="T0" fmla="*/ 16 w 26"/>
                  <a:gd name="T1" fmla="*/ 1 h 12"/>
                  <a:gd name="T2" fmla="*/ 17 w 26"/>
                  <a:gd name="T3" fmla="*/ 2 h 12"/>
                  <a:gd name="T4" fmla="*/ 15 w 26"/>
                  <a:gd name="T5" fmla="*/ 4 h 12"/>
                  <a:gd name="T6" fmla="*/ 20 w 26"/>
                  <a:gd name="T7" fmla="*/ 3 h 12"/>
                  <a:gd name="T8" fmla="*/ 20 w 26"/>
                  <a:gd name="T9" fmla="*/ 3 h 12"/>
                  <a:gd name="T10" fmla="*/ 21 w 26"/>
                  <a:gd name="T11" fmla="*/ 0 h 12"/>
                  <a:gd name="T12" fmla="*/ 22 w 26"/>
                  <a:gd name="T13" fmla="*/ 1 h 12"/>
                  <a:gd name="T14" fmla="*/ 23 w 26"/>
                  <a:gd name="T15" fmla="*/ 4 h 12"/>
                  <a:gd name="T16" fmla="*/ 25 w 26"/>
                  <a:gd name="T17" fmla="*/ 4 h 12"/>
                  <a:gd name="T18" fmla="*/ 26 w 26"/>
                  <a:gd name="T19" fmla="*/ 4 h 12"/>
                  <a:gd name="T20" fmla="*/ 26 w 26"/>
                  <a:gd name="T21" fmla="*/ 6 h 12"/>
                  <a:gd name="T22" fmla="*/ 22 w 26"/>
                  <a:gd name="T23" fmla="*/ 6 h 12"/>
                  <a:gd name="T24" fmla="*/ 11 w 26"/>
                  <a:gd name="T25" fmla="*/ 11 h 12"/>
                  <a:gd name="T26" fmla="*/ 3 w 26"/>
                  <a:gd name="T27" fmla="*/ 12 h 12"/>
                  <a:gd name="T28" fmla="*/ 2 w 26"/>
                  <a:gd name="T29" fmla="*/ 11 h 12"/>
                  <a:gd name="T30" fmla="*/ 12 w 26"/>
                  <a:gd name="T31" fmla="*/ 8 h 12"/>
                  <a:gd name="T32" fmla="*/ 15 w 26"/>
                  <a:gd name="T33" fmla="*/ 7 h 12"/>
                  <a:gd name="T34" fmla="*/ 13 w 26"/>
                  <a:gd name="T35" fmla="*/ 5 h 12"/>
                  <a:gd name="T36" fmla="*/ 16 w 26"/>
                  <a:gd name="T37" fmla="*/ 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6" h="12">
                    <a:moveTo>
                      <a:pt x="16" y="1"/>
                    </a:moveTo>
                    <a:cubicBezTo>
                      <a:pt x="16" y="1"/>
                      <a:pt x="17" y="1"/>
                      <a:pt x="17" y="2"/>
                    </a:cubicBezTo>
                    <a:cubicBezTo>
                      <a:pt x="17" y="2"/>
                      <a:pt x="15" y="2"/>
                      <a:pt x="15" y="4"/>
                    </a:cubicBezTo>
                    <a:cubicBezTo>
                      <a:pt x="20" y="3"/>
                      <a:pt x="20" y="3"/>
                      <a:pt x="20" y="3"/>
                    </a:cubicBezTo>
                    <a:cubicBezTo>
                      <a:pt x="20" y="3"/>
                      <a:pt x="20" y="3"/>
                      <a:pt x="20" y="3"/>
                    </a:cubicBezTo>
                    <a:cubicBezTo>
                      <a:pt x="20" y="3"/>
                      <a:pt x="21" y="1"/>
                      <a:pt x="21" y="0"/>
                    </a:cubicBezTo>
                    <a:cubicBezTo>
                      <a:pt x="21" y="0"/>
                      <a:pt x="22" y="0"/>
                      <a:pt x="22" y="1"/>
                    </a:cubicBezTo>
                    <a:cubicBezTo>
                      <a:pt x="22" y="1"/>
                      <a:pt x="23" y="3"/>
                      <a:pt x="23" y="4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4"/>
                      <a:pt x="26" y="4"/>
                      <a:pt x="26" y="4"/>
                    </a:cubicBezTo>
                    <a:cubicBezTo>
                      <a:pt x="26" y="6"/>
                      <a:pt x="26" y="6"/>
                      <a:pt x="26" y="6"/>
                    </a:cubicBezTo>
                    <a:cubicBezTo>
                      <a:pt x="26" y="6"/>
                      <a:pt x="24" y="6"/>
                      <a:pt x="22" y="6"/>
                    </a:cubicBezTo>
                    <a:cubicBezTo>
                      <a:pt x="22" y="6"/>
                      <a:pt x="21" y="8"/>
                      <a:pt x="11" y="11"/>
                    </a:cubicBezTo>
                    <a:cubicBezTo>
                      <a:pt x="11" y="11"/>
                      <a:pt x="4" y="12"/>
                      <a:pt x="3" y="12"/>
                    </a:cubicBezTo>
                    <a:cubicBezTo>
                      <a:pt x="3" y="12"/>
                      <a:pt x="0" y="11"/>
                      <a:pt x="2" y="11"/>
                    </a:cubicBezTo>
                    <a:cubicBezTo>
                      <a:pt x="2" y="11"/>
                      <a:pt x="8" y="11"/>
                      <a:pt x="12" y="8"/>
                    </a:cubicBezTo>
                    <a:cubicBezTo>
                      <a:pt x="12" y="8"/>
                      <a:pt x="15" y="7"/>
                      <a:pt x="15" y="7"/>
                    </a:cubicBezTo>
                    <a:cubicBezTo>
                      <a:pt x="15" y="7"/>
                      <a:pt x="13" y="6"/>
                      <a:pt x="13" y="5"/>
                    </a:cubicBezTo>
                    <a:cubicBezTo>
                      <a:pt x="13" y="5"/>
                      <a:pt x="14" y="2"/>
                      <a:pt x="1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0" name="íṧļïḋé">
                <a:extLst>
                  <a:ext uri="{FF2B5EF4-FFF2-40B4-BE49-F238E27FC236}">
                    <a16:creationId xmlns:a16="http://schemas.microsoft.com/office/drawing/2014/main" id="{F29B1D7E-8DD7-4832-ACF4-E57068D66362}"/>
                  </a:ext>
                </a:extLst>
              </p:cNvPr>
              <p:cNvSpPr/>
              <p:nvPr/>
            </p:nvSpPr>
            <p:spPr bwMode="auto">
              <a:xfrm>
                <a:off x="5041900" y="3201988"/>
                <a:ext cx="15875" cy="14288"/>
              </a:xfrm>
              <a:custGeom>
                <a:avLst/>
                <a:gdLst>
                  <a:gd name="T0" fmla="*/ 5 w 5"/>
                  <a:gd name="T1" fmla="*/ 1 h 4"/>
                  <a:gd name="T2" fmla="*/ 5 w 5"/>
                  <a:gd name="T3" fmla="*/ 2 h 4"/>
                  <a:gd name="T4" fmla="*/ 4 w 5"/>
                  <a:gd name="T5" fmla="*/ 3 h 4"/>
                  <a:gd name="T6" fmla="*/ 2 w 5"/>
                  <a:gd name="T7" fmla="*/ 2 h 4"/>
                  <a:gd name="T8" fmla="*/ 2 w 5"/>
                  <a:gd name="T9" fmla="*/ 1 h 4"/>
                  <a:gd name="T10" fmla="*/ 4 w 5"/>
                  <a:gd name="T11" fmla="*/ 0 h 4"/>
                  <a:gd name="T12" fmla="*/ 5 w 5"/>
                  <a:gd name="T13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4">
                    <a:moveTo>
                      <a:pt x="5" y="1"/>
                    </a:moveTo>
                    <a:cubicBezTo>
                      <a:pt x="5" y="2"/>
                      <a:pt x="5" y="2"/>
                      <a:pt x="5" y="2"/>
                    </a:cubicBezTo>
                    <a:cubicBezTo>
                      <a:pt x="5" y="4"/>
                      <a:pt x="4" y="3"/>
                      <a:pt x="4" y="3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0" y="1"/>
                      <a:pt x="2" y="1"/>
                      <a:pt x="2" y="1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5" y="0"/>
                      <a:pt x="5" y="1"/>
                      <a:pt x="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1" name="îŝľiḋe">
                <a:extLst>
                  <a:ext uri="{FF2B5EF4-FFF2-40B4-BE49-F238E27FC236}">
                    <a16:creationId xmlns:a16="http://schemas.microsoft.com/office/drawing/2014/main" id="{78878888-6A96-4EF7-B3A7-E577C7EDD08A}"/>
                  </a:ext>
                </a:extLst>
              </p:cNvPr>
              <p:cNvSpPr/>
              <p:nvPr/>
            </p:nvSpPr>
            <p:spPr bwMode="auto">
              <a:xfrm>
                <a:off x="5011738" y="3146426"/>
                <a:ext cx="39688" cy="85725"/>
              </a:xfrm>
              <a:custGeom>
                <a:avLst/>
                <a:gdLst>
                  <a:gd name="T0" fmla="*/ 4 w 12"/>
                  <a:gd name="T1" fmla="*/ 19 h 26"/>
                  <a:gd name="T2" fmla="*/ 4 w 12"/>
                  <a:gd name="T3" fmla="*/ 14 h 26"/>
                  <a:gd name="T4" fmla="*/ 1 w 12"/>
                  <a:gd name="T5" fmla="*/ 13 h 26"/>
                  <a:gd name="T6" fmla="*/ 2 w 12"/>
                  <a:gd name="T7" fmla="*/ 12 h 26"/>
                  <a:gd name="T8" fmla="*/ 3 w 12"/>
                  <a:gd name="T9" fmla="*/ 10 h 26"/>
                  <a:gd name="T10" fmla="*/ 3 w 12"/>
                  <a:gd name="T11" fmla="*/ 2 h 26"/>
                  <a:gd name="T12" fmla="*/ 4 w 12"/>
                  <a:gd name="T13" fmla="*/ 1 h 26"/>
                  <a:gd name="T14" fmla="*/ 4 w 12"/>
                  <a:gd name="T15" fmla="*/ 2 h 26"/>
                  <a:gd name="T16" fmla="*/ 5 w 12"/>
                  <a:gd name="T17" fmla="*/ 6 h 26"/>
                  <a:gd name="T18" fmla="*/ 6 w 12"/>
                  <a:gd name="T19" fmla="*/ 3 h 26"/>
                  <a:gd name="T20" fmla="*/ 7 w 12"/>
                  <a:gd name="T21" fmla="*/ 2 h 26"/>
                  <a:gd name="T22" fmla="*/ 8 w 12"/>
                  <a:gd name="T23" fmla="*/ 2 h 26"/>
                  <a:gd name="T24" fmla="*/ 8 w 12"/>
                  <a:gd name="T25" fmla="*/ 6 h 26"/>
                  <a:gd name="T26" fmla="*/ 6 w 12"/>
                  <a:gd name="T27" fmla="*/ 9 h 26"/>
                  <a:gd name="T28" fmla="*/ 6 w 12"/>
                  <a:gd name="T29" fmla="*/ 10 h 26"/>
                  <a:gd name="T30" fmla="*/ 8 w 12"/>
                  <a:gd name="T31" fmla="*/ 11 h 26"/>
                  <a:gd name="T32" fmla="*/ 8 w 12"/>
                  <a:gd name="T33" fmla="*/ 11 h 26"/>
                  <a:gd name="T34" fmla="*/ 8 w 12"/>
                  <a:gd name="T35" fmla="*/ 12 h 26"/>
                  <a:gd name="T36" fmla="*/ 9 w 12"/>
                  <a:gd name="T37" fmla="*/ 13 h 26"/>
                  <a:gd name="T38" fmla="*/ 9 w 12"/>
                  <a:gd name="T39" fmla="*/ 17 h 26"/>
                  <a:gd name="T40" fmla="*/ 11 w 12"/>
                  <a:gd name="T41" fmla="*/ 21 h 26"/>
                  <a:gd name="T42" fmla="*/ 12 w 12"/>
                  <a:gd name="T43" fmla="*/ 24 h 26"/>
                  <a:gd name="T44" fmla="*/ 8 w 12"/>
                  <a:gd name="T45" fmla="*/ 23 h 26"/>
                  <a:gd name="T46" fmla="*/ 8 w 12"/>
                  <a:gd name="T47" fmla="*/ 25 h 26"/>
                  <a:gd name="T48" fmla="*/ 7 w 12"/>
                  <a:gd name="T49" fmla="*/ 26 h 26"/>
                  <a:gd name="T50" fmla="*/ 6 w 12"/>
                  <a:gd name="T51" fmla="*/ 24 h 26"/>
                  <a:gd name="T52" fmla="*/ 6 w 12"/>
                  <a:gd name="T53" fmla="*/ 23 h 26"/>
                  <a:gd name="T54" fmla="*/ 8 w 12"/>
                  <a:gd name="T55" fmla="*/ 21 h 26"/>
                  <a:gd name="T56" fmla="*/ 7 w 12"/>
                  <a:gd name="T57" fmla="*/ 18 h 26"/>
                  <a:gd name="T58" fmla="*/ 7 w 12"/>
                  <a:gd name="T59" fmla="*/ 18 h 26"/>
                  <a:gd name="T60" fmla="*/ 6 w 12"/>
                  <a:gd name="T61" fmla="*/ 20 h 26"/>
                  <a:gd name="T62" fmla="*/ 4 w 12"/>
                  <a:gd name="T63" fmla="*/ 20 h 26"/>
                  <a:gd name="T64" fmla="*/ 4 w 12"/>
                  <a:gd name="T65" fmla="*/ 19 h 26"/>
                  <a:gd name="T66" fmla="*/ 6 w 12"/>
                  <a:gd name="T67" fmla="*/ 16 h 26"/>
                  <a:gd name="T68" fmla="*/ 6 w 12"/>
                  <a:gd name="T69" fmla="*/ 15 h 26"/>
                  <a:gd name="T70" fmla="*/ 5 w 12"/>
                  <a:gd name="T71" fmla="*/ 11 h 26"/>
                  <a:gd name="T72" fmla="*/ 5 w 12"/>
                  <a:gd name="T73" fmla="*/ 14 h 26"/>
                  <a:gd name="T74" fmla="*/ 5 w 12"/>
                  <a:gd name="T75" fmla="*/ 18 h 26"/>
                  <a:gd name="T76" fmla="*/ 6 w 12"/>
                  <a:gd name="T77" fmla="*/ 1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2" h="26">
                    <a:moveTo>
                      <a:pt x="4" y="19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0" y="12"/>
                      <a:pt x="2" y="12"/>
                      <a:pt x="2" y="12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0"/>
                      <a:pt x="4" y="1"/>
                      <a:pt x="4" y="1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3"/>
                      <a:pt x="5" y="6"/>
                      <a:pt x="5" y="6"/>
                    </a:cubicBezTo>
                    <a:cubicBezTo>
                      <a:pt x="5" y="5"/>
                      <a:pt x="6" y="4"/>
                      <a:pt x="6" y="3"/>
                    </a:cubicBezTo>
                    <a:cubicBezTo>
                      <a:pt x="7" y="3"/>
                      <a:pt x="7" y="2"/>
                      <a:pt x="7" y="2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5" y="11"/>
                      <a:pt x="6" y="10"/>
                      <a:pt x="6" y="10"/>
                    </a:cubicBezTo>
                    <a:cubicBezTo>
                      <a:pt x="7" y="10"/>
                      <a:pt x="8" y="11"/>
                      <a:pt x="8" y="11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9" y="13"/>
                      <a:pt x="9" y="13"/>
                      <a:pt x="9" y="13"/>
                    </a:cubicBezTo>
                    <a:cubicBezTo>
                      <a:pt x="8" y="16"/>
                      <a:pt x="9" y="17"/>
                      <a:pt x="9" y="17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2" y="22"/>
                      <a:pt x="12" y="24"/>
                      <a:pt x="12" y="24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8" y="26"/>
                      <a:pt x="7" y="26"/>
                      <a:pt x="7" y="26"/>
                    </a:cubicBezTo>
                    <a:cubicBezTo>
                      <a:pt x="4" y="26"/>
                      <a:pt x="6" y="24"/>
                      <a:pt x="6" y="24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7" y="23"/>
                      <a:pt x="8" y="21"/>
                      <a:pt x="8" y="21"/>
                    </a:cubicBezTo>
                    <a:cubicBezTo>
                      <a:pt x="7" y="18"/>
                      <a:pt x="7" y="18"/>
                      <a:pt x="7" y="18"/>
                    </a:cubicBezTo>
                    <a:cubicBezTo>
                      <a:pt x="7" y="18"/>
                      <a:pt x="7" y="18"/>
                      <a:pt x="7" y="18"/>
                    </a:cubicBezTo>
                    <a:cubicBezTo>
                      <a:pt x="6" y="20"/>
                      <a:pt x="6" y="20"/>
                      <a:pt x="6" y="20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4" y="19"/>
                      <a:pt x="4" y="19"/>
                      <a:pt x="4" y="19"/>
                    </a:cubicBezTo>
                    <a:close/>
                    <a:moveTo>
                      <a:pt x="6" y="16"/>
                    </a:moveTo>
                    <a:cubicBezTo>
                      <a:pt x="6" y="16"/>
                      <a:pt x="6" y="16"/>
                      <a:pt x="6" y="15"/>
                    </a:cubicBezTo>
                    <a:cubicBezTo>
                      <a:pt x="6" y="15"/>
                      <a:pt x="6" y="12"/>
                      <a:pt x="5" y="11"/>
                    </a:cubicBezTo>
                    <a:cubicBezTo>
                      <a:pt x="5" y="11"/>
                      <a:pt x="4" y="12"/>
                      <a:pt x="5" y="14"/>
                    </a:cubicBezTo>
                    <a:cubicBezTo>
                      <a:pt x="5" y="18"/>
                      <a:pt x="5" y="18"/>
                      <a:pt x="5" y="18"/>
                    </a:cubicBezTo>
                    <a:lnTo>
                      <a:pt x="6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2" name="ïṣļîḋe">
                <a:extLst>
                  <a:ext uri="{FF2B5EF4-FFF2-40B4-BE49-F238E27FC236}">
                    <a16:creationId xmlns:a16="http://schemas.microsoft.com/office/drawing/2014/main" id="{7A182396-CA74-4824-B470-C642D9F2ABA3}"/>
                  </a:ext>
                </a:extLst>
              </p:cNvPr>
              <p:cNvSpPr/>
              <p:nvPr/>
            </p:nvSpPr>
            <p:spPr bwMode="auto">
              <a:xfrm>
                <a:off x="4905375" y="3313113"/>
                <a:ext cx="17463" cy="25400"/>
              </a:xfrm>
              <a:custGeom>
                <a:avLst/>
                <a:gdLst>
                  <a:gd name="T0" fmla="*/ 4 w 5"/>
                  <a:gd name="T1" fmla="*/ 1 h 8"/>
                  <a:gd name="T2" fmla="*/ 4 w 5"/>
                  <a:gd name="T3" fmla="*/ 2 h 8"/>
                  <a:gd name="T4" fmla="*/ 3 w 5"/>
                  <a:gd name="T5" fmla="*/ 6 h 8"/>
                  <a:gd name="T6" fmla="*/ 2 w 5"/>
                  <a:gd name="T7" fmla="*/ 7 h 8"/>
                  <a:gd name="T8" fmla="*/ 1 w 5"/>
                  <a:gd name="T9" fmla="*/ 2 h 8"/>
                  <a:gd name="T10" fmla="*/ 1 w 5"/>
                  <a:gd name="T11" fmla="*/ 0 h 8"/>
                  <a:gd name="T12" fmla="*/ 4 w 5"/>
                  <a:gd name="T13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8">
                    <a:moveTo>
                      <a:pt x="4" y="1"/>
                    </a:moveTo>
                    <a:cubicBezTo>
                      <a:pt x="5" y="1"/>
                      <a:pt x="4" y="2"/>
                      <a:pt x="4" y="2"/>
                    </a:cubicBezTo>
                    <a:cubicBezTo>
                      <a:pt x="4" y="3"/>
                      <a:pt x="3" y="6"/>
                      <a:pt x="3" y="6"/>
                    </a:cubicBezTo>
                    <a:cubicBezTo>
                      <a:pt x="2" y="8"/>
                      <a:pt x="2" y="7"/>
                      <a:pt x="2" y="7"/>
                    </a:cubicBezTo>
                    <a:cubicBezTo>
                      <a:pt x="2" y="5"/>
                      <a:pt x="1" y="2"/>
                      <a:pt x="1" y="2"/>
                    </a:cubicBezTo>
                    <a:cubicBezTo>
                      <a:pt x="0" y="1"/>
                      <a:pt x="1" y="0"/>
                      <a:pt x="1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3" name="ís1íḋe">
                <a:extLst>
                  <a:ext uri="{FF2B5EF4-FFF2-40B4-BE49-F238E27FC236}">
                    <a16:creationId xmlns:a16="http://schemas.microsoft.com/office/drawing/2014/main" id="{D6505446-CCB2-453A-BC3B-5FC6635D427F}"/>
                  </a:ext>
                </a:extLst>
              </p:cNvPr>
              <p:cNvSpPr/>
              <p:nvPr/>
            </p:nvSpPr>
            <p:spPr bwMode="auto">
              <a:xfrm>
                <a:off x="4865688" y="3305176"/>
                <a:ext cx="26988" cy="26988"/>
              </a:xfrm>
              <a:custGeom>
                <a:avLst/>
                <a:gdLst>
                  <a:gd name="T0" fmla="*/ 7 w 8"/>
                  <a:gd name="T1" fmla="*/ 5 h 8"/>
                  <a:gd name="T2" fmla="*/ 8 w 8"/>
                  <a:gd name="T3" fmla="*/ 8 h 8"/>
                  <a:gd name="T4" fmla="*/ 7 w 8"/>
                  <a:gd name="T5" fmla="*/ 8 h 8"/>
                  <a:gd name="T6" fmla="*/ 6 w 8"/>
                  <a:gd name="T7" fmla="*/ 6 h 8"/>
                  <a:gd name="T8" fmla="*/ 3 w 8"/>
                  <a:gd name="T9" fmla="*/ 2 h 8"/>
                  <a:gd name="T10" fmla="*/ 1 w 8"/>
                  <a:gd name="T11" fmla="*/ 0 h 8"/>
                  <a:gd name="T12" fmla="*/ 1 w 8"/>
                  <a:gd name="T13" fmla="*/ 0 h 8"/>
                  <a:gd name="T14" fmla="*/ 4 w 8"/>
                  <a:gd name="T15" fmla="*/ 0 h 8"/>
                  <a:gd name="T16" fmla="*/ 7 w 8"/>
                  <a:gd name="T17" fmla="*/ 5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" h="8">
                    <a:moveTo>
                      <a:pt x="7" y="5"/>
                    </a:moveTo>
                    <a:cubicBezTo>
                      <a:pt x="8" y="6"/>
                      <a:pt x="8" y="8"/>
                      <a:pt x="8" y="8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7"/>
                      <a:pt x="6" y="6"/>
                      <a:pt x="6" y="6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0"/>
                      <a:pt x="1" y="1"/>
                      <a:pt x="1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5" y="2"/>
                      <a:pt x="7" y="5"/>
                      <a:pt x="7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4" name="íṧḻiďê">
                <a:extLst>
                  <a:ext uri="{FF2B5EF4-FFF2-40B4-BE49-F238E27FC236}">
                    <a16:creationId xmlns:a16="http://schemas.microsoft.com/office/drawing/2014/main" id="{C35A3C6B-251F-410F-97DB-7D32485995E8}"/>
                  </a:ext>
                </a:extLst>
              </p:cNvPr>
              <p:cNvSpPr/>
              <p:nvPr/>
            </p:nvSpPr>
            <p:spPr bwMode="auto">
              <a:xfrm>
                <a:off x="4876800" y="3325813"/>
                <a:ext cx="25400" cy="53975"/>
              </a:xfrm>
              <a:custGeom>
                <a:avLst/>
                <a:gdLst>
                  <a:gd name="T0" fmla="*/ 6 w 8"/>
                  <a:gd name="T1" fmla="*/ 1 h 16"/>
                  <a:gd name="T2" fmla="*/ 7 w 8"/>
                  <a:gd name="T3" fmla="*/ 1 h 16"/>
                  <a:gd name="T4" fmla="*/ 8 w 8"/>
                  <a:gd name="T5" fmla="*/ 6 h 16"/>
                  <a:gd name="T6" fmla="*/ 8 w 8"/>
                  <a:gd name="T7" fmla="*/ 10 h 16"/>
                  <a:gd name="T8" fmla="*/ 6 w 8"/>
                  <a:gd name="T9" fmla="*/ 16 h 16"/>
                  <a:gd name="T10" fmla="*/ 3 w 8"/>
                  <a:gd name="T11" fmla="*/ 15 h 16"/>
                  <a:gd name="T12" fmla="*/ 1 w 8"/>
                  <a:gd name="T13" fmla="*/ 9 h 16"/>
                  <a:gd name="T14" fmla="*/ 1 w 8"/>
                  <a:gd name="T15" fmla="*/ 9 h 16"/>
                  <a:gd name="T16" fmla="*/ 5 w 8"/>
                  <a:gd name="T17" fmla="*/ 12 h 16"/>
                  <a:gd name="T18" fmla="*/ 5 w 8"/>
                  <a:gd name="T19" fmla="*/ 12 h 16"/>
                  <a:gd name="T20" fmla="*/ 5 w 8"/>
                  <a:gd name="T21" fmla="*/ 10 h 16"/>
                  <a:gd name="T22" fmla="*/ 6 w 8"/>
                  <a:gd name="T23" fmla="*/ 6 h 16"/>
                  <a:gd name="T24" fmla="*/ 6 w 8"/>
                  <a:gd name="T25" fmla="*/ 1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" h="16">
                    <a:moveTo>
                      <a:pt x="6" y="1"/>
                    </a:moveTo>
                    <a:cubicBezTo>
                      <a:pt x="7" y="0"/>
                      <a:pt x="7" y="1"/>
                      <a:pt x="7" y="1"/>
                    </a:cubicBezTo>
                    <a:cubicBezTo>
                      <a:pt x="8" y="3"/>
                      <a:pt x="8" y="6"/>
                      <a:pt x="8" y="6"/>
                    </a:cubicBezTo>
                    <a:cubicBezTo>
                      <a:pt x="8" y="7"/>
                      <a:pt x="8" y="10"/>
                      <a:pt x="8" y="10"/>
                    </a:cubicBezTo>
                    <a:cubicBezTo>
                      <a:pt x="8" y="12"/>
                      <a:pt x="6" y="16"/>
                      <a:pt x="6" y="16"/>
                    </a:cubicBezTo>
                    <a:cubicBezTo>
                      <a:pt x="5" y="16"/>
                      <a:pt x="3" y="15"/>
                      <a:pt x="3" y="15"/>
                    </a:cubicBezTo>
                    <a:cubicBezTo>
                      <a:pt x="3" y="14"/>
                      <a:pt x="1" y="9"/>
                      <a:pt x="1" y="9"/>
                    </a:cubicBezTo>
                    <a:cubicBezTo>
                      <a:pt x="0" y="9"/>
                      <a:pt x="1" y="9"/>
                      <a:pt x="1" y="9"/>
                    </a:cubicBezTo>
                    <a:cubicBezTo>
                      <a:pt x="3" y="8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0"/>
                      <a:pt x="5" y="10"/>
                    </a:cubicBezTo>
                    <a:cubicBezTo>
                      <a:pt x="6" y="9"/>
                      <a:pt x="6" y="6"/>
                      <a:pt x="6" y="6"/>
                    </a:cubicBezTo>
                    <a:cubicBezTo>
                      <a:pt x="7" y="5"/>
                      <a:pt x="6" y="1"/>
                      <a:pt x="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5" name="iŝ1iḋe">
                <a:extLst>
                  <a:ext uri="{FF2B5EF4-FFF2-40B4-BE49-F238E27FC236}">
                    <a16:creationId xmlns:a16="http://schemas.microsoft.com/office/drawing/2014/main" id="{8844E230-DCBB-45FE-B005-A1939B01D62E}"/>
                  </a:ext>
                </a:extLst>
              </p:cNvPr>
              <p:cNvSpPr/>
              <p:nvPr/>
            </p:nvSpPr>
            <p:spPr bwMode="auto">
              <a:xfrm>
                <a:off x="5075238" y="3586163"/>
                <a:ext cx="15875" cy="46038"/>
              </a:xfrm>
              <a:custGeom>
                <a:avLst/>
                <a:gdLst>
                  <a:gd name="T0" fmla="*/ 0 w 10"/>
                  <a:gd name="T1" fmla="*/ 6 h 29"/>
                  <a:gd name="T2" fmla="*/ 8 w 10"/>
                  <a:gd name="T3" fmla="*/ 0 h 29"/>
                  <a:gd name="T4" fmla="*/ 10 w 10"/>
                  <a:gd name="T5" fmla="*/ 2 h 29"/>
                  <a:gd name="T6" fmla="*/ 10 w 10"/>
                  <a:gd name="T7" fmla="*/ 29 h 29"/>
                  <a:gd name="T8" fmla="*/ 6 w 10"/>
                  <a:gd name="T9" fmla="*/ 29 h 29"/>
                  <a:gd name="T10" fmla="*/ 6 w 10"/>
                  <a:gd name="T11" fmla="*/ 6 h 29"/>
                  <a:gd name="T12" fmla="*/ 2 w 10"/>
                  <a:gd name="T13" fmla="*/ 8 h 29"/>
                  <a:gd name="T14" fmla="*/ 0 w 10"/>
                  <a:gd name="T15" fmla="*/ 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29">
                    <a:moveTo>
                      <a:pt x="0" y="6"/>
                    </a:moveTo>
                    <a:lnTo>
                      <a:pt x="8" y="0"/>
                    </a:lnTo>
                    <a:lnTo>
                      <a:pt x="10" y="2"/>
                    </a:lnTo>
                    <a:lnTo>
                      <a:pt x="10" y="29"/>
                    </a:lnTo>
                    <a:lnTo>
                      <a:pt x="6" y="29"/>
                    </a:lnTo>
                    <a:lnTo>
                      <a:pt x="6" y="6"/>
                    </a:lnTo>
                    <a:lnTo>
                      <a:pt x="2" y="8"/>
                    </a:lnTo>
                    <a:lnTo>
                      <a:pt x="0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6" name="iṣ1íḓê">
                <a:extLst>
                  <a:ext uri="{FF2B5EF4-FFF2-40B4-BE49-F238E27FC236}">
                    <a16:creationId xmlns:a16="http://schemas.microsoft.com/office/drawing/2014/main" id="{71C87D3F-62F8-4690-9F40-C572EC2C9058}"/>
                  </a:ext>
                </a:extLst>
              </p:cNvPr>
              <p:cNvSpPr/>
              <p:nvPr/>
            </p:nvSpPr>
            <p:spPr bwMode="auto">
              <a:xfrm>
                <a:off x="5210175" y="3586163"/>
                <a:ext cx="15875" cy="46038"/>
              </a:xfrm>
              <a:custGeom>
                <a:avLst/>
                <a:gdLst>
                  <a:gd name="T0" fmla="*/ 6 w 10"/>
                  <a:gd name="T1" fmla="*/ 6 h 29"/>
                  <a:gd name="T2" fmla="*/ 2 w 10"/>
                  <a:gd name="T3" fmla="*/ 8 h 29"/>
                  <a:gd name="T4" fmla="*/ 0 w 10"/>
                  <a:gd name="T5" fmla="*/ 6 h 29"/>
                  <a:gd name="T6" fmla="*/ 6 w 10"/>
                  <a:gd name="T7" fmla="*/ 0 h 29"/>
                  <a:gd name="T8" fmla="*/ 10 w 10"/>
                  <a:gd name="T9" fmla="*/ 2 h 29"/>
                  <a:gd name="T10" fmla="*/ 10 w 10"/>
                  <a:gd name="T11" fmla="*/ 29 h 29"/>
                  <a:gd name="T12" fmla="*/ 6 w 10"/>
                  <a:gd name="T13" fmla="*/ 29 h 29"/>
                  <a:gd name="T14" fmla="*/ 6 w 10"/>
                  <a:gd name="T15" fmla="*/ 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29">
                    <a:moveTo>
                      <a:pt x="6" y="6"/>
                    </a:moveTo>
                    <a:lnTo>
                      <a:pt x="2" y="8"/>
                    </a:lnTo>
                    <a:lnTo>
                      <a:pt x="0" y="6"/>
                    </a:lnTo>
                    <a:lnTo>
                      <a:pt x="6" y="0"/>
                    </a:lnTo>
                    <a:lnTo>
                      <a:pt x="10" y="2"/>
                    </a:lnTo>
                    <a:lnTo>
                      <a:pt x="10" y="29"/>
                    </a:lnTo>
                    <a:lnTo>
                      <a:pt x="6" y="29"/>
                    </a:lnTo>
                    <a:lnTo>
                      <a:pt x="6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7" name="iŝliḍe">
                <a:extLst>
                  <a:ext uri="{FF2B5EF4-FFF2-40B4-BE49-F238E27FC236}">
                    <a16:creationId xmlns:a16="http://schemas.microsoft.com/office/drawing/2014/main" id="{260A95E9-BAD7-4060-BF76-FE7241DDAB8B}"/>
                  </a:ext>
                </a:extLst>
              </p:cNvPr>
              <p:cNvSpPr/>
              <p:nvPr/>
            </p:nvSpPr>
            <p:spPr bwMode="auto">
              <a:xfrm>
                <a:off x="5114925" y="3586163"/>
                <a:ext cx="25400" cy="46038"/>
              </a:xfrm>
              <a:custGeom>
                <a:avLst/>
                <a:gdLst>
                  <a:gd name="T0" fmla="*/ 4 w 8"/>
                  <a:gd name="T1" fmla="*/ 2 h 14"/>
                  <a:gd name="T2" fmla="*/ 3 w 8"/>
                  <a:gd name="T3" fmla="*/ 2 h 14"/>
                  <a:gd name="T4" fmla="*/ 3 w 8"/>
                  <a:gd name="T5" fmla="*/ 3 h 14"/>
                  <a:gd name="T6" fmla="*/ 2 w 8"/>
                  <a:gd name="T7" fmla="*/ 3 h 14"/>
                  <a:gd name="T8" fmla="*/ 2 w 8"/>
                  <a:gd name="T9" fmla="*/ 5 h 14"/>
                  <a:gd name="T10" fmla="*/ 2 w 8"/>
                  <a:gd name="T11" fmla="*/ 6 h 14"/>
                  <a:gd name="T12" fmla="*/ 3 w 8"/>
                  <a:gd name="T13" fmla="*/ 7 h 14"/>
                  <a:gd name="T14" fmla="*/ 4 w 8"/>
                  <a:gd name="T15" fmla="*/ 7 h 14"/>
                  <a:gd name="T16" fmla="*/ 5 w 8"/>
                  <a:gd name="T17" fmla="*/ 7 h 14"/>
                  <a:gd name="T18" fmla="*/ 6 w 8"/>
                  <a:gd name="T19" fmla="*/ 7 h 14"/>
                  <a:gd name="T20" fmla="*/ 7 w 8"/>
                  <a:gd name="T21" fmla="*/ 6 h 14"/>
                  <a:gd name="T22" fmla="*/ 7 w 8"/>
                  <a:gd name="T23" fmla="*/ 4 h 14"/>
                  <a:gd name="T24" fmla="*/ 6 w 8"/>
                  <a:gd name="T25" fmla="*/ 3 h 14"/>
                  <a:gd name="T26" fmla="*/ 6 w 8"/>
                  <a:gd name="T27" fmla="*/ 2 h 14"/>
                  <a:gd name="T28" fmla="*/ 4 w 8"/>
                  <a:gd name="T29" fmla="*/ 2 h 14"/>
                  <a:gd name="T30" fmla="*/ 4 w 8"/>
                  <a:gd name="T31" fmla="*/ 9 h 14"/>
                  <a:gd name="T32" fmla="*/ 2 w 8"/>
                  <a:gd name="T33" fmla="*/ 9 h 14"/>
                  <a:gd name="T34" fmla="*/ 1 w 8"/>
                  <a:gd name="T35" fmla="*/ 8 h 14"/>
                  <a:gd name="T36" fmla="*/ 0 w 8"/>
                  <a:gd name="T37" fmla="*/ 7 h 14"/>
                  <a:gd name="T38" fmla="*/ 0 w 8"/>
                  <a:gd name="T39" fmla="*/ 5 h 14"/>
                  <a:gd name="T40" fmla="*/ 0 w 8"/>
                  <a:gd name="T41" fmla="*/ 3 h 14"/>
                  <a:gd name="T42" fmla="*/ 1 w 8"/>
                  <a:gd name="T43" fmla="*/ 2 h 14"/>
                  <a:gd name="T44" fmla="*/ 1 w 8"/>
                  <a:gd name="T45" fmla="*/ 1 h 14"/>
                  <a:gd name="T46" fmla="*/ 3 w 8"/>
                  <a:gd name="T47" fmla="*/ 0 h 14"/>
                  <a:gd name="T48" fmla="*/ 4 w 8"/>
                  <a:gd name="T49" fmla="*/ 0 h 14"/>
                  <a:gd name="T50" fmla="*/ 6 w 8"/>
                  <a:gd name="T51" fmla="*/ 0 h 14"/>
                  <a:gd name="T52" fmla="*/ 8 w 8"/>
                  <a:gd name="T53" fmla="*/ 2 h 14"/>
                  <a:gd name="T54" fmla="*/ 8 w 8"/>
                  <a:gd name="T55" fmla="*/ 3 h 14"/>
                  <a:gd name="T56" fmla="*/ 8 w 8"/>
                  <a:gd name="T57" fmla="*/ 5 h 14"/>
                  <a:gd name="T58" fmla="*/ 8 w 8"/>
                  <a:gd name="T59" fmla="*/ 9 h 14"/>
                  <a:gd name="T60" fmla="*/ 8 w 8"/>
                  <a:gd name="T61" fmla="*/ 11 h 14"/>
                  <a:gd name="T62" fmla="*/ 8 w 8"/>
                  <a:gd name="T63" fmla="*/ 12 h 14"/>
                  <a:gd name="T64" fmla="*/ 8 w 8"/>
                  <a:gd name="T65" fmla="*/ 13 h 14"/>
                  <a:gd name="T66" fmla="*/ 7 w 8"/>
                  <a:gd name="T67" fmla="*/ 14 h 14"/>
                  <a:gd name="T68" fmla="*/ 6 w 8"/>
                  <a:gd name="T69" fmla="*/ 14 h 14"/>
                  <a:gd name="T70" fmla="*/ 4 w 8"/>
                  <a:gd name="T71" fmla="*/ 14 h 14"/>
                  <a:gd name="T72" fmla="*/ 3 w 8"/>
                  <a:gd name="T73" fmla="*/ 14 h 14"/>
                  <a:gd name="T74" fmla="*/ 2 w 8"/>
                  <a:gd name="T75" fmla="*/ 14 h 14"/>
                  <a:gd name="T76" fmla="*/ 1 w 8"/>
                  <a:gd name="T77" fmla="*/ 13 h 14"/>
                  <a:gd name="T78" fmla="*/ 0 w 8"/>
                  <a:gd name="T79" fmla="*/ 12 h 14"/>
                  <a:gd name="T80" fmla="*/ 0 w 8"/>
                  <a:gd name="T81" fmla="*/ 11 h 14"/>
                  <a:gd name="T82" fmla="*/ 2 w 8"/>
                  <a:gd name="T83" fmla="*/ 11 h 14"/>
                  <a:gd name="T84" fmla="*/ 2 w 8"/>
                  <a:gd name="T85" fmla="*/ 11 h 14"/>
                  <a:gd name="T86" fmla="*/ 3 w 8"/>
                  <a:gd name="T87" fmla="*/ 12 h 14"/>
                  <a:gd name="T88" fmla="*/ 4 w 8"/>
                  <a:gd name="T89" fmla="*/ 12 h 14"/>
                  <a:gd name="T90" fmla="*/ 5 w 8"/>
                  <a:gd name="T91" fmla="*/ 12 h 14"/>
                  <a:gd name="T92" fmla="*/ 6 w 8"/>
                  <a:gd name="T93" fmla="*/ 12 h 14"/>
                  <a:gd name="T94" fmla="*/ 6 w 8"/>
                  <a:gd name="T95" fmla="*/ 11 h 14"/>
                  <a:gd name="T96" fmla="*/ 7 w 8"/>
                  <a:gd name="T97" fmla="*/ 10 h 14"/>
                  <a:gd name="T98" fmla="*/ 7 w 8"/>
                  <a:gd name="T99" fmla="*/ 9 h 14"/>
                  <a:gd name="T100" fmla="*/ 7 w 8"/>
                  <a:gd name="T101" fmla="*/ 8 h 14"/>
                  <a:gd name="T102" fmla="*/ 6 w 8"/>
                  <a:gd name="T103" fmla="*/ 9 h 14"/>
                  <a:gd name="T104" fmla="*/ 5 w 8"/>
                  <a:gd name="T105" fmla="*/ 9 h 14"/>
                  <a:gd name="T106" fmla="*/ 4 w 8"/>
                  <a:gd name="T107" fmla="*/ 9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8" h="14">
                    <a:moveTo>
                      <a:pt x="4" y="2"/>
                    </a:moveTo>
                    <a:cubicBezTo>
                      <a:pt x="4" y="2"/>
                      <a:pt x="4" y="2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4"/>
                      <a:pt x="2" y="4"/>
                      <a:pt x="2" y="5"/>
                    </a:cubicBezTo>
                    <a:cubicBezTo>
                      <a:pt x="2" y="5"/>
                      <a:pt x="2" y="6"/>
                      <a:pt x="2" y="6"/>
                    </a:cubicBezTo>
                    <a:cubicBezTo>
                      <a:pt x="2" y="6"/>
                      <a:pt x="2" y="6"/>
                      <a:pt x="3" y="7"/>
                    </a:cubicBezTo>
                    <a:cubicBezTo>
                      <a:pt x="3" y="7"/>
                      <a:pt x="3" y="7"/>
                      <a:pt x="4" y="7"/>
                    </a:cubicBezTo>
                    <a:cubicBezTo>
                      <a:pt x="4" y="7"/>
                      <a:pt x="4" y="7"/>
                      <a:pt x="5" y="7"/>
                    </a:cubicBezTo>
                    <a:cubicBezTo>
                      <a:pt x="5" y="7"/>
                      <a:pt x="6" y="7"/>
                      <a:pt x="6" y="7"/>
                    </a:cubicBezTo>
                    <a:cubicBezTo>
                      <a:pt x="6" y="6"/>
                      <a:pt x="6" y="6"/>
                      <a:pt x="7" y="6"/>
                    </a:cubicBezTo>
                    <a:cubicBezTo>
                      <a:pt x="7" y="5"/>
                      <a:pt x="7" y="5"/>
                      <a:pt x="7" y="4"/>
                    </a:cubicBezTo>
                    <a:cubicBezTo>
                      <a:pt x="7" y="4"/>
                      <a:pt x="7" y="3"/>
                      <a:pt x="6" y="3"/>
                    </a:cubicBezTo>
                    <a:cubicBezTo>
                      <a:pt x="6" y="3"/>
                      <a:pt x="6" y="3"/>
                      <a:pt x="6" y="2"/>
                    </a:cubicBezTo>
                    <a:cubicBezTo>
                      <a:pt x="5" y="2"/>
                      <a:pt x="5" y="2"/>
                      <a:pt x="4" y="2"/>
                    </a:cubicBezTo>
                    <a:close/>
                    <a:moveTo>
                      <a:pt x="4" y="9"/>
                    </a:moveTo>
                    <a:cubicBezTo>
                      <a:pt x="4" y="9"/>
                      <a:pt x="3" y="9"/>
                      <a:pt x="2" y="9"/>
                    </a:cubicBezTo>
                    <a:cubicBezTo>
                      <a:pt x="2" y="8"/>
                      <a:pt x="1" y="8"/>
                      <a:pt x="1" y="8"/>
                    </a:cubicBezTo>
                    <a:cubicBezTo>
                      <a:pt x="1" y="7"/>
                      <a:pt x="1" y="7"/>
                      <a:pt x="0" y="7"/>
                    </a:cubicBezTo>
                    <a:cubicBezTo>
                      <a:pt x="0" y="6"/>
                      <a:pt x="0" y="6"/>
                      <a:pt x="0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1" y="2"/>
                      <a:pt x="1" y="1"/>
                      <a:pt x="1" y="1"/>
                    </a:cubicBezTo>
                    <a:cubicBezTo>
                      <a:pt x="2" y="1"/>
                      <a:pt x="2" y="0"/>
                      <a:pt x="3" y="0"/>
                    </a:cubicBezTo>
                    <a:cubicBezTo>
                      <a:pt x="3" y="0"/>
                      <a:pt x="4" y="0"/>
                      <a:pt x="4" y="0"/>
                    </a:cubicBezTo>
                    <a:cubicBezTo>
                      <a:pt x="5" y="0"/>
                      <a:pt x="6" y="0"/>
                      <a:pt x="6" y="0"/>
                    </a:cubicBezTo>
                    <a:cubicBezTo>
                      <a:pt x="7" y="1"/>
                      <a:pt x="7" y="1"/>
                      <a:pt x="8" y="2"/>
                    </a:cubicBezTo>
                    <a:cubicBezTo>
                      <a:pt x="8" y="2"/>
                      <a:pt x="8" y="3"/>
                      <a:pt x="8" y="3"/>
                    </a:cubicBezTo>
                    <a:cubicBezTo>
                      <a:pt x="8" y="4"/>
                      <a:pt x="8" y="4"/>
                      <a:pt x="8" y="5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8" y="10"/>
                      <a:pt x="8" y="10"/>
                      <a:pt x="8" y="11"/>
                    </a:cubicBezTo>
                    <a:cubicBezTo>
                      <a:pt x="8" y="11"/>
                      <a:pt x="8" y="11"/>
                      <a:pt x="8" y="12"/>
                    </a:cubicBezTo>
                    <a:cubicBezTo>
                      <a:pt x="8" y="12"/>
                      <a:pt x="8" y="13"/>
                      <a:pt x="8" y="13"/>
                    </a:cubicBezTo>
                    <a:cubicBezTo>
                      <a:pt x="7" y="13"/>
                      <a:pt x="7" y="13"/>
                      <a:pt x="7" y="14"/>
                    </a:cubicBezTo>
                    <a:cubicBezTo>
                      <a:pt x="7" y="14"/>
                      <a:pt x="6" y="14"/>
                      <a:pt x="6" y="14"/>
                    </a:cubicBezTo>
                    <a:cubicBezTo>
                      <a:pt x="5" y="14"/>
                      <a:pt x="5" y="14"/>
                      <a:pt x="4" y="14"/>
                    </a:cubicBezTo>
                    <a:cubicBezTo>
                      <a:pt x="4" y="14"/>
                      <a:pt x="3" y="14"/>
                      <a:pt x="3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2"/>
                      <a:pt x="2" y="12"/>
                      <a:pt x="3" y="12"/>
                    </a:cubicBezTo>
                    <a:cubicBezTo>
                      <a:pt x="3" y="12"/>
                      <a:pt x="3" y="12"/>
                      <a:pt x="4" y="12"/>
                    </a:cubicBezTo>
                    <a:cubicBezTo>
                      <a:pt x="4" y="12"/>
                      <a:pt x="4" y="12"/>
                      <a:pt x="5" y="12"/>
                    </a:cubicBezTo>
                    <a:cubicBezTo>
                      <a:pt x="5" y="12"/>
                      <a:pt x="5" y="12"/>
                      <a:pt x="6" y="12"/>
                    </a:cubicBezTo>
                    <a:cubicBezTo>
                      <a:pt x="6" y="12"/>
                      <a:pt x="6" y="12"/>
                      <a:pt x="6" y="11"/>
                    </a:cubicBezTo>
                    <a:cubicBezTo>
                      <a:pt x="6" y="11"/>
                      <a:pt x="7" y="11"/>
                      <a:pt x="7" y="10"/>
                    </a:cubicBezTo>
                    <a:cubicBezTo>
                      <a:pt x="7" y="10"/>
                      <a:pt x="7" y="10"/>
                      <a:pt x="7" y="9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9"/>
                      <a:pt x="6" y="9"/>
                      <a:pt x="6" y="9"/>
                    </a:cubicBezTo>
                    <a:cubicBezTo>
                      <a:pt x="6" y="9"/>
                      <a:pt x="6" y="9"/>
                      <a:pt x="5" y="9"/>
                    </a:cubicBezTo>
                    <a:cubicBezTo>
                      <a:pt x="5" y="9"/>
                      <a:pt x="5" y="9"/>
                      <a:pt x="4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8" name="iSḷidé">
                <a:extLst>
                  <a:ext uri="{FF2B5EF4-FFF2-40B4-BE49-F238E27FC236}">
                    <a16:creationId xmlns:a16="http://schemas.microsoft.com/office/drawing/2014/main" id="{47D9352D-F8E6-489A-ADC1-2D1AB05280B5}"/>
                  </a:ext>
                </a:extLst>
              </p:cNvPr>
              <p:cNvSpPr/>
              <p:nvPr/>
            </p:nvSpPr>
            <p:spPr bwMode="auto">
              <a:xfrm>
                <a:off x="5164138" y="3586163"/>
                <a:ext cx="30163" cy="46038"/>
              </a:xfrm>
              <a:custGeom>
                <a:avLst/>
                <a:gdLst>
                  <a:gd name="T0" fmla="*/ 1 w 9"/>
                  <a:gd name="T1" fmla="*/ 13 h 14"/>
                  <a:gd name="T2" fmla="*/ 0 w 9"/>
                  <a:gd name="T3" fmla="*/ 12 h 14"/>
                  <a:gd name="T4" fmla="*/ 0 w 9"/>
                  <a:gd name="T5" fmla="*/ 10 h 14"/>
                  <a:gd name="T6" fmla="*/ 0 w 9"/>
                  <a:gd name="T7" fmla="*/ 8 h 14"/>
                  <a:gd name="T8" fmla="*/ 0 w 9"/>
                  <a:gd name="T9" fmla="*/ 6 h 14"/>
                  <a:gd name="T10" fmla="*/ 0 w 9"/>
                  <a:gd name="T11" fmla="*/ 4 h 14"/>
                  <a:gd name="T12" fmla="*/ 0 w 9"/>
                  <a:gd name="T13" fmla="*/ 3 h 14"/>
                  <a:gd name="T14" fmla="*/ 1 w 9"/>
                  <a:gd name="T15" fmla="*/ 1 h 14"/>
                  <a:gd name="T16" fmla="*/ 2 w 9"/>
                  <a:gd name="T17" fmla="*/ 0 h 14"/>
                  <a:gd name="T18" fmla="*/ 4 w 9"/>
                  <a:gd name="T19" fmla="*/ 0 h 14"/>
                  <a:gd name="T20" fmla="*/ 6 w 9"/>
                  <a:gd name="T21" fmla="*/ 0 h 14"/>
                  <a:gd name="T22" fmla="*/ 7 w 9"/>
                  <a:gd name="T23" fmla="*/ 1 h 14"/>
                  <a:gd name="T24" fmla="*/ 8 w 9"/>
                  <a:gd name="T25" fmla="*/ 2 h 14"/>
                  <a:gd name="T26" fmla="*/ 9 w 9"/>
                  <a:gd name="T27" fmla="*/ 4 h 14"/>
                  <a:gd name="T28" fmla="*/ 9 w 9"/>
                  <a:gd name="T29" fmla="*/ 6 h 14"/>
                  <a:gd name="T30" fmla="*/ 9 w 9"/>
                  <a:gd name="T31" fmla="*/ 8 h 14"/>
                  <a:gd name="T32" fmla="*/ 9 w 9"/>
                  <a:gd name="T33" fmla="*/ 9 h 14"/>
                  <a:gd name="T34" fmla="*/ 9 w 9"/>
                  <a:gd name="T35" fmla="*/ 11 h 14"/>
                  <a:gd name="T36" fmla="*/ 8 w 9"/>
                  <a:gd name="T37" fmla="*/ 12 h 14"/>
                  <a:gd name="T38" fmla="*/ 7 w 9"/>
                  <a:gd name="T39" fmla="*/ 13 h 14"/>
                  <a:gd name="T40" fmla="*/ 6 w 9"/>
                  <a:gd name="T41" fmla="*/ 14 h 14"/>
                  <a:gd name="T42" fmla="*/ 4 w 9"/>
                  <a:gd name="T43" fmla="*/ 14 h 14"/>
                  <a:gd name="T44" fmla="*/ 3 w 9"/>
                  <a:gd name="T45" fmla="*/ 14 h 14"/>
                  <a:gd name="T46" fmla="*/ 1 w 9"/>
                  <a:gd name="T47" fmla="*/ 13 h 14"/>
                  <a:gd name="T48" fmla="*/ 7 w 9"/>
                  <a:gd name="T49" fmla="*/ 7 h 14"/>
                  <a:gd name="T50" fmla="*/ 7 w 9"/>
                  <a:gd name="T51" fmla="*/ 5 h 14"/>
                  <a:gd name="T52" fmla="*/ 6 w 9"/>
                  <a:gd name="T53" fmla="*/ 3 h 14"/>
                  <a:gd name="T54" fmla="*/ 5 w 9"/>
                  <a:gd name="T55" fmla="*/ 2 h 14"/>
                  <a:gd name="T56" fmla="*/ 4 w 9"/>
                  <a:gd name="T57" fmla="*/ 2 h 14"/>
                  <a:gd name="T58" fmla="*/ 3 w 9"/>
                  <a:gd name="T59" fmla="*/ 2 h 14"/>
                  <a:gd name="T60" fmla="*/ 2 w 9"/>
                  <a:gd name="T61" fmla="*/ 3 h 14"/>
                  <a:gd name="T62" fmla="*/ 2 w 9"/>
                  <a:gd name="T63" fmla="*/ 5 h 14"/>
                  <a:gd name="T64" fmla="*/ 1 w 9"/>
                  <a:gd name="T65" fmla="*/ 6 h 14"/>
                  <a:gd name="T66" fmla="*/ 1 w 9"/>
                  <a:gd name="T67" fmla="*/ 7 h 14"/>
                  <a:gd name="T68" fmla="*/ 2 w 9"/>
                  <a:gd name="T69" fmla="*/ 10 h 14"/>
                  <a:gd name="T70" fmla="*/ 2 w 9"/>
                  <a:gd name="T71" fmla="*/ 11 h 14"/>
                  <a:gd name="T72" fmla="*/ 3 w 9"/>
                  <a:gd name="T73" fmla="*/ 12 h 14"/>
                  <a:gd name="T74" fmla="*/ 4 w 9"/>
                  <a:gd name="T75" fmla="*/ 12 h 14"/>
                  <a:gd name="T76" fmla="*/ 5 w 9"/>
                  <a:gd name="T77" fmla="*/ 12 h 14"/>
                  <a:gd name="T78" fmla="*/ 6 w 9"/>
                  <a:gd name="T79" fmla="*/ 11 h 14"/>
                  <a:gd name="T80" fmla="*/ 7 w 9"/>
                  <a:gd name="T81" fmla="*/ 10 h 14"/>
                  <a:gd name="T82" fmla="*/ 7 w 9"/>
                  <a:gd name="T83" fmla="*/ 8 h 14"/>
                  <a:gd name="T84" fmla="*/ 7 w 9"/>
                  <a:gd name="T85" fmla="*/ 7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9" h="14">
                    <a:moveTo>
                      <a:pt x="1" y="13"/>
                    </a:moveTo>
                    <a:cubicBezTo>
                      <a:pt x="1" y="13"/>
                      <a:pt x="1" y="12"/>
                      <a:pt x="0" y="12"/>
                    </a:cubicBezTo>
                    <a:cubicBezTo>
                      <a:pt x="0" y="11"/>
                      <a:pt x="0" y="11"/>
                      <a:pt x="0" y="10"/>
                    </a:cubicBezTo>
                    <a:cubicBezTo>
                      <a:pt x="0" y="9"/>
                      <a:pt x="0" y="9"/>
                      <a:pt x="0" y="8"/>
                    </a:cubicBezTo>
                    <a:cubicBezTo>
                      <a:pt x="0" y="7"/>
                      <a:pt x="0" y="6"/>
                      <a:pt x="0" y="6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0" y="4"/>
                      <a:pt x="0" y="3"/>
                      <a:pt x="0" y="3"/>
                    </a:cubicBezTo>
                    <a:cubicBezTo>
                      <a:pt x="1" y="2"/>
                      <a:pt x="1" y="2"/>
                      <a:pt x="1" y="1"/>
                    </a:cubicBezTo>
                    <a:cubicBezTo>
                      <a:pt x="1" y="1"/>
                      <a:pt x="2" y="1"/>
                      <a:pt x="2" y="0"/>
                    </a:cubicBezTo>
                    <a:cubicBezTo>
                      <a:pt x="3" y="0"/>
                      <a:pt x="4" y="0"/>
                      <a:pt x="4" y="0"/>
                    </a:cubicBezTo>
                    <a:cubicBezTo>
                      <a:pt x="5" y="0"/>
                      <a:pt x="5" y="0"/>
                      <a:pt x="6" y="0"/>
                    </a:cubicBezTo>
                    <a:cubicBezTo>
                      <a:pt x="6" y="0"/>
                      <a:pt x="7" y="1"/>
                      <a:pt x="7" y="1"/>
                    </a:cubicBezTo>
                    <a:cubicBezTo>
                      <a:pt x="7" y="1"/>
                      <a:pt x="8" y="2"/>
                      <a:pt x="8" y="2"/>
                    </a:cubicBezTo>
                    <a:cubicBezTo>
                      <a:pt x="8" y="3"/>
                      <a:pt x="9" y="3"/>
                      <a:pt x="9" y="4"/>
                    </a:cubicBezTo>
                    <a:cubicBezTo>
                      <a:pt x="9" y="5"/>
                      <a:pt x="9" y="5"/>
                      <a:pt x="9" y="6"/>
                    </a:cubicBezTo>
                    <a:cubicBezTo>
                      <a:pt x="9" y="6"/>
                      <a:pt x="9" y="7"/>
                      <a:pt x="9" y="8"/>
                    </a:cubicBezTo>
                    <a:cubicBezTo>
                      <a:pt x="9" y="8"/>
                      <a:pt x="9" y="9"/>
                      <a:pt x="9" y="9"/>
                    </a:cubicBezTo>
                    <a:cubicBezTo>
                      <a:pt x="9" y="10"/>
                      <a:pt x="9" y="10"/>
                      <a:pt x="9" y="11"/>
                    </a:cubicBezTo>
                    <a:cubicBezTo>
                      <a:pt x="8" y="11"/>
                      <a:pt x="8" y="12"/>
                      <a:pt x="8" y="12"/>
                    </a:cubicBezTo>
                    <a:cubicBezTo>
                      <a:pt x="8" y="13"/>
                      <a:pt x="7" y="13"/>
                      <a:pt x="7" y="13"/>
                    </a:cubicBezTo>
                    <a:cubicBezTo>
                      <a:pt x="7" y="14"/>
                      <a:pt x="6" y="14"/>
                      <a:pt x="6" y="14"/>
                    </a:cubicBezTo>
                    <a:cubicBezTo>
                      <a:pt x="5" y="14"/>
                      <a:pt x="5" y="14"/>
                      <a:pt x="4" y="14"/>
                    </a:cubicBezTo>
                    <a:cubicBezTo>
                      <a:pt x="4" y="14"/>
                      <a:pt x="3" y="14"/>
                      <a:pt x="3" y="14"/>
                    </a:cubicBezTo>
                    <a:cubicBezTo>
                      <a:pt x="2" y="14"/>
                      <a:pt x="1" y="13"/>
                      <a:pt x="1" y="13"/>
                    </a:cubicBezTo>
                    <a:close/>
                    <a:moveTo>
                      <a:pt x="7" y="7"/>
                    </a:moveTo>
                    <a:cubicBezTo>
                      <a:pt x="7" y="6"/>
                      <a:pt x="7" y="5"/>
                      <a:pt x="7" y="5"/>
                    </a:cubicBezTo>
                    <a:cubicBezTo>
                      <a:pt x="7" y="4"/>
                      <a:pt x="7" y="4"/>
                      <a:pt x="6" y="3"/>
                    </a:cubicBezTo>
                    <a:cubicBezTo>
                      <a:pt x="6" y="3"/>
                      <a:pt x="6" y="3"/>
                      <a:pt x="5" y="2"/>
                    </a:cubicBezTo>
                    <a:cubicBezTo>
                      <a:pt x="5" y="2"/>
                      <a:pt x="5" y="2"/>
                      <a:pt x="4" y="2"/>
                    </a:cubicBezTo>
                    <a:cubicBezTo>
                      <a:pt x="4" y="2"/>
                      <a:pt x="3" y="2"/>
                      <a:pt x="3" y="2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4"/>
                      <a:pt x="2" y="4"/>
                      <a:pt x="2" y="5"/>
                    </a:cubicBezTo>
                    <a:cubicBezTo>
                      <a:pt x="2" y="5"/>
                      <a:pt x="1" y="6"/>
                      <a:pt x="1" y="6"/>
                    </a:cubicBezTo>
                    <a:cubicBezTo>
                      <a:pt x="1" y="6"/>
                      <a:pt x="1" y="7"/>
                      <a:pt x="1" y="7"/>
                    </a:cubicBezTo>
                    <a:cubicBezTo>
                      <a:pt x="1" y="8"/>
                      <a:pt x="1" y="9"/>
                      <a:pt x="2" y="10"/>
                    </a:cubicBezTo>
                    <a:cubicBezTo>
                      <a:pt x="2" y="10"/>
                      <a:pt x="2" y="11"/>
                      <a:pt x="2" y="11"/>
                    </a:cubicBezTo>
                    <a:cubicBezTo>
                      <a:pt x="2" y="12"/>
                      <a:pt x="3" y="12"/>
                      <a:pt x="3" y="12"/>
                    </a:cubicBezTo>
                    <a:cubicBezTo>
                      <a:pt x="3" y="12"/>
                      <a:pt x="4" y="12"/>
                      <a:pt x="4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2"/>
                      <a:pt x="6" y="12"/>
                      <a:pt x="6" y="11"/>
                    </a:cubicBezTo>
                    <a:cubicBezTo>
                      <a:pt x="7" y="11"/>
                      <a:pt x="7" y="10"/>
                      <a:pt x="7" y="10"/>
                    </a:cubicBezTo>
                    <a:cubicBezTo>
                      <a:pt x="7" y="9"/>
                      <a:pt x="7" y="8"/>
                      <a:pt x="7" y="8"/>
                    </a:cubicBezTo>
                    <a:cubicBezTo>
                      <a:pt x="7" y="8"/>
                      <a:pt x="7" y="7"/>
                      <a:pt x="7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7" name="íśľïďê">
              <a:extLst>
                <a:ext uri="{FF2B5EF4-FFF2-40B4-BE49-F238E27FC236}">
                  <a16:creationId xmlns:a16="http://schemas.microsoft.com/office/drawing/2014/main" id="{B1F506E4-E45F-412B-B2C2-FB6FFC8C7544}"/>
                </a:ext>
              </a:extLst>
            </p:cNvPr>
            <p:cNvGrpSpPr/>
            <p:nvPr/>
          </p:nvGrpSpPr>
          <p:grpSpPr>
            <a:xfrm>
              <a:off x="5156287" y="2481344"/>
              <a:ext cx="4169014" cy="1469307"/>
              <a:chOff x="5722938" y="3046413"/>
              <a:chExt cx="1662113" cy="585788"/>
            </a:xfrm>
            <a:grpFill/>
          </p:grpSpPr>
          <p:sp>
            <p:nvSpPr>
              <p:cNvPr id="38" name="îSľíḑè">
                <a:extLst>
                  <a:ext uri="{FF2B5EF4-FFF2-40B4-BE49-F238E27FC236}">
                    <a16:creationId xmlns:a16="http://schemas.microsoft.com/office/drawing/2014/main" id="{583F7C91-B73F-465E-954E-5564DF87A9D1}"/>
                  </a:ext>
                </a:extLst>
              </p:cNvPr>
              <p:cNvSpPr/>
              <p:nvPr/>
            </p:nvSpPr>
            <p:spPr bwMode="auto">
              <a:xfrm>
                <a:off x="7088188" y="3046413"/>
                <a:ext cx="296863" cy="561975"/>
              </a:xfrm>
              <a:custGeom>
                <a:avLst/>
                <a:gdLst>
                  <a:gd name="T0" fmla="*/ 19 w 90"/>
                  <a:gd name="T1" fmla="*/ 151 h 169"/>
                  <a:gd name="T2" fmla="*/ 55 w 90"/>
                  <a:gd name="T3" fmla="*/ 133 h 169"/>
                  <a:gd name="T4" fmla="*/ 43 w 90"/>
                  <a:gd name="T5" fmla="*/ 157 h 169"/>
                  <a:gd name="T6" fmla="*/ 19 w 90"/>
                  <a:gd name="T7" fmla="*/ 151 h 169"/>
                  <a:gd name="T8" fmla="*/ 2 w 90"/>
                  <a:gd name="T9" fmla="*/ 39 h 169"/>
                  <a:gd name="T10" fmla="*/ 3 w 90"/>
                  <a:gd name="T11" fmla="*/ 56 h 169"/>
                  <a:gd name="T12" fmla="*/ 34 w 90"/>
                  <a:gd name="T13" fmla="*/ 32 h 169"/>
                  <a:gd name="T14" fmla="*/ 38 w 90"/>
                  <a:gd name="T15" fmla="*/ 35 h 169"/>
                  <a:gd name="T16" fmla="*/ 47 w 90"/>
                  <a:gd name="T17" fmla="*/ 26 h 169"/>
                  <a:gd name="T18" fmla="*/ 58 w 90"/>
                  <a:gd name="T19" fmla="*/ 16 h 169"/>
                  <a:gd name="T20" fmla="*/ 9 w 90"/>
                  <a:gd name="T21" fmla="*/ 90 h 169"/>
                  <a:gd name="T22" fmla="*/ 9 w 90"/>
                  <a:gd name="T23" fmla="*/ 101 h 169"/>
                  <a:gd name="T24" fmla="*/ 31 w 90"/>
                  <a:gd name="T25" fmla="*/ 89 h 169"/>
                  <a:gd name="T26" fmla="*/ 26 w 90"/>
                  <a:gd name="T27" fmla="*/ 107 h 169"/>
                  <a:gd name="T28" fmla="*/ 30 w 90"/>
                  <a:gd name="T29" fmla="*/ 113 h 169"/>
                  <a:gd name="T30" fmla="*/ 53 w 90"/>
                  <a:gd name="T31" fmla="*/ 118 h 169"/>
                  <a:gd name="T32" fmla="*/ 2 w 90"/>
                  <a:gd name="T33" fmla="*/ 145 h 169"/>
                  <a:gd name="T34" fmla="*/ 48 w 90"/>
                  <a:gd name="T35" fmla="*/ 169 h 169"/>
                  <a:gd name="T36" fmla="*/ 64 w 90"/>
                  <a:gd name="T37" fmla="*/ 130 h 169"/>
                  <a:gd name="T38" fmla="*/ 82 w 90"/>
                  <a:gd name="T39" fmla="*/ 137 h 169"/>
                  <a:gd name="T40" fmla="*/ 90 w 90"/>
                  <a:gd name="T41" fmla="*/ 130 h 169"/>
                  <a:gd name="T42" fmla="*/ 62 w 90"/>
                  <a:gd name="T43" fmla="*/ 119 h 169"/>
                  <a:gd name="T44" fmla="*/ 45 w 90"/>
                  <a:gd name="T45" fmla="*/ 106 h 169"/>
                  <a:gd name="T46" fmla="*/ 47 w 90"/>
                  <a:gd name="T47" fmla="*/ 77 h 169"/>
                  <a:gd name="T48" fmla="*/ 25 w 90"/>
                  <a:gd name="T49" fmla="*/ 82 h 169"/>
                  <a:gd name="T50" fmla="*/ 71 w 90"/>
                  <a:gd name="T51" fmla="*/ 16 h 169"/>
                  <a:gd name="T52" fmla="*/ 59 w 90"/>
                  <a:gd name="T53" fmla="*/ 7 h 169"/>
                  <a:gd name="T54" fmla="*/ 41 w 90"/>
                  <a:gd name="T55" fmla="*/ 21 h 169"/>
                  <a:gd name="T56" fmla="*/ 30 w 90"/>
                  <a:gd name="T57" fmla="*/ 28 h 169"/>
                  <a:gd name="T58" fmla="*/ 17 w 90"/>
                  <a:gd name="T59" fmla="*/ 43 h 169"/>
                  <a:gd name="T60" fmla="*/ 2 w 90"/>
                  <a:gd name="T61" fmla="*/ 39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90" h="169">
                    <a:moveTo>
                      <a:pt x="19" y="151"/>
                    </a:moveTo>
                    <a:cubicBezTo>
                      <a:pt x="19" y="151"/>
                      <a:pt x="41" y="128"/>
                      <a:pt x="55" y="133"/>
                    </a:cubicBezTo>
                    <a:cubicBezTo>
                      <a:pt x="55" y="133"/>
                      <a:pt x="62" y="158"/>
                      <a:pt x="43" y="157"/>
                    </a:cubicBezTo>
                    <a:cubicBezTo>
                      <a:pt x="23" y="155"/>
                      <a:pt x="19" y="151"/>
                      <a:pt x="19" y="151"/>
                    </a:cubicBezTo>
                    <a:close/>
                    <a:moveTo>
                      <a:pt x="2" y="39"/>
                    </a:moveTo>
                    <a:cubicBezTo>
                      <a:pt x="0" y="46"/>
                      <a:pt x="3" y="56"/>
                      <a:pt x="3" y="56"/>
                    </a:cubicBezTo>
                    <a:cubicBezTo>
                      <a:pt x="6" y="75"/>
                      <a:pt x="34" y="32"/>
                      <a:pt x="34" y="32"/>
                    </a:cubicBezTo>
                    <a:cubicBezTo>
                      <a:pt x="35" y="35"/>
                      <a:pt x="38" y="35"/>
                      <a:pt x="38" y="35"/>
                    </a:cubicBezTo>
                    <a:cubicBezTo>
                      <a:pt x="52" y="37"/>
                      <a:pt x="47" y="26"/>
                      <a:pt x="47" y="26"/>
                    </a:cubicBezTo>
                    <a:cubicBezTo>
                      <a:pt x="49" y="21"/>
                      <a:pt x="58" y="16"/>
                      <a:pt x="58" y="16"/>
                    </a:cubicBezTo>
                    <a:cubicBezTo>
                      <a:pt x="44" y="53"/>
                      <a:pt x="9" y="90"/>
                      <a:pt x="9" y="90"/>
                    </a:cubicBezTo>
                    <a:cubicBezTo>
                      <a:pt x="9" y="101"/>
                      <a:pt x="9" y="101"/>
                      <a:pt x="9" y="101"/>
                    </a:cubicBezTo>
                    <a:cubicBezTo>
                      <a:pt x="12" y="114"/>
                      <a:pt x="31" y="89"/>
                      <a:pt x="31" y="89"/>
                    </a:cubicBezTo>
                    <a:cubicBezTo>
                      <a:pt x="26" y="107"/>
                      <a:pt x="26" y="107"/>
                      <a:pt x="26" y="107"/>
                    </a:cubicBezTo>
                    <a:cubicBezTo>
                      <a:pt x="24" y="115"/>
                      <a:pt x="30" y="113"/>
                      <a:pt x="30" y="113"/>
                    </a:cubicBezTo>
                    <a:cubicBezTo>
                      <a:pt x="53" y="112"/>
                      <a:pt x="53" y="118"/>
                      <a:pt x="53" y="118"/>
                    </a:cubicBezTo>
                    <a:cubicBezTo>
                      <a:pt x="12" y="121"/>
                      <a:pt x="2" y="145"/>
                      <a:pt x="2" y="145"/>
                    </a:cubicBezTo>
                    <a:cubicBezTo>
                      <a:pt x="6" y="156"/>
                      <a:pt x="25" y="161"/>
                      <a:pt x="48" y="169"/>
                    </a:cubicBezTo>
                    <a:cubicBezTo>
                      <a:pt x="71" y="168"/>
                      <a:pt x="64" y="130"/>
                      <a:pt x="64" y="130"/>
                    </a:cubicBezTo>
                    <a:cubicBezTo>
                      <a:pt x="79" y="129"/>
                      <a:pt x="82" y="137"/>
                      <a:pt x="82" y="137"/>
                    </a:cubicBezTo>
                    <a:cubicBezTo>
                      <a:pt x="90" y="130"/>
                      <a:pt x="90" y="130"/>
                      <a:pt x="90" y="130"/>
                    </a:cubicBezTo>
                    <a:cubicBezTo>
                      <a:pt x="79" y="115"/>
                      <a:pt x="62" y="119"/>
                      <a:pt x="62" y="119"/>
                    </a:cubicBezTo>
                    <a:cubicBezTo>
                      <a:pt x="60" y="107"/>
                      <a:pt x="45" y="106"/>
                      <a:pt x="45" y="106"/>
                    </a:cubicBezTo>
                    <a:cubicBezTo>
                      <a:pt x="35" y="105"/>
                      <a:pt x="44" y="92"/>
                      <a:pt x="47" y="77"/>
                    </a:cubicBezTo>
                    <a:cubicBezTo>
                      <a:pt x="47" y="64"/>
                      <a:pt x="25" y="82"/>
                      <a:pt x="25" y="82"/>
                    </a:cubicBezTo>
                    <a:cubicBezTo>
                      <a:pt x="43" y="66"/>
                      <a:pt x="66" y="31"/>
                      <a:pt x="71" y="16"/>
                    </a:cubicBezTo>
                    <a:cubicBezTo>
                      <a:pt x="75" y="0"/>
                      <a:pt x="59" y="7"/>
                      <a:pt x="59" y="7"/>
                    </a:cubicBezTo>
                    <a:cubicBezTo>
                      <a:pt x="59" y="7"/>
                      <a:pt x="42" y="20"/>
                      <a:pt x="41" y="21"/>
                    </a:cubicBezTo>
                    <a:cubicBezTo>
                      <a:pt x="32" y="21"/>
                      <a:pt x="30" y="28"/>
                      <a:pt x="30" y="28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7" y="54"/>
                      <a:pt x="2" y="39"/>
                      <a:pt x="2" y="3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9" name="îṥḻîďé">
                <a:extLst>
                  <a:ext uri="{FF2B5EF4-FFF2-40B4-BE49-F238E27FC236}">
                    <a16:creationId xmlns:a16="http://schemas.microsoft.com/office/drawing/2014/main" id="{034632B7-4F2C-48DB-BC75-4D325AECA7E7}"/>
                  </a:ext>
                </a:extLst>
              </p:cNvPr>
              <p:cNvSpPr/>
              <p:nvPr/>
            </p:nvSpPr>
            <p:spPr bwMode="auto">
              <a:xfrm>
                <a:off x="6802438" y="3471863"/>
                <a:ext cx="63500" cy="96838"/>
              </a:xfrm>
              <a:custGeom>
                <a:avLst/>
                <a:gdLst>
                  <a:gd name="T0" fmla="*/ 0 w 19"/>
                  <a:gd name="T1" fmla="*/ 0 h 29"/>
                  <a:gd name="T2" fmla="*/ 1 w 19"/>
                  <a:gd name="T3" fmla="*/ 29 h 29"/>
                  <a:gd name="T4" fmla="*/ 16 w 19"/>
                  <a:gd name="T5" fmla="*/ 13 h 29"/>
                  <a:gd name="T6" fmla="*/ 0 w 19"/>
                  <a:gd name="T7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29">
                    <a:moveTo>
                      <a:pt x="0" y="0"/>
                    </a:moveTo>
                    <a:cubicBezTo>
                      <a:pt x="0" y="0"/>
                      <a:pt x="9" y="19"/>
                      <a:pt x="1" y="29"/>
                    </a:cubicBezTo>
                    <a:cubicBezTo>
                      <a:pt x="1" y="29"/>
                      <a:pt x="13" y="27"/>
                      <a:pt x="16" y="13"/>
                    </a:cubicBezTo>
                    <a:cubicBezTo>
                      <a:pt x="19" y="0"/>
                      <a:pt x="4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iṣľíḍé">
                <a:extLst>
                  <a:ext uri="{FF2B5EF4-FFF2-40B4-BE49-F238E27FC236}">
                    <a16:creationId xmlns:a16="http://schemas.microsoft.com/office/drawing/2014/main" id="{77E427BA-9336-42BA-8F93-AFBE0BC83AD9}"/>
                  </a:ext>
                </a:extLst>
              </p:cNvPr>
              <p:cNvSpPr/>
              <p:nvPr/>
            </p:nvSpPr>
            <p:spPr bwMode="auto">
              <a:xfrm>
                <a:off x="6605588" y="3289301"/>
                <a:ext cx="223838" cy="309563"/>
              </a:xfrm>
              <a:custGeom>
                <a:avLst/>
                <a:gdLst>
                  <a:gd name="T0" fmla="*/ 26 w 68"/>
                  <a:gd name="T1" fmla="*/ 21 h 93"/>
                  <a:gd name="T2" fmla="*/ 30 w 68"/>
                  <a:gd name="T3" fmla="*/ 28 h 93"/>
                  <a:gd name="T4" fmla="*/ 42 w 68"/>
                  <a:gd name="T5" fmla="*/ 18 h 93"/>
                  <a:gd name="T6" fmla="*/ 37 w 68"/>
                  <a:gd name="T7" fmla="*/ 9 h 93"/>
                  <a:gd name="T8" fmla="*/ 46 w 68"/>
                  <a:gd name="T9" fmla="*/ 6 h 93"/>
                  <a:gd name="T10" fmla="*/ 53 w 68"/>
                  <a:gd name="T11" fmla="*/ 12 h 93"/>
                  <a:gd name="T12" fmla="*/ 62 w 68"/>
                  <a:gd name="T13" fmla="*/ 5 h 93"/>
                  <a:gd name="T14" fmla="*/ 68 w 68"/>
                  <a:gd name="T15" fmla="*/ 10 h 93"/>
                  <a:gd name="T16" fmla="*/ 53 w 68"/>
                  <a:gd name="T17" fmla="*/ 25 h 93"/>
                  <a:gd name="T18" fmla="*/ 27 w 68"/>
                  <a:gd name="T19" fmla="*/ 71 h 93"/>
                  <a:gd name="T20" fmla="*/ 0 w 68"/>
                  <a:gd name="T21" fmla="*/ 92 h 93"/>
                  <a:gd name="T22" fmla="*/ 0 w 68"/>
                  <a:gd name="T23" fmla="*/ 89 h 93"/>
                  <a:gd name="T24" fmla="*/ 31 w 68"/>
                  <a:gd name="T25" fmla="*/ 42 h 93"/>
                  <a:gd name="T26" fmla="*/ 21 w 68"/>
                  <a:gd name="T27" fmla="*/ 23 h 93"/>
                  <a:gd name="T28" fmla="*/ 26 w 68"/>
                  <a:gd name="T29" fmla="*/ 2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8" h="93">
                    <a:moveTo>
                      <a:pt x="26" y="21"/>
                    </a:moveTo>
                    <a:cubicBezTo>
                      <a:pt x="26" y="21"/>
                      <a:pt x="21" y="36"/>
                      <a:pt x="30" y="28"/>
                    </a:cubicBezTo>
                    <a:cubicBezTo>
                      <a:pt x="42" y="18"/>
                      <a:pt x="42" y="18"/>
                      <a:pt x="42" y="18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37" y="9"/>
                      <a:pt x="38" y="0"/>
                      <a:pt x="46" y="6"/>
                    </a:cubicBezTo>
                    <a:cubicBezTo>
                      <a:pt x="53" y="12"/>
                      <a:pt x="53" y="12"/>
                      <a:pt x="53" y="12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8" y="10"/>
                      <a:pt x="68" y="10"/>
                      <a:pt x="68" y="10"/>
                    </a:cubicBezTo>
                    <a:cubicBezTo>
                      <a:pt x="53" y="25"/>
                      <a:pt x="53" y="25"/>
                      <a:pt x="53" y="25"/>
                    </a:cubicBezTo>
                    <a:cubicBezTo>
                      <a:pt x="53" y="25"/>
                      <a:pt x="54" y="39"/>
                      <a:pt x="27" y="71"/>
                    </a:cubicBezTo>
                    <a:cubicBezTo>
                      <a:pt x="27" y="71"/>
                      <a:pt x="12" y="93"/>
                      <a:pt x="0" y="92"/>
                    </a:cubicBezTo>
                    <a:cubicBezTo>
                      <a:pt x="0" y="89"/>
                      <a:pt x="0" y="89"/>
                      <a:pt x="0" y="89"/>
                    </a:cubicBezTo>
                    <a:cubicBezTo>
                      <a:pt x="0" y="89"/>
                      <a:pt x="17" y="83"/>
                      <a:pt x="31" y="42"/>
                    </a:cubicBezTo>
                    <a:cubicBezTo>
                      <a:pt x="31" y="42"/>
                      <a:pt x="13" y="49"/>
                      <a:pt x="21" y="23"/>
                    </a:cubicBezTo>
                    <a:cubicBezTo>
                      <a:pt x="21" y="23"/>
                      <a:pt x="22" y="16"/>
                      <a:pt x="26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iSlidé">
                <a:extLst>
                  <a:ext uri="{FF2B5EF4-FFF2-40B4-BE49-F238E27FC236}">
                    <a16:creationId xmlns:a16="http://schemas.microsoft.com/office/drawing/2014/main" id="{8C2EF347-4586-4DCE-BA4E-21E22F7139B9}"/>
                  </a:ext>
                </a:extLst>
              </p:cNvPr>
              <p:cNvSpPr/>
              <p:nvPr/>
            </p:nvSpPr>
            <p:spPr bwMode="auto">
              <a:xfrm>
                <a:off x="6334125" y="3495676"/>
                <a:ext cx="79375" cy="76200"/>
              </a:xfrm>
              <a:custGeom>
                <a:avLst/>
                <a:gdLst>
                  <a:gd name="T0" fmla="*/ 0 w 24"/>
                  <a:gd name="T1" fmla="*/ 4 h 23"/>
                  <a:gd name="T2" fmla="*/ 21 w 24"/>
                  <a:gd name="T3" fmla="*/ 19 h 23"/>
                  <a:gd name="T4" fmla="*/ 18 w 24"/>
                  <a:gd name="T5" fmla="*/ 23 h 23"/>
                  <a:gd name="T6" fmla="*/ 0 w 24"/>
                  <a:gd name="T7" fmla="*/ 4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4" h="23">
                    <a:moveTo>
                      <a:pt x="0" y="4"/>
                    </a:moveTo>
                    <a:cubicBezTo>
                      <a:pt x="0" y="4"/>
                      <a:pt x="24" y="0"/>
                      <a:pt x="21" y="19"/>
                    </a:cubicBezTo>
                    <a:cubicBezTo>
                      <a:pt x="18" y="23"/>
                      <a:pt x="18" y="23"/>
                      <a:pt x="18" y="23"/>
                    </a:cubicBez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2" name="ïśľïdê">
                <a:extLst>
                  <a:ext uri="{FF2B5EF4-FFF2-40B4-BE49-F238E27FC236}">
                    <a16:creationId xmlns:a16="http://schemas.microsoft.com/office/drawing/2014/main" id="{7779A4E8-87D8-4496-A494-674B35972478}"/>
                  </a:ext>
                </a:extLst>
              </p:cNvPr>
              <p:cNvSpPr/>
              <p:nvPr/>
            </p:nvSpPr>
            <p:spPr bwMode="auto">
              <a:xfrm>
                <a:off x="6194425" y="3171826"/>
                <a:ext cx="225425" cy="460375"/>
              </a:xfrm>
              <a:custGeom>
                <a:avLst/>
                <a:gdLst>
                  <a:gd name="T0" fmla="*/ 3 w 68"/>
                  <a:gd name="T1" fmla="*/ 55 h 138"/>
                  <a:gd name="T2" fmla="*/ 24 w 68"/>
                  <a:gd name="T3" fmla="*/ 42 h 138"/>
                  <a:gd name="T4" fmla="*/ 38 w 68"/>
                  <a:gd name="T5" fmla="*/ 1 h 138"/>
                  <a:gd name="T6" fmla="*/ 44 w 68"/>
                  <a:gd name="T7" fmla="*/ 16 h 138"/>
                  <a:gd name="T8" fmla="*/ 37 w 68"/>
                  <a:gd name="T9" fmla="*/ 34 h 138"/>
                  <a:gd name="T10" fmla="*/ 55 w 68"/>
                  <a:gd name="T11" fmla="*/ 12 h 138"/>
                  <a:gd name="T12" fmla="*/ 58 w 68"/>
                  <a:gd name="T13" fmla="*/ 32 h 138"/>
                  <a:gd name="T14" fmla="*/ 24 w 68"/>
                  <a:gd name="T15" fmla="*/ 62 h 138"/>
                  <a:gd name="T16" fmla="*/ 18 w 68"/>
                  <a:gd name="T17" fmla="*/ 92 h 138"/>
                  <a:gd name="T18" fmla="*/ 27 w 68"/>
                  <a:gd name="T19" fmla="*/ 83 h 138"/>
                  <a:gd name="T20" fmla="*/ 34 w 68"/>
                  <a:gd name="T21" fmla="*/ 56 h 138"/>
                  <a:gd name="T22" fmla="*/ 47 w 68"/>
                  <a:gd name="T23" fmla="*/ 76 h 138"/>
                  <a:gd name="T24" fmla="*/ 39 w 68"/>
                  <a:gd name="T25" fmla="*/ 87 h 138"/>
                  <a:gd name="T26" fmla="*/ 40 w 68"/>
                  <a:gd name="T27" fmla="*/ 132 h 138"/>
                  <a:gd name="T28" fmla="*/ 22 w 68"/>
                  <a:gd name="T29" fmla="*/ 120 h 138"/>
                  <a:gd name="T30" fmla="*/ 12 w 68"/>
                  <a:gd name="T31" fmla="*/ 138 h 138"/>
                  <a:gd name="T32" fmla="*/ 2 w 68"/>
                  <a:gd name="T33" fmla="*/ 127 h 138"/>
                  <a:gd name="T34" fmla="*/ 27 w 68"/>
                  <a:gd name="T35" fmla="*/ 102 h 138"/>
                  <a:gd name="T36" fmla="*/ 26 w 68"/>
                  <a:gd name="T37" fmla="*/ 95 h 138"/>
                  <a:gd name="T38" fmla="*/ 15 w 68"/>
                  <a:gd name="T39" fmla="*/ 106 h 138"/>
                  <a:gd name="T40" fmla="*/ 5 w 68"/>
                  <a:gd name="T41" fmla="*/ 98 h 138"/>
                  <a:gd name="T42" fmla="*/ 16 w 68"/>
                  <a:gd name="T43" fmla="*/ 67 h 138"/>
                  <a:gd name="T44" fmla="*/ 3 w 68"/>
                  <a:gd name="T45" fmla="*/ 55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8" h="138">
                    <a:moveTo>
                      <a:pt x="3" y="55"/>
                    </a:moveTo>
                    <a:cubicBezTo>
                      <a:pt x="3" y="55"/>
                      <a:pt x="17" y="58"/>
                      <a:pt x="24" y="42"/>
                    </a:cubicBezTo>
                    <a:cubicBezTo>
                      <a:pt x="24" y="42"/>
                      <a:pt x="38" y="9"/>
                      <a:pt x="38" y="1"/>
                    </a:cubicBezTo>
                    <a:cubicBezTo>
                      <a:pt x="38" y="1"/>
                      <a:pt x="46" y="0"/>
                      <a:pt x="44" y="16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55" y="23"/>
                      <a:pt x="55" y="12"/>
                    </a:cubicBezTo>
                    <a:cubicBezTo>
                      <a:pt x="55" y="12"/>
                      <a:pt x="68" y="10"/>
                      <a:pt x="58" y="32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18" y="92"/>
                      <a:pt x="18" y="92"/>
                      <a:pt x="18" y="92"/>
                    </a:cubicBezTo>
                    <a:cubicBezTo>
                      <a:pt x="27" y="83"/>
                      <a:pt x="27" y="83"/>
                      <a:pt x="27" y="83"/>
                    </a:cubicBezTo>
                    <a:cubicBezTo>
                      <a:pt x="27" y="83"/>
                      <a:pt x="27" y="61"/>
                      <a:pt x="34" y="56"/>
                    </a:cubicBezTo>
                    <a:cubicBezTo>
                      <a:pt x="34" y="56"/>
                      <a:pt x="50" y="55"/>
                      <a:pt x="47" y="76"/>
                    </a:cubicBezTo>
                    <a:cubicBezTo>
                      <a:pt x="47" y="76"/>
                      <a:pt x="42" y="83"/>
                      <a:pt x="39" y="87"/>
                    </a:cubicBezTo>
                    <a:cubicBezTo>
                      <a:pt x="40" y="132"/>
                      <a:pt x="40" y="132"/>
                      <a:pt x="40" y="132"/>
                    </a:cubicBezTo>
                    <a:cubicBezTo>
                      <a:pt x="22" y="120"/>
                      <a:pt x="22" y="120"/>
                      <a:pt x="22" y="120"/>
                    </a:cubicBezTo>
                    <a:cubicBezTo>
                      <a:pt x="12" y="138"/>
                      <a:pt x="12" y="138"/>
                      <a:pt x="12" y="138"/>
                    </a:cubicBezTo>
                    <a:cubicBezTo>
                      <a:pt x="2" y="127"/>
                      <a:pt x="2" y="127"/>
                      <a:pt x="2" y="127"/>
                    </a:cubicBezTo>
                    <a:cubicBezTo>
                      <a:pt x="2" y="127"/>
                      <a:pt x="25" y="114"/>
                      <a:pt x="27" y="102"/>
                    </a:cubicBezTo>
                    <a:cubicBezTo>
                      <a:pt x="26" y="95"/>
                      <a:pt x="26" y="95"/>
                      <a:pt x="26" y="95"/>
                    </a:cubicBezTo>
                    <a:cubicBezTo>
                      <a:pt x="15" y="106"/>
                      <a:pt x="15" y="106"/>
                      <a:pt x="15" y="106"/>
                    </a:cubicBezTo>
                    <a:cubicBezTo>
                      <a:pt x="5" y="98"/>
                      <a:pt x="5" y="98"/>
                      <a:pt x="5" y="98"/>
                    </a:cubicBezTo>
                    <a:cubicBezTo>
                      <a:pt x="16" y="67"/>
                      <a:pt x="16" y="67"/>
                      <a:pt x="16" y="67"/>
                    </a:cubicBezTo>
                    <a:cubicBezTo>
                      <a:pt x="16" y="67"/>
                      <a:pt x="0" y="60"/>
                      <a:pt x="3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3" name="išḷíḍe">
                <a:extLst>
                  <a:ext uri="{FF2B5EF4-FFF2-40B4-BE49-F238E27FC236}">
                    <a16:creationId xmlns:a16="http://schemas.microsoft.com/office/drawing/2014/main" id="{7F476276-FE05-4EBA-9554-25580868476D}"/>
                  </a:ext>
                </a:extLst>
              </p:cNvPr>
              <p:cNvSpPr/>
              <p:nvPr/>
            </p:nvSpPr>
            <p:spPr bwMode="auto">
              <a:xfrm>
                <a:off x="5946775" y="3398838"/>
                <a:ext cx="96838" cy="100013"/>
              </a:xfrm>
              <a:custGeom>
                <a:avLst/>
                <a:gdLst>
                  <a:gd name="T0" fmla="*/ 0 w 29"/>
                  <a:gd name="T1" fmla="*/ 30 h 30"/>
                  <a:gd name="T2" fmla="*/ 14 w 29"/>
                  <a:gd name="T3" fmla="*/ 0 h 30"/>
                  <a:gd name="T4" fmla="*/ 29 w 29"/>
                  <a:gd name="T5" fmla="*/ 14 h 30"/>
                  <a:gd name="T6" fmla="*/ 0 w 29"/>
                  <a:gd name="T7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30">
                    <a:moveTo>
                      <a:pt x="0" y="3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9" y="14"/>
                      <a:pt x="9" y="29"/>
                      <a:pt x="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4" name="îṣḻîḓè">
                <a:extLst>
                  <a:ext uri="{FF2B5EF4-FFF2-40B4-BE49-F238E27FC236}">
                    <a16:creationId xmlns:a16="http://schemas.microsoft.com/office/drawing/2014/main" id="{ACC74B45-02FF-4F34-8E7E-F082B340D77C}"/>
                  </a:ext>
                </a:extLst>
              </p:cNvPr>
              <p:cNvSpPr/>
              <p:nvPr/>
            </p:nvSpPr>
            <p:spPr bwMode="auto">
              <a:xfrm>
                <a:off x="5722938" y="3419476"/>
                <a:ext cx="201613" cy="176213"/>
              </a:xfrm>
              <a:custGeom>
                <a:avLst/>
                <a:gdLst>
                  <a:gd name="T0" fmla="*/ 16 w 61"/>
                  <a:gd name="T1" fmla="*/ 38 h 53"/>
                  <a:gd name="T2" fmla="*/ 59 w 61"/>
                  <a:gd name="T3" fmla="*/ 0 h 53"/>
                  <a:gd name="T4" fmla="*/ 61 w 61"/>
                  <a:gd name="T5" fmla="*/ 4 h 53"/>
                  <a:gd name="T6" fmla="*/ 10 w 61"/>
                  <a:gd name="T7" fmla="*/ 53 h 53"/>
                  <a:gd name="T8" fmla="*/ 0 w 61"/>
                  <a:gd name="T9" fmla="*/ 41 h 53"/>
                  <a:gd name="T10" fmla="*/ 11 w 61"/>
                  <a:gd name="T11" fmla="*/ 8 h 53"/>
                  <a:gd name="T12" fmla="*/ 16 w 61"/>
                  <a:gd name="T13" fmla="*/ 38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1" h="53">
                    <a:moveTo>
                      <a:pt x="16" y="38"/>
                    </a:moveTo>
                    <a:cubicBezTo>
                      <a:pt x="59" y="0"/>
                      <a:pt x="59" y="0"/>
                      <a:pt x="59" y="0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4"/>
                      <a:pt x="40" y="40"/>
                      <a:pt x="10" y="53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1"/>
                      <a:pt x="11" y="18"/>
                      <a:pt x="11" y="8"/>
                    </a:cubicBezTo>
                    <a:cubicBezTo>
                      <a:pt x="11" y="8"/>
                      <a:pt x="27" y="6"/>
                      <a:pt x="16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iṣḷîḓé">
                <a:extLst>
                  <a:ext uri="{FF2B5EF4-FFF2-40B4-BE49-F238E27FC236}">
                    <a16:creationId xmlns:a16="http://schemas.microsoft.com/office/drawing/2014/main" id="{53C94A61-654E-4C9F-B270-BEE5DAF51C27}"/>
                  </a:ext>
                </a:extLst>
              </p:cNvPr>
              <p:cNvSpPr/>
              <p:nvPr/>
            </p:nvSpPr>
            <p:spPr bwMode="auto">
              <a:xfrm>
                <a:off x="5870575" y="3235326"/>
                <a:ext cx="60325" cy="177800"/>
              </a:xfrm>
              <a:custGeom>
                <a:avLst/>
                <a:gdLst>
                  <a:gd name="T0" fmla="*/ 0 w 18"/>
                  <a:gd name="T1" fmla="*/ 51 h 53"/>
                  <a:gd name="T2" fmla="*/ 1 w 18"/>
                  <a:gd name="T3" fmla="*/ 0 h 53"/>
                  <a:gd name="T4" fmla="*/ 15 w 18"/>
                  <a:gd name="T5" fmla="*/ 21 h 53"/>
                  <a:gd name="T6" fmla="*/ 0 w 18"/>
                  <a:gd name="T7" fmla="*/ 51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" h="53">
                    <a:moveTo>
                      <a:pt x="0" y="51"/>
                    </a:moveTo>
                    <a:cubicBezTo>
                      <a:pt x="0" y="51"/>
                      <a:pt x="8" y="16"/>
                      <a:pt x="1" y="0"/>
                    </a:cubicBezTo>
                    <a:cubicBezTo>
                      <a:pt x="1" y="0"/>
                      <a:pt x="18" y="4"/>
                      <a:pt x="15" y="21"/>
                    </a:cubicBezTo>
                    <a:cubicBezTo>
                      <a:pt x="11" y="39"/>
                      <a:pt x="11" y="53"/>
                      <a:pt x="0" y="5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8" name="ïṩ1îḑé">
              <a:extLst>
                <a:ext uri="{FF2B5EF4-FFF2-40B4-BE49-F238E27FC236}">
                  <a16:creationId xmlns:a16="http://schemas.microsoft.com/office/drawing/2014/main" id="{4CF24D40-3498-4DA2-8E14-09580AC415B4}"/>
                </a:ext>
              </a:extLst>
            </p:cNvPr>
            <p:cNvGrpSpPr/>
            <p:nvPr/>
          </p:nvGrpSpPr>
          <p:grpSpPr>
            <a:xfrm>
              <a:off x="5112548" y="4078070"/>
              <a:ext cx="4180976" cy="274494"/>
              <a:chOff x="5705475" y="3682999"/>
              <a:chExt cx="1666875" cy="109436"/>
            </a:xfrm>
            <a:grpFill/>
          </p:grpSpPr>
          <p:sp>
            <p:nvSpPr>
              <p:cNvPr id="19" name="îṣḷidê">
                <a:extLst>
                  <a:ext uri="{FF2B5EF4-FFF2-40B4-BE49-F238E27FC236}">
                    <a16:creationId xmlns:a16="http://schemas.microsoft.com/office/drawing/2014/main" id="{E6464D9B-1147-40C6-99A2-5C95750CB15A}"/>
                  </a:ext>
                </a:extLst>
              </p:cNvPr>
              <p:cNvSpPr/>
              <p:nvPr/>
            </p:nvSpPr>
            <p:spPr bwMode="auto">
              <a:xfrm>
                <a:off x="5705475" y="3683001"/>
                <a:ext cx="63500" cy="92075"/>
              </a:xfrm>
              <a:custGeom>
                <a:avLst/>
                <a:gdLst>
                  <a:gd name="T0" fmla="*/ 19 w 19"/>
                  <a:gd name="T1" fmla="*/ 20 h 28"/>
                  <a:gd name="T2" fmla="*/ 16 w 19"/>
                  <a:gd name="T3" fmla="*/ 25 h 28"/>
                  <a:gd name="T4" fmla="*/ 9 w 19"/>
                  <a:gd name="T5" fmla="*/ 28 h 28"/>
                  <a:gd name="T6" fmla="*/ 2 w 19"/>
                  <a:gd name="T7" fmla="*/ 25 h 28"/>
                  <a:gd name="T8" fmla="*/ 0 w 19"/>
                  <a:gd name="T9" fmla="*/ 20 h 28"/>
                  <a:gd name="T10" fmla="*/ 0 w 19"/>
                  <a:gd name="T11" fmla="*/ 19 h 28"/>
                  <a:gd name="T12" fmla="*/ 4 w 19"/>
                  <a:gd name="T13" fmla="*/ 19 h 28"/>
                  <a:gd name="T14" fmla="*/ 4 w 19"/>
                  <a:gd name="T15" fmla="*/ 20 h 28"/>
                  <a:gd name="T16" fmla="*/ 6 w 19"/>
                  <a:gd name="T17" fmla="*/ 23 h 28"/>
                  <a:gd name="T18" fmla="*/ 9 w 19"/>
                  <a:gd name="T19" fmla="*/ 24 h 28"/>
                  <a:gd name="T20" fmla="*/ 14 w 19"/>
                  <a:gd name="T21" fmla="*/ 23 h 28"/>
                  <a:gd name="T22" fmla="*/ 15 w 19"/>
                  <a:gd name="T23" fmla="*/ 20 h 28"/>
                  <a:gd name="T24" fmla="*/ 13 w 19"/>
                  <a:gd name="T25" fmla="*/ 17 h 28"/>
                  <a:gd name="T26" fmla="*/ 9 w 19"/>
                  <a:gd name="T27" fmla="*/ 14 h 28"/>
                  <a:gd name="T28" fmla="*/ 3 w 19"/>
                  <a:gd name="T29" fmla="*/ 11 h 28"/>
                  <a:gd name="T30" fmla="*/ 1 w 19"/>
                  <a:gd name="T31" fmla="*/ 7 h 28"/>
                  <a:gd name="T32" fmla="*/ 3 w 19"/>
                  <a:gd name="T33" fmla="*/ 2 h 28"/>
                  <a:gd name="T34" fmla="*/ 9 w 19"/>
                  <a:gd name="T35" fmla="*/ 0 h 28"/>
                  <a:gd name="T36" fmla="*/ 16 w 19"/>
                  <a:gd name="T37" fmla="*/ 2 h 28"/>
                  <a:gd name="T38" fmla="*/ 18 w 19"/>
                  <a:gd name="T39" fmla="*/ 7 h 28"/>
                  <a:gd name="T40" fmla="*/ 14 w 19"/>
                  <a:gd name="T41" fmla="*/ 7 h 28"/>
                  <a:gd name="T42" fmla="*/ 13 w 19"/>
                  <a:gd name="T43" fmla="*/ 4 h 28"/>
                  <a:gd name="T44" fmla="*/ 9 w 19"/>
                  <a:gd name="T45" fmla="*/ 3 h 28"/>
                  <a:gd name="T46" fmla="*/ 6 w 19"/>
                  <a:gd name="T47" fmla="*/ 4 h 28"/>
                  <a:gd name="T48" fmla="*/ 5 w 19"/>
                  <a:gd name="T49" fmla="*/ 7 h 28"/>
                  <a:gd name="T50" fmla="*/ 6 w 19"/>
                  <a:gd name="T51" fmla="*/ 9 h 28"/>
                  <a:gd name="T52" fmla="*/ 11 w 19"/>
                  <a:gd name="T53" fmla="*/ 12 h 28"/>
                  <a:gd name="T54" fmla="*/ 17 w 19"/>
                  <a:gd name="T55" fmla="*/ 15 h 28"/>
                  <a:gd name="T56" fmla="*/ 19 w 19"/>
                  <a:gd name="T57" fmla="*/ 2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9" h="28">
                    <a:moveTo>
                      <a:pt x="19" y="20"/>
                    </a:moveTo>
                    <a:cubicBezTo>
                      <a:pt x="19" y="22"/>
                      <a:pt x="18" y="24"/>
                      <a:pt x="16" y="25"/>
                    </a:cubicBezTo>
                    <a:cubicBezTo>
                      <a:pt x="15" y="27"/>
                      <a:pt x="12" y="28"/>
                      <a:pt x="9" y="28"/>
                    </a:cubicBezTo>
                    <a:cubicBezTo>
                      <a:pt x="6" y="28"/>
                      <a:pt x="4" y="27"/>
                      <a:pt x="2" y="25"/>
                    </a:cubicBezTo>
                    <a:cubicBezTo>
                      <a:pt x="1" y="24"/>
                      <a:pt x="0" y="22"/>
                      <a:pt x="0" y="20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4" y="21"/>
                      <a:pt x="5" y="22"/>
                      <a:pt x="6" y="23"/>
                    </a:cubicBezTo>
                    <a:cubicBezTo>
                      <a:pt x="7" y="24"/>
                      <a:pt x="8" y="24"/>
                      <a:pt x="9" y="24"/>
                    </a:cubicBezTo>
                    <a:cubicBezTo>
                      <a:pt x="11" y="24"/>
                      <a:pt x="13" y="24"/>
                      <a:pt x="14" y="23"/>
                    </a:cubicBezTo>
                    <a:cubicBezTo>
                      <a:pt x="15" y="22"/>
                      <a:pt x="15" y="21"/>
                      <a:pt x="15" y="20"/>
                    </a:cubicBezTo>
                    <a:cubicBezTo>
                      <a:pt x="15" y="19"/>
                      <a:pt x="14" y="18"/>
                      <a:pt x="13" y="17"/>
                    </a:cubicBezTo>
                    <a:cubicBezTo>
                      <a:pt x="12" y="16"/>
                      <a:pt x="11" y="15"/>
                      <a:pt x="9" y="14"/>
                    </a:cubicBezTo>
                    <a:cubicBezTo>
                      <a:pt x="6" y="13"/>
                      <a:pt x="4" y="12"/>
                      <a:pt x="3" y="11"/>
                    </a:cubicBezTo>
                    <a:cubicBezTo>
                      <a:pt x="1" y="10"/>
                      <a:pt x="1" y="9"/>
                      <a:pt x="1" y="7"/>
                    </a:cubicBezTo>
                    <a:cubicBezTo>
                      <a:pt x="1" y="5"/>
                      <a:pt x="2" y="3"/>
                      <a:pt x="3" y="2"/>
                    </a:cubicBezTo>
                    <a:cubicBezTo>
                      <a:pt x="5" y="0"/>
                      <a:pt x="7" y="0"/>
                      <a:pt x="9" y="0"/>
                    </a:cubicBezTo>
                    <a:cubicBezTo>
                      <a:pt x="13" y="0"/>
                      <a:pt x="15" y="0"/>
                      <a:pt x="16" y="2"/>
                    </a:cubicBezTo>
                    <a:cubicBezTo>
                      <a:pt x="17" y="4"/>
                      <a:pt x="18" y="5"/>
                      <a:pt x="18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6"/>
                      <a:pt x="14" y="5"/>
                      <a:pt x="13" y="4"/>
                    </a:cubicBezTo>
                    <a:cubicBezTo>
                      <a:pt x="12" y="3"/>
                      <a:pt x="11" y="3"/>
                      <a:pt x="9" y="3"/>
                    </a:cubicBezTo>
                    <a:cubicBezTo>
                      <a:pt x="8" y="3"/>
                      <a:pt x="7" y="3"/>
                      <a:pt x="6" y="4"/>
                    </a:cubicBezTo>
                    <a:cubicBezTo>
                      <a:pt x="5" y="5"/>
                      <a:pt x="5" y="5"/>
                      <a:pt x="5" y="7"/>
                    </a:cubicBezTo>
                    <a:cubicBezTo>
                      <a:pt x="5" y="8"/>
                      <a:pt x="5" y="8"/>
                      <a:pt x="6" y="9"/>
                    </a:cubicBezTo>
                    <a:cubicBezTo>
                      <a:pt x="6" y="10"/>
                      <a:pt x="8" y="11"/>
                      <a:pt x="11" y="12"/>
                    </a:cubicBezTo>
                    <a:cubicBezTo>
                      <a:pt x="13" y="13"/>
                      <a:pt x="15" y="14"/>
                      <a:pt x="17" y="15"/>
                    </a:cubicBezTo>
                    <a:cubicBezTo>
                      <a:pt x="18" y="16"/>
                      <a:pt x="19" y="18"/>
                      <a:pt x="19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0" name="íṣḻïḑè">
                <a:extLst>
                  <a:ext uri="{FF2B5EF4-FFF2-40B4-BE49-F238E27FC236}">
                    <a16:creationId xmlns:a16="http://schemas.microsoft.com/office/drawing/2014/main" id="{E44D0FD8-BA9E-49AA-AB64-A773F84B6898}"/>
                  </a:ext>
                </a:extLst>
              </p:cNvPr>
              <p:cNvSpPr/>
              <p:nvPr/>
            </p:nvSpPr>
            <p:spPr bwMode="auto">
              <a:xfrm>
                <a:off x="5799138" y="3683001"/>
                <a:ext cx="58738" cy="88900"/>
              </a:xfrm>
              <a:custGeom>
                <a:avLst/>
                <a:gdLst>
                  <a:gd name="T0" fmla="*/ 37 w 37"/>
                  <a:gd name="T1" fmla="*/ 56 h 56"/>
                  <a:gd name="T2" fmla="*/ 29 w 37"/>
                  <a:gd name="T3" fmla="*/ 56 h 56"/>
                  <a:gd name="T4" fmla="*/ 29 w 37"/>
                  <a:gd name="T5" fmla="*/ 29 h 56"/>
                  <a:gd name="T6" fmla="*/ 8 w 37"/>
                  <a:gd name="T7" fmla="*/ 29 h 56"/>
                  <a:gd name="T8" fmla="*/ 8 w 37"/>
                  <a:gd name="T9" fmla="*/ 56 h 56"/>
                  <a:gd name="T10" fmla="*/ 0 w 37"/>
                  <a:gd name="T11" fmla="*/ 56 h 56"/>
                  <a:gd name="T12" fmla="*/ 0 w 37"/>
                  <a:gd name="T13" fmla="*/ 0 h 56"/>
                  <a:gd name="T14" fmla="*/ 8 w 37"/>
                  <a:gd name="T15" fmla="*/ 0 h 56"/>
                  <a:gd name="T16" fmla="*/ 8 w 37"/>
                  <a:gd name="T17" fmla="*/ 23 h 56"/>
                  <a:gd name="T18" fmla="*/ 29 w 37"/>
                  <a:gd name="T19" fmla="*/ 23 h 56"/>
                  <a:gd name="T20" fmla="*/ 29 w 37"/>
                  <a:gd name="T21" fmla="*/ 0 h 56"/>
                  <a:gd name="T22" fmla="*/ 37 w 37"/>
                  <a:gd name="T23" fmla="*/ 0 h 56"/>
                  <a:gd name="T24" fmla="*/ 37 w 37"/>
                  <a:gd name="T25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7" h="56">
                    <a:moveTo>
                      <a:pt x="37" y="56"/>
                    </a:moveTo>
                    <a:lnTo>
                      <a:pt x="29" y="56"/>
                    </a:lnTo>
                    <a:lnTo>
                      <a:pt x="29" y="29"/>
                    </a:lnTo>
                    <a:lnTo>
                      <a:pt x="8" y="29"/>
                    </a:lnTo>
                    <a:lnTo>
                      <a:pt x="8" y="56"/>
                    </a:lnTo>
                    <a:lnTo>
                      <a:pt x="0" y="56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8" y="23"/>
                    </a:lnTo>
                    <a:lnTo>
                      <a:pt x="29" y="23"/>
                    </a:lnTo>
                    <a:lnTo>
                      <a:pt x="29" y="0"/>
                    </a:lnTo>
                    <a:lnTo>
                      <a:pt x="37" y="0"/>
                    </a:lnTo>
                    <a:lnTo>
                      <a:pt x="37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1" name="iṧľiḍe">
                <a:extLst>
                  <a:ext uri="{FF2B5EF4-FFF2-40B4-BE49-F238E27FC236}">
                    <a16:creationId xmlns:a16="http://schemas.microsoft.com/office/drawing/2014/main" id="{49DDBFDB-335B-4325-AF48-5124B9B83624}"/>
                  </a:ext>
                </a:extLst>
              </p:cNvPr>
              <p:cNvSpPr/>
              <p:nvPr/>
            </p:nvSpPr>
            <p:spPr bwMode="auto">
              <a:xfrm>
                <a:off x="5884863" y="3683001"/>
                <a:ext cx="68263" cy="88900"/>
              </a:xfrm>
              <a:custGeom>
                <a:avLst/>
                <a:gdLst>
                  <a:gd name="T0" fmla="*/ 43 w 43"/>
                  <a:gd name="T1" fmla="*/ 56 h 56"/>
                  <a:gd name="T2" fmla="*/ 35 w 43"/>
                  <a:gd name="T3" fmla="*/ 56 h 56"/>
                  <a:gd name="T4" fmla="*/ 29 w 43"/>
                  <a:gd name="T5" fmla="*/ 40 h 56"/>
                  <a:gd name="T6" fmla="*/ 14 w 43"/>
                  <a:gd name="T7" fmla="*/ 40 h 56"/>
                  <a:gd name="T8" fmla="*/ 8 w 43"/>
                  <a:gd name="T9" fmla="*/ 56 h 56"/>
                  <a:gd name="T10" fmla="*/ 0 w 43"/>
                  <a:gd name="T11" fmla="*/ 56 h 56"/>
                  <a:gd name="T12" fmla="*/ 18 w 43"/>
                  <a:gd name="T13" fmla="*/ 0 h 56"/>
                  <a:gd name="T14" fmla="*/ 25 w 43"/>
                  <a:gd name="T15" fmla="*/ 0 h 56"/>
                  <a:gd name="T16" fmla="*/ 43 w 43"/>
                  <a:gd name="T17" fmla="*/ 56 h 56"/>
                  <a:gd name="T18" fmla="*/ 43 w 43"/>
                  <a:gd name="T19" fmla="*/ 56 h 56"/>
                  <a:gd name="T20" fmla="*/ 27 w 43"/>
                  <a:gd name="T21" fmla="*/ 33 h 56"/>
                  <a:gd name="T22" fmla="*/ 23 w 43"/>
                  <a:gd name="T23" fmla="*/ 12 h 56"/>
                  <a:gd name="T24" fmla="*/ 21 w 43"/>
                  <a:gd name="T25" fmla="*/ 12 h 56"/>
                  <a:gd name="T26" fmla="*/ 14 w 43"/>
                  <a:gd name="T27" fmla="*/ 33 h 56"/>
                  <a:gd name="T28" fmla="*/ 27 w 43"/>
                  <a:gd name="T29" fmla="*/ 33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3" h="56">
                    <a:moveTo>
                      <a:pt x="43" y="56"/>
                    </a:moveTo>
                    <a:lnTo>
                      <a:pt x="35" y="56"/>
                    </a:lnTo>
                    <a:lnTo>
                      <a:pt x="29" y="40"/>
                    </a:lnTo>
                    <a:lnTo>
                      <a:pt x="14" y="40"/>
                    </a:lnTo>
                    <a:lnTo>
                      <a:pt x="8" y="56"/>
                    </a:lnTo>
                    <a:lnTo>
                      <a:pt x="0" y="56"/>
                    </a:lnTo>
                    <a:lnTo>
                      <a:pt x="18" y="0"/>
                    </a:lnTo>
                    <a:lnTo>
                      <a:pt x="25" y="0"/>
                    </a:lnTo>
                    <a:lnTo>
                      <a:pt x="43" y="56"/>
                    </a:lnTo>
                    <a:lnTo>
                      <a:pt x="43" y="56"/>
                    </a:lnTo>
                    <a:close/>
                    <a:moveTo>
                      <a:pt x="27" y="33"/>
                    </a:moveTo>
                    <a:lnTo>
                      <a:pt x="23" y="12"/>
                    </a:lnTo>
                    <a:lnTo>
                      <a:pt x="21" y="12"/>
                    </a:lnTo>
                    <a:lnTo>
                      <a:pt x="14" y="33"/>
                    </a:lnTo>
                    <a:lnTo>
                      <a:pt x="27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ïšliḓê">
                <a:extLst>
                  <a:ext uri="{FF2B5EF4-FFF2-40B4-BE49-F238E27FC236}">
                    <a16:creationId xmlns:a16="http://schemas.microsoft.com/office/drawing/2014/main" id="{5AFF4B30-CA81-40C2-8373-09C2BF4F3143}"/>
                  </a:ext>
                </a:extLst>
              </p:cNvPr>
              <p:cNvSpPr/>
              <p:nvPr/>
            </p:nvSpPr>
            <p:spPr bwMode="auto">
              <a:xfrm>
                <a:off x="5976938" y="3683001"/>
                <a:ext cx="63500" cy="88900"/>
              </a:xfrm>
              <a:custGeom>
                <a:avLst/>
                <a:gdLst>
                  <a:gd name="T0" fmla="*/ 40 w 40"/>
                  <a:gd name="T1" fmla="*/ 56 h 56"/>
                  <a:gd name="T2" fmla="*/ 29 w 40"/>
                  <a:gd name="T3" fmla="*/ 56 h 56"/>
                  <a:gd name="T4" fmla="*/ 10 w 40"/>
                  <a:gd name="T5" fmla="*/ 14 h 56"/>
                  <a:gd name="T6" fmla="*/ 8 w 40"/>
                  <a:gd name="T7" fmla="*/ 14 h 56"/>
                  <a:gd name="T8" fmla="*/ 8 w 40"/>
                  <a:gd name="T9" fmla="*/ 56 h 56"/>
                  <a:gd name="T10" fmla="*/ 0 w 40"/>
                  <a:gd name="T11" fmla="*/ 56 h 56"/>
                  <a:gd name="T12" fmla="*/ 0 w 40"/>
                  <a:gd name="T13" fmla="*/ 0 h 56"/>
                  <a:gd name="T14" fmla="*/ 10 w 40"/>
                  <a:gd name="T15" fmla="*/ 0 h 56"/>
                  <a:gd name="T16" fmla="*/ 31 w 40"/>
                  <a:gd name="T17" fmla="*/ 42 h 56"/>
                  <a:gd name="T18" fmla="*/ 31 w 40"/>
                  <a:gd name="T19" fmla="*/ 42 h 56"/>
                  <a:gd name="T20" fmla="*/ 31 w 40"/>
                  <a:gd name="T21" fmla="*/ 0 h 56"/>
                  <a:gd name="T22" fmla="*/ 40 w 40"/>
                  <a:gd name="T23" fmla="*/ 0 h 56"/>
                  <a:gd name="T24" fmla="*/ 40 w 40"/>
                  <a:gd name="T25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0" h="56">
                    <a:moveTo>
                      <a:pt x="40" y="56"/>
                    </a:moveTo>
                    <a:lnTo>
                      <a:pt x="29" y="56"/>
                    </a:lnTo>
                    <a:lnTo>
                      <a:pt x="10" y="14"/>
                    </a:lnTo>
                    <a:lnTo>
                      <a:pt x="8" y="14"/>
                    </a:lnTo>
                    <a:lnTo>
                      <a:pt x="8" y="56"/>
                    </a:lnTo>
                    <a:lnTo>
                      <a:pt x="0" y="56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31" y="42"/>
                    </a:lnTo>
                    <a:lnTo>
                      <a:pt x="31" y="42"/>
                    </a:lnTo>
                    <a:lnTo>
                      <a:pt x="31" y="0"/>
                    </a:lnTo>
                    <a:lnTo>
                      <a:pt x="40" y="0"/>
                    </a:lnTo>
                    <a:lnTo>
                      <a:pt x="40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3" name="îṥlïďé">
                <a:extLst>
                  <a:ext uri="{FF2B5EF4-FFF2-40B4-BE49-F238E27FC236}">
                    <a16:creationId xmlns:a16="http://schemas.microsoft.com/office/drawing/2014/main" id="{D7F513DE-5227-4385-913C-FD94A6A110D4}"/>
                  </a:ext>
                </a:extLst>
              </p:cNvPr>
              <p:cNvSpPr/>
              <p:nvPr/>
            </p:nvSpPr>
            <p:spPr bwMode="auto">
              <a:xfrm>
                <a:off x="6069014" y="3682999"/>
                <a:ext cx="95855" cy="109436"/>
              </a:xfrm>
              <a:custGeom>
                <a:avLst/>
                <a:gdLst>
                  <a:gd name="T0" fmla="*/ 19 w 19"/>
                  <a:gd name="T1" fmla="*/ 14 h 27"/>
                  <a:gd name="T2" fmla="*/ 15 w 19"/>
                  <a:gd name="T3" fmla="*/ 24 h 27"/>
                  <a:gd name="T4" fmla="*/ 6 w 19"/>
                  <a:gd name="T5" fmla="*/ 27 h 27"/>
                  <a:gd name="T6" fmla="*/ 0 w 19"/>
                  <a:gd name="T7" fmla="*/ 27 h 27"/>
                  <a:gd name="T8" fmla="*/ 0 w 19"/>
                  <a:gd name="T9" fmla="*/ 0 h 27"/>
                  <a:gd name="T10" fmla="*/ 6 w 19"/>
                  <a:gd name="T11" fmla="*/ 0 h 27"/>
                  <a:gd name="T12" fmla="*/ 16 w 19"/>
                  <a:gd name="T13" fmla="*/ 3 h 27"/>
                  <a:gd name="T14" fmla="*/ 19 w 19"/>
                  <a:gd name="T15" fmla="*/ 14 h 27"/>
                  <a:gd name="T16" fmla="*/ 15 w 19"/>
                  <a:gd name="T17" fmla="*/ 14 h 27"/>
                  <a:gd name="T18" fmla="*/ 12 w 19"/>
                  <a:gd name="T19" fmla="*/ 5 h 27"/>
                  <a:gd name="T20" fmla="*/ 6 w 19"/>
                  <a:gd name="T21" fmla="*/ 3 h 27"/>
                  <a:gd name="T22" fmla="*/ 4 w 19"/>
                  <a:gd name="T23" fmla="*/ 3 h 27"/>
                  <a:gd name="T24" fmla="*/ 4 w 19"/>
                  <a:gd name="T25" fmla="*/ 24 h 27"/>
                  <a:gd name="T26" fmla="*/ 6 w 19"/>
                  <a:gd name="T27" fmla="*/ 24 h 27"/>
                  <a:gd name="T28" fmla="*/ 12 w 19"/>
                  <a:gd name="T29" fmla="*/ 22 h 27"/>
                  <a:gd name="T30" fmla="*/ 15 w 19"/>
                  <a:gd name="T3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9" h="27">
                    <a:moveTo>
                      <a:pt x="19" y="14"/>
                    </a:moveTo>
                    <a:cubicBezTo>
                      <a:pt x="19" y="19"/>
                      <a:pt x="18" y="22"/>
                      <a:pt x="15" y="24"/>
                    </a:cubicBezTo>
                    <a:cubicBezTo>
                      <a:pt x="13" y="26"/>
                      <a:pt x="10" y="27"/>
                      <a:pt x="6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10" y="0"/>
                      <a:pt x="14" y="1"/>
                      <a:pt x="16" y="3"/>
                    </a:cubicBezTo>
                    <a:cubicBezTo>
                      <a:pt x="18" y="5"/>
                      <a:pt x="19" y="9"/>
                      <a:pt x="19" y="14"/>
                    </a:cubicBezTo>
                    <a:close/>
                    <a:moveTo>
                      <a:pt x="15" y="14"/>
                    </a:moveTo>
                    <a:cubicBezTo>
                      <a:pt x="15" y="10"/>
                      <a:pt x="14" y="7"/>
                      <a:pt x="12" y="5"/>
                    </a:cubicBezTo>
                    <a:cubicBezTo>
                      <a:pt x="11" y="4"/>
                      <a:pt x="9" y="3"/>
                      <a:pt x="6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9" y="24"/>
                      <a:pt x="11" y="23"/>
                      <a:pt x="12" y="22"/>
                    </a:cubicBezTo>
                    <a:cubicBezTo>
                      <a:pt x="14" y="20"/>
                      <a:pt x="15" y="18"/>
                      <a:pt x="15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ï$ľîḋè">
                <a:extLst>
                  <a:ext uri="{FF2B5EF4-FFF2-40B4-BE49-F238E27FC236}">
                    <a16:creationId xmlns:a16="http://schemas.microsoft.com/office/drawing/2014/main" id="{2E2CDD4D-8BA3-4E03-AC3E-820CD74F1660}"/>
                  </a:ext>
                </a:extLst>
              </p:cNvPr>
              <p:cNvSpPr/>
              <p:nvPr/>
            </p:nvSpPr>
            <p:spPr bwMode="auto">
              <a:xfrm>
                <a:off x="6157913" y="3683001"/>
                <a:ext cx="66675" cy="92075"/>
              </a:xfrm>
              <a:custGeom>
                <a:avLst/>
                <a:gdLst>
                  <a:gd name="T0" fmla="*/ 20 w 20"/>
                  <a:gd name="T1" fmla="*/ 13 h 28"/>
                  <a:gd name="T2" fmla="*/ 17 w 20"/>
                  <a:gd name="T3" fmla="*/ 24 h 28"/>
                  <a:gd name="T4" fmla="*/ 10 w 20"/>
                  <a:gd name="T5" fmla="*/ 28 h 28"/>
                  <a:gd name="T6" fmla="*/ 2 w 20"/>
                  <a:gd name="T7" fmla="*/ 24 h 28"/>
                  <a:gd name="T8" fmla="*/ 0 w 20"/>
                  <a:gd name="T9" fmla="*/ 13 h 28"/>
                  <a:gd name="T10" fmla="*/ 2 w 20"/>
                  <a:gd name="T11" fmla="*/ 3 h 28"/>
                  <a:gd name="T12" fmla="*/ 10 w 20"/>
                  <a:gd name="T13" fmla="*/ 0 h 28"/>
                  <a:gd name="T14" fmla="*/ 17 w 20"/>
                  <a:gd name="T15" fmla="*/ 3 h 28"/>
                  <a:gd name="T16" fmla="*/ 20 w 20"/>
                  <a:gd name="T17" fmla="*/ 13 h 28"/>
                  <a:gd name="T18" fmla="*/ 15 w 20"/>
                  <a:gd name="T19" fmla="*/ 13 h 28"/>
                  <a:gd name="T20" fmla="*/ 14 w 20"/>
                  <a:gd name="T21" fmla="*/ 5 h 28"/>
                  <a:gd name="T22" fmla="*/ 10 w 20"/>
                  <a:gd name="T23" fmla="*/ 3 h 28"/>
                  <a:gd name="T24" fmla="*/ 6 w 20"/>
                  <a:gd name="T25" fmla="*/ 5 h 28"/>
                  <a:gd name="T26" fmla="*/ 4 w 20"/>
                  <a:gd name="T27" fmla="*/ 13 h 28"/>
                  <a:gd name="T28" fmla="*/ 6 w 20"/>
                  <a:gd name="T29" fmla="*/ 22 h 28"/>
                  <a:gd name="T30" fmla="*/ 10 w 20"/>
                  <a:gd name="T31" fmla="*/ 24 h 28"/>
                  <a:gd name="T32" fmla="*/ 14 w 20"/>
                  <a:gd name="T33" fmla="*/ 22 h 28"/>
                  <a:gd name="T34" fmla="*/ 15 w 20"/>
                  <a:gd name="T35" fmla="*/ 13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0" h="28">
                    <a:moveTo>
                      <a:pt x="20" y="13"/>
                    </a:moveTo>
                    <a:cubicBezTo>
                      <a:pt x="20" y="18"/>
                      <a:pt x="19" y="22"/>
                      <a:pt x="17" y="24"/>
                    </a:cubicBezTo>
                    <a:cubicBezTo>
                      <a:pt x="15" y="26"/>
                      <a:pt x="13" y="28"/>
                      <a:pt x="10" y="28"/>
                    </a:cubicBezTo>
                    <a:cubicBezTo>
                      <a:pt x="7" y="28"/>
                      <a:pt x="4" y="26"/>
                      <a:pt x="2" y="24"/>
                    </a:cubicBezTo>
                    <a:cubicBezTo>
                      <a:pt x="1" y="22"/>
                      <a:pt x="0" y="18"/>
                      <a:pt x="0" y="13"/>
                    </a:cubicBezTo>
                    <a:cubicBezTo>
                      <a:pt x="0" y="8"/>
                      <a:pt x="1" y="5"/>
                      <a:pt x="2" y="3"/>
                    </a:cubicBezTo>
                    <a:cubicBezTo>
                      <a:pt x="4" y="1"/>
                      <a:pt x="7" y="0"/>
                      <a:pt x="10" y="0"/>
                    </a:cubicBezTo>
                    <a:cubicBezTo>
                      <a:pt x="13" y="0"/>
                      <a:pt x="15" y="1"/>
                      <a:pt x="17" y="3"/>
                    </a:cubicBezTo>
                    <a:cubicBezTo>
                      <a:pt x="19" y="5"/>
                      <a:pt x="20" y="8"/>
                      <a:pt x="20" y="13"/>
                    </a:cubicBezTo>
                    <a:close/>
                    <a:moveTo>
                      <a:pt x="15" y="13"/>
                    </a:moveTo>
                    <a:cubicBezTo>
                      <a:pt x="15" y="9"/>
                      <a:pt x="15" y="6"/>
                      <a:pt x="14" y="5"/>
                    </a:cubicBezTo>
                    <a:cubicBezTo>
                      <a:pt x="13" y="3"/>
                      <a:pt x="11" y="3"/>
                      <a:pt x="10" y="3"/>
                    </a:cubicBezTo>
                    <a:cubicBezTo>
                      <a:pt x="8" y="3"/>
                      <a:pt x="7" y="3"/>
                      <a:pt x="6" y="5"/>
                    </a:cubicBezTo>
                    <a:cubicBezTo>
                      <a:pt x="5" y="6"/>
                      <a:pt x="4" y="9"/>
                      <a:pt x="4" y="13"/>
                    </a:cubicBezTo>
                    <a:cubicBezTo>
                      <a:pt x="4" y="18"/>
                      <a:pt x="5" y="21"/>
                      <a:pt x="6" y="22"/>
                    </a:cubicBezTo>
                    <a:cubicBezTo>
                      <a:pt x="7" y="24"/>
                      <a:pt x="8" y="24"/>
                      <a:pt x="10" y="24"/>
                    </a:cubicBezTo>
                    <a:cubicBezTo>
                      <a:pt x="11" y="24"/>
                      <a:pt x="13" y="24"/>
                      <a:pt x="14" y="22"/>
                    </a:cubicBezTo>
                    <a:cubicBezTo>
                      <a:pt x="15" y="21"/>
                      <a:pt x="15" y="18"/>
                      <a:pt x="1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išḷîďê">
                <a:extLst>
                  <a:ext uri="{FF2B5EF4-FFF2-40B4-BE49-F238E27FC236}">
                    <a16:creationId xmlns:a16="http://schemas.microsoft.com/office/drawing/2014/main" id="{8A1CCE4A-15DD-4C42-8513-D9535FDDF03C}"/>
                  </a:ext>
                </a:extLst>
              </p:cNvPr>
              <p:cNvSpPr/>
              <p:nvPr/>
            </p:nvSpPr>
            <p:spPr bwMode="auto">
              <a:xfrm>
                <a:off x="6251575" y="3683001"/>
                <a:ext cx="58738" cy="88900"/>
              </a:xfrm>
              <a:custGeom>
                <a:avLst/>
                <a:gdLst>
                  <a:gd name="T0" fmla="*/ 37 w 37"/>
                  <a:gd name="T1" fmla="*/ 56 h 56"/>
                  <a:gd name="T2" fmla="*/ 29 w 37"/>
                  <a:gd name="T3" fmla="*/ 56 h 56"/>
                  <a:gd name="T4" fmla="*/ 8 w 37"/>
                  <a:gd name="T5" fmla="*/ 14 h 56"/>
                  <a:gd name="T6" fmla="*/ 8 w 37"/>
                  <a:gd name="T7" fmla="*/ 14 h 56"/>
                  <a:gd name="T8" fmla="*/ 8 w 37"/>
                  <a:gd name="T9" fmla="*/ 56 h 56"/>
                  <a:gd name="T10" fmla="*/ 0 w 37"/>
                  <a:gd name="T11" fmla="*/ 56 h 56"/>
                  <a:gd name="T12" fmla="*/ 0 w 37"/>
                  <a:gd name="T13" fmla="*/ 0 h 56"/>
                  <a:gd name="T14" fmla="*/ 8 w 37"/>
                  <a:gd name="T15" fmla="*/ 0 h 56"/>
                  <a:gd name="T16" fmla="*/ 29 w 37"/>
                  <a:gd name="T17" fmla="*/ 42 h 56"/>
                  <a:gd name="T18" fmla="*/ 29 w 37"/>
                  <a:gd name="T19" fmla="*/ 42 h 56"/>
                  <a:gd name="T20" fmla="*/ 29 w 37"/>
                  <a:gd name="T21" fmla="*/ 0 h 56"/>
                  <a:gd name="T22" fmla="*/ 37 w 37"/>
                  <a:gd name="T23" fmla="*/ 0 h 56"/>
                  <a:gd name="T24" fmla="*/ 37 w 37"/>
                  <a:gd name="T25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7" h="56">
                    <a:moveTo>
                      <a:pt x="37" y="56"/>
                    </a:moveTo>
                    <a:lnTo>
                      <a:pt x="29" y="56"/>
                    </a:lnTo>
                    <a:lnTo>
                      <a:pt x="8" y="14"/>
                    </a:lnTo>
                    <a:lnTo>
                      <a:pt x="8" y="14"/>
                    </a:lnTo>
                    <a:lnTo>
                      <a:pt x="8" y="56"/>
                    </a:lnTo>
                    <a:lnTo>
                      <a:pt x="0" y="56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29" y="42"/>
                    </a:lnTo>
                    <a:lnTo>
                      <a:pt x="29" y="42"/>
                    </a:lnTo>
                    <a:lnTo>
                      <a:pt x="29" y="0"/>
                    </a:lnTo>
                    <a:lnTo>
                      <a:pt x="37" y="0"/>
                    </a:lnTo>
                    <a:lnTo>
                      <a:pt x="37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íŝḻîḑê">
                <a:extLst>
                  <a:ext uri="{FF2B5EF4-FFF2-40B4-BE49-F238E27FC236}">
                    <a16:creationId xmlns:a16="http://schemas.microsoft.com/office/drawing/2014/main" id="{971CEEAB-A34D-47A0-AD83-73613FE91380}"/>
                  </a:ext>
                </a:extLst>
              </p:cNvPr>
              <p:cNvSpPr/>
              <p:nvPr/>
            </p:nvSpPr>
            <p:spPr bwMode="auto">
              <a:xfrm>
                <a:off x="6340475" y="3683001"/>
                <a:ext cx="63500" cy="92075"/>
              </a:xfrm>
              <a:custGeom>
                <a:avLst/>
                <a:gdLst>
                  <a:gd name="T0" fmla="*/ 19 w 19"/>
                  <a:gd name="T1" fmla="*/ 28 h 28"/>
                  <a:gd name="T2" fmla="*/ 16 w 19"/>
                  <a:gd name="T3" fmla="*/ 28 h 28"/>
                  <a:gd name="T4" fmla="*/ 15 w 19"/>
                  <a:gd name="T5" fmla="*/ 25 h 28"/>
                  <a:gd name="T6" fmla="*/ 13 w 19"/>
                  <a:gd name="T7" fmla="*/ 27 h 28"/>
                  <a:gd name="T8" fmla="*/ 10 w 19"/>
                  <a:gd name="T9" fmla="*/ 28 h 28"/>
                  <a:gd name="T10" fmla="*/ 3 w 19"/>
                  <a:gd name="T11" fmla="*/ 24 h 28"/>
                  <a:gd name="T12" fmla="*/ 0 w 19"/>
                  <a:gd name="T13" fmla="*/ 14 h 28"/>
                  <a:gd name="T14" fmla="*/ 3 w 19"/>
                  <a:gd name="T15" fmla="*/ 3 h 28"/>
                  <a:gd name="T16" fmla="*/ 10 w 19"/>
                  <a:gd name="T17" fmla="*/ 0 h 28"/>
                  <a:gd name="T18" fmla="*/ 16 w 19"/>
                  <a:gd name="T19" fmla="*/ 2 h 28"/>
                  <a:gd name="T20" fmla="*/ 19 w 19"/>
                  <a:gd name="T21" fmla="*/ 9 h 28"/>
                  <a:gd name="T22" fmla="*/ 15 w 19"/>
                  <a:gd name="T23" fmla="*/ 9 h 28"/>
                  <a:gd name="T24" fmla="*/ 13 w 19"/>
                  <a:gd name="T25" fmla="*/ 4 h 28"/>
                  <a:gd name="T26" fmla="*/ 10 w 19"/>
                  <a:gd name="T27" fmla="*/ 3 h 28"/>
                  <a:gd name="T28" fmla="*/ 6 w 19"/>
                  <a:gd name="T29" fmla="*/ 5 h 28"/>
                  <a:gd name="T30" fmla="*/ 4 w 19"/>
                  <a:gd name="T31" fmla="*/ 14 h 28"/>
                  <a:gd name="T32" fmla="*/ 6 w 19"/>
                  <a:gd name="T33" fmla="*/ 22 h 28"/>
                  <a:gd name="T34" fmla="*/ 10 w 19"/>
                  <a:gd name="T35" fmla="*/ 24 h 28"/>
                  <a:gd name="T36" fmla="*/ 14 w 19"/>
                  <a:gd name="T37" fmla="*/ 23 h 28"/>
                  <a:gd name="T38" fmla="*/ 15 w 19"/>
                  <a:gd name="T39" fmla="*/ 18 h 28"/>
                  <a:gd name="T40" fmla="*/ 15 w 19"/>
                  <a:gd name="T41" fmla="*/ 17 h 28"/>
                  <a:gd name="T42" fmla="*/ 10 w 19"/>
                  <a:gd name="T43" fmla="*/ 17 h 28"/>
                  <a:gd name="T44" fmla="*/ 10 w 19"/>
                  <a:gd name="T45" fmla="*/ 13 h 28"/>
                  <a:gd name="T46" fmla="*/ 19 w 19"/>
                  <a:gd name="T47" fmla="*/ 13 h 28"/>
                  <a:gd name="T48" fmla="*/ 19 w 19"/>
                  <a:gd name="T49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9" h="28">
                    <a:moveTo>
                      <a:pt x="19" y="28"/>
                    </a:moveTo>
                    <a:cubicBezTo>
                      <a:pt x="16" y="28"/>
                      <a:pt x="16" y="28"/>
                      <a:pt x="16" y="28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5" y="26"/>
                      <a:pt x="14" y="26"/>
                      <a:pt x="13" y="27"/>
                    </a:cubicBezTo>
                    <a:cubicBezTo>
                      <a:pt x="12" y="27"/>
                      <a:pt x="11" y="28"/>
                      <a:pt x="10" y="28"/>
                    </a:cubicBezTo>
                    <a:cubicBezTo>
                      <a:pt x="7" y="28"/>
                      <a:pt x="5" y="26"/>
                      <a:pt x="3" y="24"/>
                    </a:cubicBezTo>
                    <a:cubicBezTo>
                      <a:pt x="1" y="22"/>
                      <a:pt x="0" y="19"/>
                      <a:pt x="0" y="14"/>
                    </a:cubicBezTo>
                    <a:cubicBezTo>
                      <a:pt x="0" y="9"/>
                      <a:pt x="1" y="6"/>
                      <a:pt x="3" y="3"/>
                    </a:cubicBezTo>
                    <a:cubicBezTo>
                      <a:pt x="4" y="1"/>
                      <a:pt x="7" y="0"/>
                      <a:pt x="10" y="0"/>
                    </a:cubicBezTo>
                    <a:cubicBezTo>
                      <a:pt x="13" y="0"/>
                      <a:pt x="15" y="1"/>
                      <a:pt x="16" y="2"/>
                    </a:cubicBezTo>
                    <a:cubicBezTo>
                      <a:pt x="18" y="4"/>
                      <a:pt x="19" y="6"/>
                      <a:pt x="19" y="9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5" y="7"/>
                      <a:pt x="14" y="5"/>
                      <a:pt x="13" y="4"/>
                    </a:cubicBezTo>
                    <a:cubicBezTo>
                      <a:pt x="13" y="3"/>
                      <a:pt x="11" y="3"/>
                      <a:pt x="10" y="3"/>
                    </a:cubicBezTo>
                    <a:cubicBezTo>
                      <a:pt x="8" y="3"/>
                      <a:pt x="7" y="4"/>
                      <a:pt x="6" y="5"/>
                    </a:cubicBezTo>
                    <a:cubicBezTo>
                      <a:pt x="5" y="7"/>
                      <a:pt x="4" y="10"/>
                      <a:pt x="4" y="14"/>
                    </a:cubicBezTo>
                    <a:cubicBezTo>
                      <a:pt x="4" y="18"/>
                      <a:pt x="5" y="21"/>
                      <a:pt x="6" y="22"/>
                    </a:cubicBezTo>
                    <a:cubicBezTo>
                      <a:pt x="7" y="24"/>
                      <a:pt x="9" y="24"/>
                      <a:pt x="10" y="24"/>
                    </a:cubicBezTo>
                    <a:cubicBezTo>
                      <a:pt x="12" y="24"/>
                      <a:pt x="13" y="24"/>
                      <a:pt x="14" y="23"/>
                    </a:cubicBezTo>
                    <a:cubicBezTo>
                      <a:pt x="15" y="22"/>
                      <a:pt x="15" y="20"/>
                      <a:pt x="15" y="18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9" y="13"/>
                      <a:pt x="19" y="13"/>
                      <a:pt x="19" y="13"/>
                    </a:cubicBezTo>
                    <a:lnTo>
                      <a:pt x="19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ïs1îḓê">
                <a:extLst>
                  <a:ext uri="{FF2B5EF4-FFF2-40B4-BE49-F238E27FC236}">
                    <a16:creationId xmlns:a16="http://schemas.microsoft.com/office/drawing/2014/main" id="{E9E026E9-AC15-4251-9F53-9B3A3D2120D2}"/>
                  </a:ext>
                </a:extLst>
              </p:cNvPr>
              <p:cNvSpPr/>
              <p:nvPr/>
            </p:nvSpPr>
            <p:spPr bwMode="auto">
              <a:xfrm>
                <a:off x="6492875" y="3683001"/>
                <a:ext cx="58738" cy="92075"/>
              </a:xfrm>
              <a:custGeom>
                <a:avLst/>
                <a:gdLst>
                  <a:gd name="T0" fmla="*/ 18 w 18"/>
                  <a:gd name="T1" fmla="*/ 19 h 28"/>
                  <a:gd name="T2" fmla="*/ 16 w 18"/>
                  <a:gd name="T3" fmla="*/ 25 h 28"/>
                  <a:gd name="T4" fmla="*/ 9 w 18"/>
                  <a:gd name="T5" fmla="*/ 28 h 28"/>
                  <a:gd name="T6" fmla="*/ 2 w 18"/>
                  <a:gd name="T7" fmla="*/ 25 h 28"/>
                  <a:gd name="T8" fmla="*/ 0 w 18"/>
                  <a:gd name="T9" fmla="*/ 19 h 28"/>
                  <a:gd name="T10" fmla="*/ 0 w 18"/>
                  <a:gd name="T11" fmla="*/ 0 h 28"/>
                  <a:gd name="T12" fmla="*/ 4 w 18"/>
                  <a:gd name="T13" fmla="*/ 0 h 28"/>
                  <a:gd name="T14" fmla="*/ 4 w 18"/>
                  <a:gd name="T15" fmla="*/ 19 h 28"/>
                  <a:gd name="T16" fmla="*/ 5 w 18"/>
                  <a:gd name="T17" fmla="*/ 23 h 28"/>
                  <a:gd name="T18" fmla="*/ 9 w 18"/>
                  <a:gd name="T19" fmla="*/ 24 h 28"/>
                  <a:gd name="T20" fmla="*/ 13 w 18"/>
                  <a:gd name="T21" fmla="*/ 23 h 28"/>
                  <a:gd name="T22" fmla="*/ 14 w 18"/>
                  <a:gd name="T23" fmla="*/ 19 h 28"/>
                  <a:gd name="T24" fmla="*/ 14 w 18"/>
                  <a:gd name="T25" fmla="*/ 0 h 28"/>
                  <a:gd name="T26" fmla="*/ 18 w 18"/>
                  <a:gd name="T27" fmla="*/ 0 h 28"/>
                  <a:gd name="T28" fmla="*/ 18 w 18"/>
                  <a:gd name="T29" fmla="*/ 19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8" h="28">
                    <a:moveTo>
                      <a:pt x="18" y="19"/>
                    </a:moveTo>
                    <a:cubicBezTo>
                      <a:pt x="18" y="22"/>
                      <a:pt x="18" y="24"/>
                      <a:pt x="16" y="25"/>
                    </a:cubicBezTo>
                    <a:cubicBezTo>
                      <a:pt x="15" y="27"/>
                      <a:pt x="12" y="28"/>
                      <a:pt x="9" y="28"/>
                    </a:cubicBezTo>
                    <a:cubicBezTo>
                      <a:pt x="6" y="28"/>
                      <a:pt x="4" y="27"/>
                      <a:pt x="2" y="25"/>
                    </a:cubicBezTo>
                    <a:cubicBezTo>
                      <a:pt x="1" y="24"/>
                      <a:pt x="0" y="22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21"/>
                      <a:pt x="5" y="22"/>
                      <a:pt x="5" y="23"/>
                    </a:cubicBezTo>
                    <a:cubicBezTo>
                      <a:pt x="6" y="24"/>
                      <a:pt x="8" y="24"/>
                      <a:pt x="9" y="24"/>
                    </a:cubicBezTo>
                    <a:cubicBezTo>
                      <a:pt x="11" y="24"/>
                      <a:pt x="12" y="24"/>
                      <a:pt x="13" y="23"/>
                    </a:cubicBezTo>
                    <a:cubicBezTo>
                      <a:pt x="14" y="22"/>
                      <a:pt x="14" y="21"/>
                      <a:pt x="14" y="19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8" y="0"/>
                      <a:pt x="18" y="0"/>
                      <a:pt x="18" y="0"/>
                    </a:cubicBezTo>
                    <a:lnTo>
                      <a:pt x="18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îṩḷídè">
                <a:extLst>
                  <a:ext uri="{FF2B5EF4-FFF2-40B4-BE49-F238E27FC236}">
                    <a16:creationId xmlns:a16="http://schemas.microsoft.com/office/drawing/2014/main" id="{8D719820-5EE2-44CB-ADE7-FBF794D06C97}"/>
                  </a:ext>
                </a:extLst>
              </p:cNvPr>
              <p:cNvSpPr/>
              <p:nvPr/>
            </p:nvSpPr>
            <p:spPr bwMode="auto">
              <a:xfrm>
                <a:off x="6697663" y="3683001"/>
                <a:ext cx="12700" cy="889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0" name="ïśľiďé">
                <a:extLst>
                  <a:ext uri="{FF2B5EF4-FFF2-40B4-BE49-F238E27FC236}">
                    <a16:creationId xmlns:a16="http://schemas.microsoft.com/office/drawing/2014/main" id="{F1A537BC-8CE6-4592-B04D-5C3F51F74AAA}"/>
                  </a:ext>
                </a:extLst>
              </p:cNvPr>
              <p:cNvSpPr/>
              <p:nvPr/>
            </p:nvSpPr>
            <p:spPr bwMode="auto">
              <a:xfrm>
                <a:off x="6759575" y="3683001"/>
                <a:ext cx="69850" cy="92075"/>
              </a:xfrm>
              <a:custGeom>
                <a:avLst/>
                <a:gdLst>
                  <a:gd name="T0" fmla="*/ 44 w 44"/>
                  <a:gd name="T1" fmla="*/ 0 h 58"/>
                  <a:gd name="T2" fmla="*/ 25 w 44"/>
                  <a:gd name="T3" fmla="*/ 58 h 58"/>
                  <a:gd name="T4" fmla="*/ 19 w 44"/>
                  <a:gd name="T5" fmla="*/ 58 h 58"/>
                  <a:gd name="T6" fmla="*/ 0 w 44"/>
                  <a:gd name="T7" fmla="*/ 0 h 58"/>
                  <a:gd name="T8" fmla="*/ 9 w 44"/>
                  <a:gd name="T9" fmla="*/ 0 h 58"/>
                  <a:gd name="T10" fmla="*/ 21 w 44"/>
                  <a:gd name="T11" fmla="*/ 44 h 58"/>
                  <a:gd name="T12" fmla="*/ 21 w 44"/>
                  <a:gd name="T13" fmla="*/ 44 h 58"/>
                  <a:gd name="T14" fmla="*/ 36 w 44"/>
                  <a:gd name="T15" fmla="*/ 0 h 58"/>
                  <a:gd name="T16" fmla="*/ 44 w 44"/>
                  <a:gd name="T17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4" h="58">
                    <a:moveTo>
                      <a:pt x="44" y="0"/>
                    </a:moveTo>
                    <a:lnTo>
                      <a:pt x="25" y="58"/>
                    </a:lnTo>
                    <a:lnTo>
                      <a:pt x="19" y="58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21" y="44"/>
                    </a:lnTo>
                    <a:lnTo>
                      <a:pt x="21" y="44"/>
                    </a:lnTo>
                    <a:lnTo>
                      <a:pt x="36" y="0"/>
                    </a:lnTo>
                    <a:lnTo>
                      <a:pt x="4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í$ḻíďe">
                <a:extLst>
                  <a:ext uri="{FF2B5EF4-FFF2-40B4-BE49-F238E27FC236}">
                    <a16:creationId xmlns:a16="http://schemas.microsoft.com/office/drawing/2014/main" id="{1F055E10-2CFA-402D-B4BE-6C484B6F726F}"/>
                  </a:ext>
                </a:extLst>
              </p:cNvPr>
              <p:cNvSpPr/>
              <p:nvPr/>
            </p:nvSpPr>
            <p:spPr bwMode="auto">
              <a:xfrm>
                <a:off x="6856413" y="3683001"/>
                <a:ext cx="58738" cy="88900"/>
              </a:xfrm>
              <a:custGeom>
                <a:avLst/>
                <a:gdLst>
                  <a:gd name="T0" fmla="*/ 37 w 37"/>
                  <a:gd name="T1" fmla="*/ 56 h 56"/>
                  <a:gd name="T2" fmla="*/ 0 w 37"/>
                  <a:gd name="T3" fmla="*/ 56 h 56"/>
                  <a:gd name="T4" fmla="*/ 0 w 37"/>
                  <a:gd name="T5" fmla="*/ 0 h 56"/>
                  <a:gd name="T6" fmla="*/ 35 w 37"/>
                  <a:gd name="T7" fmla="*/ 0 h 56"/>
                  <a:gd name="T8" fmla="*/ 35 w 37"/>
                  <a:gd name="T9" fmla="*/ 6 h 56"/>
                  <a:gd name="T10" fmla="*/ 8 w 37"/>
                  <a:gd name="T11" fmla="*/ 6 h 56"/>
                  <a:gd name="T12" fmla="*/ 8 w 37"/>
                  <a:gd name="T13" fmla="*/ 23 h 56"/>
                  <a:gd name="T14" fmla="*/ 33 w 37"/>
                  <a:gd name="T15" fmla="*/ 23 h 56"/>
                  <a:gd name="T16" fmla="*/ 33 w 37"/>
                  <a:gd name="T17" fmla="*/ 29 h 56"/>
                  <a:gd name="T18" fmla="*/ 8 w 37"/>
                  <a:gd name="T19" fmla="*/ 29 h 56"/>
                  <a:gd name="T20" fmla="*/ 8 w 37"/>
                  <a:gd name="T21" fmla="*/ 50 h 56"/>
                  <a:gd name="T22" fmla="*/ 37 w 37"/>
                  <a:gd name="T23" fmla="*/ 50 h 56"/>
                  <a:gd name="T24" fmla="*/ 37 w 37"/>
                  <a:gd name="T25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7" h="56">
                    <a:moveTo>
                      <a:pt x="37" y="56"/>
                    </a:moveTo>
                    <a:lnTo>
                      <a:pt x="0" y="56"/>
                    </a:lnTo>
                    <a:lnTo>
                      <a:pt x="0" y="0"/>
                    </a:lnTo>
                    <a:lnTo>
                      <a:pt x="35" y="0"/>
                    </a:lnTo>
                    <a:lnTo>
                      <a:pt x="35" y="6"/>
                    </a:lnTo>
                    <a:lnTo>
                      <a:pt x="8" y="6"/>
                    </a:lnTo>
                    <a:lnTo>
                      <a:pt x="8" y="23"/>
                    </a:lnTo>
                    <a:lnTo>
                      <a:pt x="33" y="23"/>
                    </a:lnTo>
                    <a:lnTo>
                      <a:pt x="33" y="29"/>
                    </a:lnTo>
                    <a:lnTo>
                      <a:pt x="8" y="29"/>
                    </a:lnTo>
                    <a:lnTo>
                      <a:pt x="8" y="50"/>
                    </a:lnTo>
                    <a:lnTo>
                      <a:pt x="37" y="50"/>
                    </a:lnTo>
                    <a:lnTo>
                      <a:pt x="37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ïs1ídê">
                <a:extLst>
                  <a:ext uri="{FF2B5EF4-FFF2-40B4-BE49-F238E27FC236}">
                    <a16:creationId xmlns:a16="http://schemas.microsoft.com/office/drawing/2014/main" id="{C087F13B-04DA-4831-9592-B08E3C555064}"/>
                  </a:ext>
                </a:extLst>
              </p:cNvPr>
              <p:cNvSpPr/>
              <p:nvPr/>
            </p:nvSpPr>
            <p:spPr bwMode="auto">
              <a:xfrm>
                <a:off x="6945313" y="3683001"/>
                <a:ext cx="63500" cy="88900"/>
              </a:xfrm>
              <a:custGeom>
                <a:avLst/>
                <a:gdLst>
                  <a:gd name="T0" fmla="*/ 19 w 19"/>
                  <a:gd name="T1" fmla="*/ 27 h 27"/>
                  <a:gd name="T2" fmla="*/ 15 w 19"/>
                  <a:gd name="T3" fmla="*/ 27 h 27"/>
                  <a:gd name="T4" fmla="*/ 9 w 19"/>
                  <a:gd name="T5" fmla="*/ 15 h 27"/>
                  <a:gd name="T6" fmla="*/ 4 w 19"/>
                  <a:gd name="T7" fmla="*/ 15 h 27"/>
                  <a:gd name="T8" fmla="*/ 4 w 19"/>
                  <a:gd name="T9" fmla="*/ 27 h 27"/>
                  <a:gd name="T10" fmla="*/ 0 w 19"/>
                  <a:gd name="T11" fmla="*/ 27 h 27"/>
                  <a:gd name="T12" fmla="*/ 0 w 19"/>
                  <a:gd name="T13" fmla="*/ 0 h 27"/>
                  <a:gd name="T14" fmla="*/ 9 w 19"/>
                  <a:gd name="T15" fmla="*/ 0 h 27"/>
                  <a:gd name="T16" fmla="*/ 16 w 19"/>
                  <a:gd name="T17" fmla="*/ 2 h 27"/>
                  <a:gd name="T18" fmla="*/ 19 w 19"/>
                  <a:gd name="T19" fmla="*/ 8 h 27"/>
                  <a:gd name="T20" fmla="*/ 17 w 19"/>
                  <a:gd name="T21" fmla="*/ 13 h 27"/>
                  <a:gd name="T22" fmla="*/ 13 w 19"/>
                  <a:gd name="T23" fmla="*/ 15 h 27"/>
                  <a:gd name="T24" fmla="*/ 19 w 19"/>
                  <a:gd name="T25" fmla="*/ 27 h 27"/>
                  <a:gd name="T26" fmla="*/ 14 w 19"/>
                  <a:gd name="T27" fmla="*/ 8 h 27"/>
                  <a:gd name="T28" fmla="*/ 13 w 19"/>
                  <a:gd name="T29" fmla="*/ 4 h 27"/>
                  <a:gd name="T30" fmla="*/ 8 w 19"/>
                  <a:gd name="T31" fmla="*/ 3 h 27"/>
                  <a:gd name="T32" fmla="*/ 4 w 19"/>
                  <a:gd name="T33" fmla="*/ 3 h 27"/>
                  <a:gd name="T34" fmla="*/ 4 w 19"/>
                  <a:gd name="T35" fmla="*/ 12 h 27"/>
                  <a:gd name="T36" fmla="*/ 9 w 19"/>
                  <a:gd name="T37" fmla="*/ 12 h 27"/>
                  <a:gd name="T38" fmla="*/ 13 w 19"/>
                  <a:gd name="T39" fmla="*/ 11 h 27"/>
                  <a:gd name="T40" fmla="*/ 14 w 19"/>
                  <a:gd name="T41" fmla="*/ 8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9" h="27">
                    <a:moveTo>
                      <a:pt x="19" y="27"/>
                    </a:moveTo>
                    <a:cubicBezTo>
                      <a:pt x="15" y="27"/>
                      <a:pt x="15" y="27"/>
                      <a:pt x="15" y="27"/>
                    </a:cubicBezTo>
                    <a:cubicBezTo>
                      <a:pt x="9" y="15"/>
                      <a:pt x="9" y="15"/>
                      <a:pt x="9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12" y="0"/>
                      <a:pt x="14" y="1"/>
                      <a:pt x="16" y="2"/>
                    </a:cubicBezTo>
                    <a:cubicBezTo>
                      <a:pt x="18" y="3"/>
                      <a:pt x="19" y="5"/>
                      <a:pt x="19" y="8"/>
                    </a:cubicBezTo>
                    <a:cubicBezTo>
                      <a:pt x="19" y="10"/>
                      <a:pt x="18" y="12"/>
                      <a:pt x="17" y="13"/>
                    </a:cubicBezTo>
                    <a:cubicBezTo>
                      <a:pt x="16" y="14"/>
                      <a:pt x="14" y="15"/>
                      <a:pt x="13" y="15"/>
                    </a:cubicBezTo>
                    <a:cubicBezTo>
                      <a:pt x="19" y="27"/>
                      <a:pt x="19" y="27"/>
                      <a:pt x="19" y="27"/>
                    </a:cubicBezTo>
                    <a:close/>
                    <a:moveTo>
                      <a:pt x="14" y="8"/>
                    </a:moveTo>
                    <a:cubicBezTo>
                      <a:pt x="14" y="6"/>
                      <a:pt x="14" y="5"/>
                      <a:pt x="13" y="4"/>
                    </a:cubicBezTo>
                    <a:cubicBezTo>
                      <a:pt x="12" y="3"/>
                      <a:pt x="10" y="3"/>
                      <a:pt x="8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11" y="12"/>
                      <a:pt x="12" y="12"/>
                      <a:pt x="13" y="11"/>
                    </a:cubicBezTo>
                    <a:cubicBezTo>
                      <a:pt x="14" y="11"/>
                      <a:pt x="14" y="9"/>
                      <a:pt x="14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í$ļíḋê">
                <a:extLst>
                  <a:ext uri="{FF2B5EF4-FFF2-40B4-BE49-F238E27FC236}">
                    <a16:creationId xmlns:a16="http://schemas.microsoft.com/office/drawing/2014/main" id="{898E2424-A94E-4BE8-B296-4E14EF6AAAEF}"/>
                  </a:ext>
                </a:extLst>
              </p:cNvPr>
              <p:cNvSpPr/>
              <p:nvPr/>
            </p:nvSpPr>
            <p:spPr bwMode="auto">
              <a:xfrm>
                <a:off x="7034213" y="3683001"/>
                <a:ext cx="63500" cy="92075"/>
              </a:xfrm>
              <a:custGeom>
                <a:avLst/>
                <a:gdLst>
                  <a:gd name="T0" fmla="*/ 19 w 19"/>
                  <a:gd name="T1" fmla="*/ 20 h 28"/>
                  <a:gd name="T2" fmla="*/ 17 w 19"/>
                  <a:gd name="T3" fmla="*/ 25 h 28"/>
                  <a:gd name="T4" fmla="*/ 10 w 19"/>
                  <a:gd name="T5" fmla="*/ 28 h 28"/>
                  <a:gd name="T6" fmla="*/ 3 w 19"/>
                  <a:gd name="T7" fmla="*/ 25 h 28"/>
                  <a:gd name="T8" fmla="*/ 0 w 19"/>
                  <a:gd name="T9" fmla="*/ 20 h 28"/>
                  <a:gd name="T10" fmla="*/ 0 w 19"/>
                  <a:gd name="T11" fmla="*/ 19 h 28"/>
                  <a:gd name="T12" fmla="*/ 4 w 19"/>
                  <a:gd name="T13" fmla="*/ 19 h 28"/>
                  <a:gd name="T14" fmla="*/ 4 w 19"/>
                  <a:gd name="T15" fmla="*/ 20 h 28"/>
                  <a:gd name="T16" fmla="*/ 6 w 19"/>
                  <a:gd name="T17" fmla="*/ 23 h 28"/>
                  <a:gd name="T18" fmla="*/ 10 w 19"/>
                  <a:gd name="T19" fmla="*/ 24 h 28"/>
                  <a:gd name="T20" fmla="*/ 14 w 19"/>
                  <a:gd name="T21" fmla="*/ 23 h 28"/>
                  <a:gd name="T22" fmla="*/ 15 w 19"/>
                  <a:gd name="T23" fmla="*/ 20 h 28"/>
                  <a:gd name="T24" fmla="*/ 13 w 19"/>
                  <a:gd name="T25" fmla="*/ 17 h 28"/>
                  <a:gd name="T26" fmla="*/ 9 w 19"/>
                  <a:gd name="T27" fmla="*/ 14 h 28"/>
                  <a:gd name="T28" fmla="*/ 3 w 19"/>
                  <a:gd name="T29" fmla="*/ 11 h 28"/>
                  <a:gd name="T30" fmla="*/ 1 w 19"/>
                  <a:gd name="T31" fmla="*/ 7 h 28"/>
                  <a:gd name="T32" fmla="*/ 3 w 19"/>
                  <a:gd name="T33" fmla="*/ 2 h 28"/>
                  <a:gd name="T34" fmla="*/ 10 w 19"/>
                  <a:gd name="T35" fmla="*/ 0 h 28"/>
                  <a:gd name="T36" fmla="*/ 16 w 19"/>
                  <a:gd name="T37" fmla="*/ 2 h 28"/>
                  <a:gd name="T38" fmla="*/ 18 w 19"/>
                  <a:gd name="T39" fmla="*/ 7 h 28"/>
                  <a:gd name="T40" fmla="*/ 14 w 19"/>
                  <a:gd name="T41" fmla="*/ 7 h 28"/>
                  <a:gd name="T42" fmla="*/ 13 w 19"/>
                  <a:gd name="T43" fmla="*/ 4 h 28"/>
                  <a:gd name="T44" fmla="*/ 10 w 19"/>
                  <a:gd name="T45" fmla="*/ 3 h 28"/>
                  <a:gd name="T46" fmla="*/ 6 w 19"/>
                  <a:gd name="T47" fmla="*/ 4 h 28"/>
                  <a:gd name="T48" fmla="*/ 5 w 19"/>
                  <a:gd name="T49" fmla="*/ 7 h 28"/>
                  <a:gd name="T50" fmla="*/ 6 w 19"/>
                  <a:gd name="T51" fmla="*/ 9 h 28"/>
                  <a:gd name="T52" fmla="*/ 11 w 19"/>
                  <a:gd name="T53" fmla="*/ 12 h 28"/>
                  <a:gd name="T54" fmla="*/ 17 w 19"/>
                  <a:gd name="T55" fmla="*/ 15 h 28"/>
                  <a:gd name="T56" fmla="*/ 19 w 19"/>
                  <a:gd name="T57" fmla="*/ 2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9" h="28">
                    <a:moveTo>
                      <a:pt x="19" y="20"/>
                    </a:moveTo>
                    <a:cubicBezTo>
                      <a:pt x="19" y="22"/>
                      <a:pt x="18" y="24"/>
                      <a:pt x="17" y="25"/>
                    </a:cubicBezTo>
                    <a:cubicBezTo>
                      <a:pt x="15" y="27"/>
                      <a:pt x="13" y="28"/>
                      <a:pt x="10" y="28"/>
                    </a:cubicBezTo>
                    <a:cubicBezTo>
                      <a:pt x="7" y="28"/>
                      <a:pt x="4" y="27"/>
                      <a:pt x="3" y="25"/>
                    </a:cubicBezTo>
                    <a:cubicBezTo>
                      <a:pt x="1" y="24"/>
                      <a:pt x="0" y="22"/>
                      <a:pt x="0" y="20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4" y="21"/>
                      <a:pt x="5" y="22"/>
                      <a:pt x="6" y="23"/>
                    </a:cubicBezTo>
                    <a:cubicBezTo>
                      <a:pt x="7" y="24"/>
                      <a:pt x="8" y="24"/>
                      <a:pt x="10" y="24"/>
                    </a:cubicBezTo>
                    <a:cubicBezTo>
                      <a:pt x="11" y="24"/>
                      <a:pt x="13" y="24"/>
                      <a:pt x="14" y="23"/>
                    </a:cubicBezTo>
                    <a:cubicBezTo>
                      <a:pt x="15" y="22"/>
                      <a:pt x="15" y="21"/>
                      <a:pt x="15" y="20"/>
                    </a:cubicBezTo>
                    <a:cubicBezTo>
                      <a:pt x="15" y="19"/>
                      <a:pt x="15" y="18"/>
                      <a:pt x="13" y="17"/>
                    </a:cubicBezTo>
                    <a:cubicBezTo>
                      <a:pt x="12" y="16"/>
                      <a:pt x="11" y="15"/>
                      <a:pt x="9" y="14"/>
                    </a:cubicBezTo>
                    <a:cubicBezTo>
                      <a:pt x="6" y="13"/>
                      <a:pt x="4" y="12"/>
                      <a:pt x="3" y="11"/>
                    </a:cubicBezTo>
                    <a:cubicBezTo>
                      <a:pt x="1" y="10"/>
                      <a:pt x="1" y="9"/>
                      <a:pt x="1" y="7"/>
                    </a:cubicBezTo>
                    <a:cubicBezTo>
                      <a:pt x="1" y="5"/>
                      <a:pt x="2" y="3"/>
                      <a:pt x="3" y="2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3" y="0"/>
                      <a:pt x="15" y="0"/>
                      <a:pt x="16" y="2"/>
                    </a:cubicBezTo>
                    <a:cubicBezTo>
                      <a:pt x="18" y="4"/>
                      <a:pt x="18" y="5"/>
                      <a:pt x="18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6"/>
                      <a:pt x="14" y="5"/>
                      <a:pt x="13" y="4"/>
                    </a:cubicBezTo>
                    <a:cubicBezTo>
                      <a:pt x="12" y="3"/>
                      <a:pt x="11" y="3"/>
                      <a:pt x="10" y="3"/>
                    </a:cubicBezTo>
                    <a:cubicBezTo>
                      <a:pt x="8" y="3"/>
                      <a:pt x="7" y="3"/>
                      <a:pt x="6" y="4"/>
                    </a:cubicBezTo>
                    <a:cubicBezTo>
                      <a:pt x="5" y="5"/>
                      <a:pt x="5" y="5"/>
                      <a:pt x="5" y="7"/>
                    </a:cubicBezTo>
                    <a:cubicBezTo>
                      <a:pt x="5" y="8"/>
                      <a:pt x="5" y="8"/>
                      <a:pt x="6" y="9"/>
                    </a:cubicBezTo>
                    <a:cubicBezTo>
                      <a:pt x="7" y="10"/>
                      <a:pt x="8" y="11"/>
                      <a:pt x="11" y="12"/>
                    </a:cubicBezTo>
                    <a:cubicBezTo>
                      <a:pt x="14" y="13"/>
                      <a:pt x="16" y="14"/>
                      <a:pt x="17" y="15"/>
                    </a:cubicBezTo>
                    <a:cubicBezTo>
                      <a:pt x="18" y="16"/>
                      <a:pt x="19" y="18"/>
                      <a:pt x="19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îśľídè">
                <a:extLst>
                  <a:ext uri="{FF2B5EF4-FFF2-40B4-BE49-F238E27FC236}">
                    <a16:creationId xmlns:a16="http://schemas.microsoft.com/office/drawing/2014/main" id="{31B755ED-55A4-45AC-9B0C-70B67F6A3BDD}"/>
                  </a:ext>
                </a:extLst>
              </p:cNvPr>
              <p:cNvSpPr/>
              <p:nvPr/>
            </p:nvSpPr>
            <p:spPr bwMode="auto">
              <a:xfrm>
                <a:off x="7150100" y="3683001"/>
                <a:ext cx="12700" cy="889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işḷîḑe">
                <a:extLst>
                  <a:ext uri="{FF2B5EF4-FFF2-40B4-BE49-F238E27FC236}">
                    <a16:creationId xmlns:a16="http://schemas.microsoft.com/office/drawing/2014/main" id="{3DCBB421-CBF5-4685-84E4-AEBDF3B265CC}"/>
                  </a:ext>
                </a:extLst>
              </p:cNvPr>
              <p:cNvSpPr/>
              <p:nvPr/>
            </p:nvSpPr>
            <p:spPr bwMode="auto">
              <a:xfrm>
                <a:off x="7216775" y="3683001"/>
                <a:ext cx="61913" cy="88900"/>
              </a:xfrm>
              <a:custGeom>
                <a:avLst/>
                <a:gdLst>
                  <a:gd name="T0" fmla="*/ 39 w 39"/>
                  <a:gd name="T1" fmla="*/ 6 h 56"/>
                  <a:gd name="T2" fmla="*/ 25 w 39"/>
                  <a:gd name="T3" fmla="*/ 6 h 56"/>
                  <a:gd name="T4" fmla="*/ 25 w 39"/>
                  <a:gd name="T5" fmla="*/ 56 h 56"/>
                  <a:gd name="T6" fmla="*/ 14 w 39"/>
                  <a:gd name="T7" fmla="*/ 56 h 56"/>
                  <a:gd name="T8" fmla="*/ 14 w 39"/>
                  <a:gd name="T9" fmla="*/ 6 h 56"/>
                  <a:gd name="T10" fmla="*/ 0 w 39"/>
                  <a:gd name="T11" fmla="*/ 6 h 56"/>
                  <a:gd name="T12" fmla="*/ 0 w 39"/>
                  <a:gd name="T13" fmla="*/ 0 h 56"/>
                  <a:gd name="T14" fmla="*/ 39 w 39"/>
                  <a:gd name="T15" fmla="*/ 0 h 56"/>
                  <a:gd name="T16" fmla="*/ 39 w 39"/>
                  <a:gd name="T17" fmla="*/ 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9" h="56">
                    <a:moveTo>
                      <a:pt x="39" y="6"/>
                    </a:moveTo>
                    <a:lnTo>
                      <a:pt x="25" y="6"/>
                    </a:lnTo>
                    <a:lnTo>
                      <a:pt x="25" y="56"/>
                    </a:lnTo>
                    <a:lnTo>
                      <a:pt x="14" y="56"/>
                    </a:lnTo>
                    <a:lnTo>
                      <a:pt x="14" y="6"/>
                    </a:lnTo>
                    <a:lnTo>
                      <a:pt x="0" y="6"/>
                    </a:lnTo>
                    <a:lnTo>
                      <a:pt x="0" y="0"/>
                    </a:lnTo>
                    <a:lnTo>
                      <a:pt x="39" y="0"/>
                    </a:lnTo>
                    <a:lnTo>
                      <a:pt x="39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íṧlîḍé">
                <a:extLst>
                  <a:ext uri="{FF2B5EF4-FFF2-40B4-BE49-F238E27FC236}">
                    <a16:creationId xmlns:a16="http://schemas.microsoft.com/office/drawing/2014/main" id="{63B6AFD3-88CC-4304-B96B-B18132DD2423}"/>
                  </a:ext>
                </a:extLst>
              </p:cNvPr>
              <p:cNvSpPr/>
              <p:nvPr/>
            </p:nvSpPr>
            <p:spPr bwMode="auto">
              <a:xfrm>
                <a:off x="7302500" y="3683001"/>
                <a:ext cx="69850" cy="88900"/>
              </a:xfrm>
              <a:custGeom>
                <a:avLst/>
                <a:gdLst>
                  <a:gd name="T0" fmla="*/ 44 w 44"/>
                  <a:gd name="T1" fmla="*/ 0 h 56"/>
                  <a:gd name="T2" fmla="*/ 27 w 44"/>
                  <a:gd name="T3" fmla="*/ 31 h 56"/>
                  <a:gd name="T4" fmla="*/ 27 w 44"/>
                  <a:gd name="T5" fmla="*/ 56 h 56"/>
                  <a:gd name="T6" fmla="*/ 19 w 44"/>
                  <a:gd name="T7" fmla="*/ 56 h 56"/>
                  <a:gd name="T8" fmla="*/ 19 w 44"/>
                  <a:gd name="T9" fmla="*/ 31 h 56"/>
                  <a:gd name="T10" fmla="*/ 0 w 44"/>
                  <a:gd name="T11" fmla="*/ 0 h 56"/>
                  <a:gd name="T12" fmla="*/ 10 w 44"/>
                  <a:gd name="T13" fmla="*/ 0 h 56"/>
                  <a:gd name="T14" fmla="*/ 23 w 44"/>
                  <a:gd name="T15" fmla="*/ 25 h 56"/>
                  <a:gd name="T16" fmla="*/ 23 w 44"/>
                  <a:gd name="T17" fmla="*/ 25 h 56"/>
                  <a:gd name="T18" fmla="*/ 35 w 44"/>
                  <a:gd name="T19" fmla="*/ 0 h 56"/>
                  <a:gd name="T20" fmla="*/ 44 w 44"/>
                  <a:gd name="T21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4" h="56">
                    <a:moveTo>
                      <a:pt x="44" y="0"/>
                    </a:moveTo>
                    <a:lnTo>
                      <a:pt x="27" y="31"/>
                    </a:lnTo>
                    <a:lnTo>
                      <a:pt x="27" y="56"/>
                    </a:lnTo>
                    <a:lnTo>
                      <a:pt x="19" y="56"/>
                    </a:lnTo>
                    <a:lnTo>
                      <a:pt x="19" y="31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23" y="25"/>
                    </a:lnTo>
                    <a:lnTo>
                      <a:pt x="23" y="25"/>
                    </a:lnTo>
                    <a:lnTo>
                      <a:pt x="35" y="0"/>
                    </a:lnTo>
                    <a:lnTo>
                      <a:pt x="4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79" name="椭圆 78">
            <a:extLst>
              <a:ext uri="{FF2B5EF4-FFF2-40B4-BE49-F238E27FC236}">
                <a16:creationId xmlns:a16="http://schemas.microsoft.com/office/drawing/2014/main" id="{17A0839A-F82F-4AF3-BE0C-B059F11A609F}"/>
              </a:ext>
            </a:extLst>
          </p:cNvPr>
          <p:cNvSpPr/>
          <p:nvPr/>
        </p:nvSpPr>
        <p:spPr>
          <a:xfrm>
            <a:off x="1977651" y="4001128"/>
            <a:ext cx="915754" cy="927974"/>
          </a:xfrm>
          <a:prstGeom prst="ellipse">
            <a:avLst/>
          </a:prstGeom>
          <a:solidFill>
            <a:srgbClr val="F04049"/>
          </a:solidFill>
          <a:ln>
            <a:noFill/>
          </a:ln>
          <a:effectLst>
            <a:outerShdw blurRad="101600" dist="38100" dir="5400000" algn="t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zh-CN" sz="5400" b="1" dirty="0">
                <a:solidFill>
                  <a:schemeClr val="bg1"/>
                </a:solidFill>
                <a:effectLst>
                  <a:innerShdw blurRad="127000">
                    <a:schemeClr val="bg1">
                      <a:lumMod val="50000"/>
                      <a:alpha val="85000"/>
                    </a:schemeClr>
                  </a:innerShdw>
                </a:effectLst>
                <a:cs typeface="+mn-ea"/>
                <a:sym typeface="+mn-lt"/>
              </a:rPr>
              <a:t>2</a:t>
            </a:r>
            <a:endParaRPr lang="zh-CN" altLang="en-US" sz="5400" b="1" dirty="0">
              <a:solidFill>
                <a:schemeClr val="bg1"/>
              </a:solidFill>
              <a:effectLst>
                <a:innerShdw blurRad="127000">
                  <a:schemeClr val="bg1">
                    <a:lumMod val="50000"/>
                    <a:alpha val="85000"/>
                  </a:schemeClr>
                </a:innerShdw>
              </a:effectLst>
              <a:cs typeface="+mn-ea"/>
              <a:sym typeface="+mn-lt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AD6D6B3-BCF0-4E7E-9E0F-696945C0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344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矩形 34">
            <a:extLst>
              <a:ext uri="{FF2B5EF4-FFF2-40B4-BE49-F238E27FC236}">
                <a16:creationId xmlns:a16="http://schemas.microsoft.com/office/drawing/2014/main" id="{81083AD2-A9D1-4D8B-BA62-337124F4930C}"/>
              </a:ext>
            </a:extLst>
          </p:cNvPr>
          <p:cNvSpPr/>
          <p:nvPr/>
        </p:nvSpPr>
        <p:spPr>
          <a:xfrm>
            <a:off x="0" y="0"/>
            <a:ext cx="9144000" cy="243840"/>
          </a:xfrm>
          <a:prstGeom prst="rect">
            <a:avLst/>
          </a:prstGeom>
          <a:solidFill>
            <a:srgbClr val="F040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课程脉络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矩阵乘法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求解线性递推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矩阵快速幂优化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例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AAB6BC10-45DD-4477-83AF-883480AFB742}"/>
              </a:ext>
            </a:extLst>
          </p:cNvPr>
          <p:cNvGrpSpPr/>
          <p:nvPr/>
        </p:nvGrpSpPr>
        <p:grpSpPr>
          <a:xfrm>
            <a:off x="182880" y="406420"/>
            <a:ext cx="7410450" cy="523220"/>
            <a:chOff x="190500" y="383560"/>
            <a:chExt cx="7410450" cy="523220"/>
          </a:xfrm>
        </p:grpSpPr>
        <p:sp>
          <p:nvSpPr>
            <p:cNvPr id="36" name="平行四边形 35">
              <a:extLst>
                <a:ext uri="{FF2B5EF4-FFF2-40B4-BE49-F238E27FC236}">
                  <a16:creationId xmlns:a16="http://schemas.microsoft.com/office/drawing/2014/main" id="{F40A7694-6484-44E1-99C7-EDE95D900592}"/>
                </a:ext>
              </a:extLst>
            </p:cNvPr>
            <p:cNvSpPr/>
            <p:nvPr/>
          </p:nvSpPr>
          <p:spPr>
            <a:xfrm>
              <a:off x="190500" y="533400"/>
              <a:ext cx="845820" cy="373380"/>
            </a:xfrm>
            <a:prstGeom prst="parallelogram">
              <a:avLst/>
            </a:prstGeom>
            <a:solidFill>
              <a:srgbClr val="F04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FDB29133-41AD-4B3B-906E-5DEE9B7FE047}"/>
                </a:ext>
              </a:extLst>
            </p:cNvPr>
            <p:cNvSpPr txBox="1"/>
            <p:nvPr/>
          </p:nvSpPr>
          <p:spPr>
            <a:xfrm>
              <a:off x="506730" y="383560"/>
              <a:ext cx="70942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矩阵乘法</a:t>
              </a:r>
            </a:p>
          </p:txBody>
        </p:sp>
      </p:grp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E5B60183-BC48-4A9B-803F-FE5CBF31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5</a:t>
            </a:fld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F9C9A36-EB35-2040-A1FD-9B3CFD4A8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066" y="1079480"/>
            <a:ext cx="7367064" cy="525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5485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AAB6BC10-45DD-4477-83AF-883480AFB742}"/>
              </a:ext>
            </a:extLst>
          </p:cNvPr>
          <p:cNvGrpSpPr/>
          <p:nvPr/>
        </p:nvGrpSpPr>
        <p:grpSpPr>
          <a:xfrm>
            <a:off x="182880" y="406420"/>
            <a:ext cx="7410450" cy="523220"/>
            <a:chOff x="190500" y="383560"/>
            <a:chExt cx="7410450" cy="523220"/>
          </a:xfrm>
        </p:grpSpPr>
        <p:sp>
          <p:nvSpPr>
            <p:cNvPr id="36" name="平行四边形 35">
              <a:extLst>
                <a:ext uri="{FF2B5EF4-FFF2-40B4-BE49-F238E27FC236}">
                  <a16:creationId xmlns:a16="http://schemas.microsoft.com/office/drawing/2014/main" id="{F40A7694-6484-44E1-99C7-EDE95D900592}"/>
                </a:ext>
              </a:extLst>
            </p:cNvPr>
            <p:cNvSpPr/>
            <p:nvPr/>
          </p:nvSpPr>
          <p:spPr>
            <a:xfrm>
              <a:off x="190500" y="533400"/>
              <a:ext cx="845820" cy="373380"/>
            </a:xfrm>
            <a:prstGeom prst="parallelogram">
              <a:avLst/>
            </a:prstGeom>
            <a:solidFill>
              <a:srgbClr val="F04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FDB29133-41AD-4B3B-906E-5DEE9B7FE047}"/>
                </a:ext>
              </a:extLst>
            </p:cNvPr>
            <p:cNvSpPr txBox="1"/>
            <p:nvPr/>
          </p:nvSpPr>
          <p:spPr>
            <a:xfrm>
              <a:off x="506730" y="383560"/>
              <a:ext cx="70942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矩阵乘法</a:t>
              </a:r>
            </a:p>
          </p:txBody>
        </p:sp>
      </p:grp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E5B60183-BC48-4A9B-803F-FE5CBF31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6</a:t>
            </a:fld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AE44D80-9086-884E-BA33-30BF9CEDE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980728"/>
            <a:ext cx="8076997" cy="4968552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96A7AAA6-61A0-D946-94B4-17025184573C}"/>
              </a:ext>
            </a:extLst>
          </p:cNvPr>
          <p:cNvSpPr/>
          <p:nvPr/>
        </p:nvSpPr>
        <p:spPr>
          <a:xfrm>
            <a:off x="0" y="0"/>
            <a:ext cx="9144000" cy="243840"/>
          </a:xfrm>
          <a:prstGeom prst="rect">
            <a:avLst/>
          </a:prstGeom>
          <a:solidFill>
            <a:srgbClr val="F040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课程脉络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矩阵乘法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求解线性递推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矩阵快速幂优化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例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92A3B28-A22D-4D1A-990C-51CC2E4412ED}"/>
              </a:ext>
            </a:extLst>
          </p:cNvPr>
          <p:cNvSpPr/>
          <p:nvPr/>
        </p:nvSpPr>
        <p:spPr>
          <a:xfrm>
            <a:off x="6536296" y="715349"/>
            <a:ext cx="431294" cy="4288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9960B0E-7696-400C-926C-F4912D3093AA}"/>
              </a:ext>
            </a:extLst>
          </p:cNvPr>
          <p:cNvSpPr/>
          <p:nvPr/>
        </p:nvSpPr>
        <p:spPr>
          <a:xfrm>
            <a:off x="7396591" y="715348"/>
            <a:ext cx="431294" cy="4288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F339B0B-7AC6-4738-9980-84A0783D8E59}"/>
              </a:ext>
            </a:extLst>
          </p:cNvPr>
          <p:cNvSpPr/>
          <p:nvPr/>
        </p:nvSpPr>
        <p:spPr>
          <a:xfrm>
            <a:off x="8256886" y="715348"/>
            <a:ext cx="431294" cy="42889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F008D9E-9EA9-40A1-AE40-98D210D96751}"/>
              </a:ext>
            </a:extLst>
          </p:cNvPr>
          <p:cNvSpPr txBox="1"/>
          <p:nvPr/>
        </p:nvSpPr>
        <p:spPr>
          <a:xfrm>
            <a:off x="6283532" y="745128"/>
            <a:ext cx="295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046DC2B-9CF5-463D-BBFC-529666058105}"/>
              </a:ext>
            </a:extLst>
          </p:cNvPr>
          <p:cNvSpPr txBox="1"/>
          <p:nvPr/>
        </p:nvSpPr>
        <p:spPr>
          <a:xfrm>
            <a:off x="6592524" y="109708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C70B59-B789-4A22-B8E4-5CF0931D7162}"/>
              </a:ext>
            </a:extLst>
          </p:cNvPr>
          <p:cNvSpPr txBox="1"/>
          <p:nvPr/>
        </p:nvSpPr>
        <p:spPr>
          <a:xfrm>
            <a:off x="7119157" y="715348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4EF3999-0849-4578-AEC4-D8878C032442}"/>
              </a:ext>
            </a:extLst>
          </p:cNvPr>
          <p:cNvSpPr txBox="1"/>
          <p:nvPr/>
        </p:nvSpPr>
        <p:spPr>
          <a:xfrm>
            <a:off x="7428149" y="1067305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4FC8281-3D75-4C6B-94D9-80A78C76F94C}"/>
              </a:ext>
            </a:extLst>
          </p:cNvPr>
          <p:cNvSpPr txBox="1"/>
          <p:nvPr/>
        </p:nvSpPr>
        <p:spPr>
          <a:xfrm>
            <a:off x="7979452" y="715348"/>
            <a:ext cx="2824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6A3EC9-C0A0-47B0-BE87-53CFFD8CD13D}"/>
              </a:ext>
            </a:extLst>
          </p:cNvPr>
          <p:cNvSpPr txBox="1"/>
          <p:nvPr/>
        </p:nvSpPr>
        <p:spPr>
          <a:xfrm>
            <a:off x="8288444" y="1067305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2540C81-B2E1-4AC8-AA97-4237D1B0D8A5}"/>
              </a:ext>
            </a:extLst>
          </p:cNvPr>
          <p:cNvSpPr txBox="1"/>
          <p:nvPr/>
        </p:nvSpPr>
        <p:spPr>
          <a:xfrm>
            <a:off x="6367916" y="311339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矩阵</a:t>
            </a:r>
            <a:r>
              <a:rPr lang="en-US" altLang="zh-CN" dirty="0"/>
              <a:t>A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58490ECC-308B-460B-A42F-44DE1FF39E99}"/>
              </a:ext>
            </a:extLst>
          </p:cNvPr>
          <p:cNvSpPr txBox="1"/>
          <p:nvPr/>
        </p:nvSpPr>
        <p:spPr>
          <a:xfrm>
            <a:off x="7222547" y="308277"/>
            <a:ext cx="7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矩阵</a:t>
            </a:r>
            <a:r>
              <a:rPr lang="en-US" altLang="zh-CN" b="1" dirty="0"/>
              <a:t>B</a:t>
            </a:r>
            <a:endParaRPr lang="zh-CN" altLang="en-US" b="1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9B1FFEE-6019-41B6-8B84-43F633606F36}"/>
              </a:ext>
            </a:extLst>
          </p:cNvPr>
          <p:cNvSpPr txBox="1"/>
          <p:nvPr/>
        </p:nvSpPr>
        <p:spPr>
          <a:xfrm>
            <a:off x="8120677" y="294928"/>
            <a:ext cx="779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矩阵</a:t>
            </a:r>
            <a:r>
              <a:rPr lang="en-US" altLang="zh-CN" dirty="0"/>
              <a:t>C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75894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AAB6BC10-45DD-4477-83AF-883480AFB742}"/>
              </a:ext>
            </a:extLst>
          </p:cNvPr>
          <p:cNvGrpSpPr/>
          <p:nvPr/>
        </p:nvGrpSpPr>
        <p:grpSpPr>
          <a:xfrm>
            <a:off x="182880" y="406420"/>
            <a:ext cx="7410450" cy="523220"/>
            <a:chOff x="190500" y="383560"/>
            <a:chExt cx="7410450" cy="523220"/>
          </a:xfrm>
        </p:grpSpPr>
        <p:sp>
          <p:nvSpPr>
            <p:cNvPr id="36" name="平行四边形 35">
              <a:extLst>
                <a:ext uri="{FF2B5EF4-FFF2-40B4-BE49-F238E27FC236}">
                  <a16:creationId xmlns:a16="http://schemas.microsoft.com/office/drawing/2014/main" id="{F40A7694-6484-44E1-99C7-EDE95D900592}"/>
                </a:ext>
              </a:extLst>
            </p:cNvPr>
            <p:cNvSpPr/>
            <p:nvPr/>
          </p:nvSpPr>
          <p:spPr>
            <a:xfrm>
              <a:off x="190500" y="533400"/>
              <a:ext cx="845820" cy="373380"/>
            </a:xfrm>
            <a:prstGeom prst="parallelogram">
              <a:avLst/>
            </a:prstGeom>
            <a:solidFill>
              <a:srgbClr val="F04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FDB29133-41AD-4B3B-906E-5DEE9B7FE047}"/>
                </a:ext>
              </a:extLst>
            </p:cNvPr>
            <p:cNvSpPr txBox="1"/>
            <p:nvPr/>
          </p:nvSpPr>
          <p:spPr>
            <a:xfrm>
              <a:off x="506730" y="383560"/>
              <a:ext cx="70942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矩阵乘法</a:t>
              </a:r>
            </a:p>
          </p:txBody>
        </p:sp>
      </p:grp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E5B60183-BC48-4A9B-803F-FE5CBF31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261523FB-C3C6-474C-AD09-BEA236B1B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110" y="1195070"/>
            <a:ext cx="8208168" cy="4895850"/>
          </a:xfrm>
        </p:spPr>
        <p:txBody>
          <a:bodyPr>
            <a:normAutofit/>
          </a:bodyPr>
          <a:lstStyle/>
          <a:p>
            <a:pPr defTabSz="45720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lang="zh-CN" altLang="zh-CN" sz="2000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矩阵</a:t>
            </a:r>
            <a:r>
              <a:rPr lang="zh-CN" altLang="en-US" sz="2000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000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sz="2000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en-US" altLang="zh-CN" sz="2000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sz="2000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的大小分别为 </a:t>
            </a:r>
            <a:r>
              <a:rPr lang="en-US" altLang="zh-CN" sz="2000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 x b </a:t>
            </a:r>
            <a:r>
              <a:rPr lang="zh-CN" altLang="en-US" sz="2000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和 </a:t>
            </a:r>
            <a:r>
              <a:rPr lang="en-US" altLang="zh-CN" sz="2000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 x c</a:t>
            </a:r>
          </a:p>
          <a:p>
            <a:pPr defTabSz="45720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lang="zh-CN" altLang="en-US" sz="2000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设 </a:t>
            </a:r>
            <a:r>
              <a:rPr lang="en-US" altLang="zh-CN" sz="2000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zh-CN" altLang="en-US" sz="2000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000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=</a:t>
            </a:r>
            <a:r>
              <a:rPr lang="zh-CN" altLang="en-US" sz="2000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000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AB</a:t>
            </a:r>
            <a:r>
              <a:rPr lang="zh-CN" altLang="en-US" sz="2000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，则 </a:t>
            </a:r>
            <a:r>
              <a:rPr lang="en-US" altLang="zh-CN" sz="2000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</a:t>
            </a:r>
            <a:r>
              <a:rPr lang="zh-CN" altLang="en-US" sz="2000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的大小为 </a:t>
            </a:r>
            <a:r>
              <a:rPr lang="en-US" altLang="zh-CN" sz="2000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 x c</a:t>
            </a:r>
          </a:p>
          <a:p>
            <a:pPr defTabSz="45720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lang="en-US" altLang="zh-CN" sz="2000" spc="1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defTabSz="45720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lang="en-US" altLang="zh-CN" sz="2000" spc="1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defTabSz="45720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lang="en-US" altLang="zh-CN" sz="2000" spc="1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defTabSz="45720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lang="en-US" altLang="zh-CN" sz="2000" spc="1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 defTabSz="45720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lang="en-US" altLang="zh-CN" sz="2000" spc="1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 defTabSz="45720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lang="en-US" altLang="zh-CN" sz="2000" spc="1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defTabSz="45720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lang="zh-CN" altLang="en-US" sz="2000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多数情况下我们只会用到方阵，即 </a:t>
            </a:r>
            <a:r>
              <a:rPr lang="en-US" altLang="zh-CN" sz="2000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sz="2000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、</a:t>
            </a:r>
            <a:r>
              <a:rPr lang="en-US" altLang="zh-CN" sz="2000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</a:t>
            </a:r>
            <a:r>
              <a:rPr lang="zh-CN" altLang="en-US" sz="2000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的大小都是 </a:t>
            </a:r>
            <a:r>
              <a:rPr lang="en-US" altLang="zh-CN" sz="2000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 x n </a:t>
            </a:r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12B1D3-D9B5-6C46-95A3-5A8690CE55E7}"/>
              </a:ext>
            </a:extLst>
          </p:cNvPr>
          <p:cNvSpPr/>
          <p:nvPr/>
        </p:nvSpPr>
        <p:spPr>
          <a:xfrm>
            <a:off x="0" y="0"/>
            <a:ext cx="9144000" cy="243840"/>
          </a:xfrm>
          <a:prstGeom prst="rect">
            <a:avLst/>
          </a:prstGeom>
          <a:solidFill>
            <a:srgbClr val="F040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课程脉络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矩阵乘法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求解线性递推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矩阵快速幂优化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例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144F40A-5D7E-204D-AE3F-187C34B959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006" y="2458192"/>
            <a:ext cx="6547988" cy="2521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020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AAB6BC10-45DD-4477-83AF-883480AFB742}"/>
              </a:ext>
            </a:extLst>
          </p:cNvPr>
          <p:cNvGrpSpPr/>
          <p:nvPr/>
        </p:nvGrpSpPr>
        <p:grpSpPr>
          <a:xfrm>
            <a:off x="182880" y="406420"/>
            <a:ext cx="7410450" cy="523220"/>
            <a:chOff x="190500" y="383560"/>
            <a:chExt cx="7410450" cy="523220"/>
          </a:xfrm>
        </p:grpSpPr>
        <p:sp>
          <p:nvSpPr>
            <p:cNvPr id="36" name="平行四边形 35">
              <a:extLst>
                <a:ext uri="{FF2B5EF4-FFF2-40B4-BE49-F238E27FC236}">
                  <a16:creationId xmlns:a16="http://schemas.microsoft.com/office/drawing/2014/main" id="{F40A7694-6484-44E1-99C7-EDE95D900592}"/>
                </a:ext>
              </a:extLst>
            </p:cNvPr>
            <p:cNvSpPr/>
            <p:nvPr/>
          </p:nvSpPr>
          <p:spPr>
            <a:xfrm>
              <a:off x="190500" y="533400"/>
              <a:ext cx="845820" cy="373380"/>
            </a:xfrm>
            <a:prstGeom prst="parallelogram">
              <a:avLst/>
            </a:prstGeom>
            <a:solidFill>
              <a:srgbClr val="F04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FDB29133-41AD-4B3B-906E-5DEE9B7FE047}"/>
                </a:ext>
              </a:extLst>
            </p:cNvPr>
            <p:cNvSpPr txBox="1"/>
            <p:nvPr/>
          </p:nvSpPr>
          <p:spPr>
            <a:xfrm>
              <a:off x="506730" y="383560"/>
              <a:ext cx="70942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矩阵乘法</a:t>
              </a:r>
            </a:p>
          </p:txBody>
        </p:sp>
      </p:grp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E5B60183-BC48-4A9B-803F-FE5CBF31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1BD527-6E22-C747-B740-C7F6631E8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53331"/>
            <a:ext cx="7886700" cy="4351338"/>
          </a:xfrm>
        </p:spPr>
        <p:txBody>
          <a:bodyPr>
            <a:normAutofit/>
          </a:bodyPr>
          <a:lstStyle/>
          <a:p>
            <a:pPr defTabSz="45720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lang="zh-CN" altLang="en-US" sz="2000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推荐封装成一个结构体并且重载乘法运算符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EE9CEC5-A8CC-6E47-9F24-CF93EA267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200" y="1915381"/>
            <a:ext cx="6959600" cy="44069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72722FB5-BA10-5843-8A61-56F2913C5B45}"/>
              </a:ext>
            </a:extLst>
          </p:cNvPr>
          <p:cNvSpPr/>
          <p:nvPr/>
        </p:nvSpPr>
        <p:spPr>
          <a:xfrm>
            <a:off x="0" y="0"/>
            <a:ext cx="9144000" cy="243840"/>
          </a:xfrm>
          <a:prstGeom prst="rect">
            <a:avLst/>
          </a:prstGeom>
          <a:solidFill>
            <a:srgbClr val="F040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课程脉络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矩阵乘法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求解线性递推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矩阵快速幂优化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例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61386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占位符 4">
            <a:extLst>
              <a:ext uri="{FF2B5EF4-FFF2-40B4-BE49-F238E27FC236}">
                <a16:creationId xmlns:a16="http://schemas.microsoft.com/office/drawing/2014/main" id="{2782219E-605B-4A0D-8F55-E46229BF59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817"/>
          <a:stretch/>
        </p:blipFill>
        <p:spPr>
          <a:xfrm>
            <a:off x="-15452" y="-12326"/>
            <a:ext cx="9159452" cy="4086262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461007BA-07C3-4DD8-8798-7D3173F7E471}"/>
              </a:ext>
            </a:extLst>
          </p:cNvPr>
          <p:cNvGrpSpPr/>
          <p:nvPr/>
        </p:nvGrpSpPr>
        <p:grpSpPr>
          <a:xfrm>
            <a:off x="802881" y="3220887"/>
            <a:ext cx="7648586" cy="2501388"/>
            <a:chOff x="1200150" y="3107981"/>
            <a:chExt cx="9791700" cy="328917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3F9A6B05-7ED5-4F7C-AA64-18A3F997F137}"/>
                </a:ext>
              </a:extLst>
            </p:cNvPr>
            <p:cNvSpPr/>
            <p:nvPr/>
          </p:nvSpPr>
          <p:spPr>
            <a:xfrm>
              <a:off x="1664486" y="3107981"/>
              <a:ext cx="8945408" cy="3174172"/>
            </a:xfrm>
            <a:prstGeom prst="roundRect">
              <a:avLst>
                <a:gd name="adj" fmla="val 3205"/>
              </a:avLst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C09A6EA4-4FF5-4E8E-AB8F-7349BE02CD5E}"/>
                </a:ext>
              </a:extLst>
            </p:cNvPr>
            <p:cNvSpPr/>
            <p:nvPr/>
          </p:nvSpPr>
          <p:spPr>
            <a:xfrm>
              <a:off x="1463942" y="3222979"/>
              <a:ext cx="9346497" cy="3174172"/>
            </a:xfrm>
            <a:prstGeom prst="roundRect">
              <a:avLst>
                <a:gd name="adj" fmla="val 3205"/>
              </a:avLst>
            </a:prstGeom>
            <a:solidFill>
              <a:schemeClr val="bg1">
                <a:alpha val="9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BA5C651A-F6BF-4D75-A3D1-DDEB8CCADD03}"/>
                </a:ext>
              </a:extLst>
            </p:cNvPr>
            <p:cNvSpPr/>
            <p:nvPr/>
          </p:nvSpPr>
          <p:spPr>
            <a:xfrm>
              <a:off x="1200150" y="3365257"/>
              <a:ext cx="9791700" cy="2757614"/>
            </a:xfrm>
            <a:prstGeom prst="roundRect">
              <a:avLst>
                <a:gd name="adj" fmla="val 3205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F8F8F8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0" tIns="72000" rIns="540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457167">
                <a:lnSpc>
                  <a:spcPct val="120000"/>
                </a:lnSpc>
              </a:pPr>
              <a:endParaRPr lang="zh-CN" altLang="en-US" sz="24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9" name="标题 74">
            <a:extLst>
              <a:ext uri="{FF2B5EF4-FFF2-40B4-BE49-F238E27FC236}">
                <a16:creationId xmlns:a16="http://schemas.microsoft.com/office/drawing/2014/main" id="{FE4E37FF-6DE5-4CC8-8FB8-6127CB98D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8169" y="4161391"/>
            <a:ext cx="3044051" cy="670536"/>
          </a:xfrm>
        </p:spPr>
        <p:txBody>
          <a:bodyPr>
            <a:normAutofit fontScale="90000"/>
          </a:bodyPr>
          <a:lstStyle/>
          <a:p>
            <a:pPr algn="dist"/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</a:t>
            </a:r>
            <a:b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Fast</a:t>
            </a:r>
            <a:r>
              <a:rPr lang="zh-CN" alt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Power</a:t>
            </a:r>
            <a:r>
              <a:rPr lang="zh-CN" alt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of</a:t>
            </a:r>
            <a:r>
              <a:rPr lang="zh-CN" alt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Matrix </a:t>
            </a:r>
            <a:endParaRPr lang="zh-CN" altLang="en-US" sz="36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图表 9">
            <a:extLst>
              <a:ext uri="{FF2B5EF4-FFF2-40B4-BE49-F238E27FC236}">
                <a16:creationId xmlns:a16="http://schemas.microsoft.com/office/drawing/2014/main" id="{C2A16DD7-7E56-46E8-99BC-6C95E446C457}"/>
              </a:ext>
            </a:extLst>
          </p:cNvPr>
          <p:cNvGraphicFramePr/>
          <p:nvPr/>
        </p:nvGraphicFramePr>
        <p:xfrm>
          <a:off x="1381564" y="3754945"/>
          <a:ext cx="2179863" cy="1272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12" name="ba3e13bc-cc22-40db-8abb-361298693e2c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4872306A-C0C4-4EAA-A0CE-7D3D08B3D35A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7823002" y="73858"/>
            <a:ext cx="1228130" cy="313031"/>
            <a:chOff x="2866708" y="2481344"/>
            <a:chExt cx="6458593" cy="1879440"/>
          </a:xfrm>
          <a:solidFill>
            <a:schemeClr val="bg1"/>
          </a:solidFill>
        </p:grpSpPr>
        <p:grpSp>
          <p:nvGrpSpPr>
            <p:cNvPr id="16" name="ïSļïdè">
              <a:extLst>
                <a:ext uri="{FF2B5EF4-FFF2-40B4-BE49-F238E27FC236}">
                  <a16:creationId xmlns:a16="http://schemas.microsoft.com/office/drawing/2014/main" id="{FDADEC7D-9C4A-4753-B76D-1E0C37349221}"/>
                </a:ext>
              </a:extLst>
            </p:cNvPr>
            <p:cNvGrpSpPr/>
            <p:nvPr/>
          </p:nvGrpSpPr>
          <p:grpSpPr>
            <a:xfrm>
              <a:off x="2866708" y="2604783"/>
              <a:ext cx="1724148" cy="1756001"/>
              <a:chOff x="4810125" y="3095626"/>
              <a:chExt cx="687388" cy="700088"/>
            </a:xfrm>
            <a:grpFill/>
          </p:grpSpPr>
          <p:sp>
            <p:nvSpPr>
              <p:cNvPr id="46" name="íşḷidê">
                <a:extLst>
                  <a:ext uri="{FF2B5EF4-FFF2-40B4-BE49-F238E27FC236}">
                    <a16:creationId xmlns:a16="http://schemas.microsoft.com/office/drawing/2014/main" id="{D98EF6A1-CCEA-404A-AA7F-81F96F9A12C2}"/>
                  </a:ext>
                </a:extLst>
              </p:cNvPr>
              <p:cNvSpPr/>
              <p:nvPr/>
            </p:nvSpPr>
            <p:spPr bwMode="auto">
              <a:xfrm>
                <a:off x="4810125" y="3095626"/>
                <a:ext cx="687388" cy="700088"/>
              </a:xfrm>
              <a:custGeom>
                <a:avLst/>
                <a:gdLst>
                  <a:gd name="T0" fmla="*/ 104 w 208"/>
                  <a:gd name="T1" fmla="*/ 207 h 210"/>
                  <a:gd name="T2" fmla="*/ 4 w 208"/>
                  <a:gd name="T3" fmla="*/ 105 h 210"/>
                  <a:gd name="T4" fmla="*/ 104 w 208"/>
                  <a:gd name="T5" fmla="*/ 4 h 210"/>
                  <a:gd name="T6" fmla="*/ 204 w 208"/>
                  <a:gd name="T7" fmla="*/ 105 h 210"/>
                  <a:gd name="T8" fmla="*/ 104 w 208"/>
                  <a:gd name="T9" fmla="*/ 207 h 210"/>
                  <a:gd name="T10" fmla="*/ 104 w 208"/>
                  <a:gd name="T11" fmla="*/ 0 h 210"/>
                  <a:gd name="T12" fmla="*/ 0 w 208"/>
                  <a:gd name="T13" fmla="*/ 105 h 210"/>
                  <a:gd name="T14" fmla="*/ 104 w 208"/>
                  <a:gd name="T15" fmla="*/ 210 h 210"/>
                  <a:gd name="T16" fmla="*/ 208 w 208"/>
                  <a:gd name="T17" fmla="*/ 105 h 210"/>
                  <a:gd name="T18" fmla="*/ 104 w 208"/>
                  <a:gd name="T19" fmla="*/ 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8" h="210">
                    <a:moveTo>
                      <a:pt x="104" y="207"/>
                    </a:moveTo>
                    <a:cubicBezTo>
                      <a:pt x="49" y="207"/>
                      <a:pt x="4" y="161"/>
                      <a:pt x="4" y="105"/>
                    </a:cubicBezTo>
                    <a:cubicBezTo>
                      <a:pt x="4" y="49"/>
                      <a:pt x="49" y="4"/>
                      <a:pt x="104" y="4"/>
                    </a:cubicBezTo>
                    <a:cubicBezTo>
                      <a:pt x="159" y="4"/>
                      <a:pt x="204" y="49"/>
                      <a:pt x="204" y="105"/>
                    </a:cubicBezTo>
                    <a:cubicBezTo>
                      <a:pt x="204" y="161"/>
                      <a:pt x="159" y="207"/>
                      <a:pt x="104" y="207"/>
                    </a:cubicBezTo>
                    <a:close/>
                    <a:moveTo>
                      <a:pt x="104" y="0"/>
                    </a:moveTo>
                    <a:cubicBezTo>
                      <a:pt x="47" y="0"/>
                      <a:pt x="0" y="47"/>
                      <a:pt x="0" y="105"/>
                    </a:cubicBezTo>
                    <a:cubicBezTo>
                      <a:pt x="0" y="163"/>
                      <a:pt x="47" y="210"/>
                      <a:pt x="104" y="210"/>
                    </a:cubicBezTo>
                    <a:cubicBezTo>
                      <a:pt x="161" y="210"/>
                      <a:pt x="208" y="163"/>
                      <a:pt x="208" y="105"/>
                    </a:cubicBezTo>
                    <a:cubicBezTo>
                      <a:pt x="208" y="47"/>
                      <a:pt x="161" y="0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íSľïdé">
                <a:extLst>
                  <a:ext uri="{FF2B5EF4-FFF2-40B4-BE49-F238E27FC236}">
                    <a16:creationId xmlns:a16="http://schemas.microsoft.com/office/drawing/2014/main" id="{F254EC13-E0AC-4092-BAFE-B9D379CB19EC}"/>
                  </a:ext>
                </a:extLst>
              </p:cNvPr>
              <p:cNvSpPr/>
              <p:nvPr/>
            </p:nvSpPr>
            <p:spPr bwMode="auto">
              <a:xfrm>
                <a:off x="5384800" y="3559176"/>
                <a:ext cx="46038" cy="30163"/>
              </a:xfrm>
              <a:custGeom>
                <a:avLst/>
                <a:gdLst>
                  <a:gd name="T0" fmla="*/ 29 w 29"/>
                  <a:gd name="T1" fmla="*/ 13 h 19"/>
                  <a:gd name="T2" fmla="*/ 27 w 29"/>
                  <a:gd name="T3" fmla="*/ 19 h 19"/>
                  <a:gd name="T4" fmla="*/ 0 w 29"/>
                  <a:gd name="T5" fmla="*/ 6 h 19"/>
                  <a:gd name="T6" fmla="*/ 4 w 29"/>
                  <a:gd name="T7" fmla="*/ 0 h 19"/>
                  <a:gd name="T8" fmla="*/ 29 w 29"/>
                  <a:gd name="T9" fmla="*/ 13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19">
                    <a:moveTo>
                      <a:pt x="29" y="13"/>
                    </a:moveTo>
                    <a:lnTo>
                      <a:pt x="27" y="19"/>
                    </a:lnTo>
                    <a:lnTo>
                      <a:pt x="0" y="6"/>
                    </a:lnTo>
                    <a:lnTo>
                      <a:pt x="4" y="0"/>
                    </a:lnTo>
                    <a:lnTo>
                      <a:pt x="29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ïslíḋê">
                <a:extLst>
                  <a:ext uri="{FF2B5EF4-FFF2-40B4-BE49-F238E27FC236}">
                    <a16:creationId xmlns:a16="http://schemas.microsoft.com/office/drawing/2014/main" id="{CD9A8FD7-138F-4F51-8F50-1A7F398595E5}"/>
                  </a:ext>
                </a:extLst>
              </p:cNvPr>
              <p:cNvSpPr/>
              <p:nvPr/>
            </p:nvSpPr>
            <p:spPr bwMode="auto">
              <a:xfrm>
                <a:off x="5405438" y="3479801"/>
                <a:ext cx="49213" cy="42863"/>
              </a:xfrm>
              <a:custGeom>
                <a:avLst/>
                <a:gdLst>
                  <a:gd name="T0" fmla="*/ 31 w 31"/>
                  <a:gd name="T1" fmla="*/ 14 h 27"/>
                  <a:gd name="T2" fmla="*/ 29 w 31"/>
                  <a:gd name="T3" fmla="*/ 21 h 27"/>
                  <a:gd name="T4" fmla="*/ 19 w 31"/>
                  <a:gd name="T5" fmla="*/ 18 h 27"/>
                  <a:gd name="T6" fmla="*/ 0 w 31"/>
                  <a:gd name="T7" fmla="*/ 27 h 27"/>
                  <a:gd name="T8" fmla="*/ 2 w 31"/>
                  <a:gd name="T9" fmla="*/ 18 h 27"/>
                  <a:gd name="T10" fmla="*/ 14 w 31"/>
                  <a:gd name="T11" fmla="*/ 14 h 27"/>
                  <a:gd name="T12" fmla="*/ 4 w 31"/>
                  <a:gd name="T13" fmla="*/ 6 h 27"/>
                  <a:gd name="T14" fmla="*/ 4 w 31"/>
                  <a:gd name="T15" fmla="*/ 0 h 27"/>
                  <a:gd name="T16" fmla="*/ 19 w 31"/>
                  <a:gd name="T17" fmla="*/ 12 h 27"/>
                  <a:gd name="T18" fmla="*/ 31 w 31"/>
                  <a:gd name="T19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" h="27">
                    <a:moveTo>
                      <a:pt x="31" y="14"/>
                    </a:moveTo>
                    <a:lnTo>
                      <a:pt x="29" y="21"/>
                    </a:lnTo>
                    <a:lnTo>
                      <a:pt x="19" y="18"/>
                    </a:lnTo>
                    <a:lnTo>
                      <a:pt x="0" y="27"/>
                    </a:lnTo>
                    <a:lnTo>
                      <a:pt x="2" y="18"/>
                    </a:lnTo>
                    <a:lnTo>
                      <a:pt x="14" y="14"/>
                    </a:lnTo>
                    <a:lnTo>
                      <a:pt x="4" y="6"/>
                    </a:lnTo>
                    <a:lnTo>
                      <a:pt x="4" y="0"/>
                    </a:lnTo>
                    <a:lnTo>
                      <a:pt x="19" y="12"/>
                    </a:lnTo>
                    <a:lnTo>
                      <a:pt x="31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işļïḍè">
                <a:extLst>
                  <a:ext uri="{FF2B5EF4-FFF2-40B4-BE49-F238E27FC236}">
                    <a16:creationId xmlns:a16="http://schemas.microsoft.com/office/drawing/2014/main" id="{4830FFCB-3E89-4192-8203-0AAB5A627595}"/>
                  </a:ext>
                </a:extLst>
              </p:cNvPr>
              <p:cNvSpPr/>
              <p:nvPr/>
            </p:nvSpPr>
            <p:spPr bwMode="auto">
              <a:xfrm>
                <a:off x="5391150" y="3522663"/>
                <a:ext cx="50800" cy="36513"/>
              </a:xfrm>
              <a:custGeom>
                <a:avLst/>
                <a:gdLst>
                  <a:gd name="T0" fmla="*/ 32 w 32"/>
                  <a:gd name="T1" fmla="*/ 17 h 23"/>
                  <a:gd name="T2" fmla="*/ 32 w 32"/>
                  <a:gd name="T3" fmla="*/ 23 h 23"/>
                  <a:gd name="T4" fmla="*/ 9 w 32"/>
                  <a:gd name="T5" fmla="*/ 15 h 23"/>
                  <a:gd name="T6" fmla="*/ 7 w 32"/>
                  <a:gd name="T7" fmla="*/ 23 h 23"/>
                  <a:gd name="T8" fmla="*/ 0 w 32"/>
                  <a:gd name="T9" fmla="*/ 21 h 23"/>
                  <a:gd name="T10" fmla="*/ 9 w 32"/>
                  <a:gd name="T11" fmla="*/ 0 h 23"/>
                  <a:gd name="T12" fmla="*/ 13 w 32"/>
                  <a:gd name="T13" fmla="*/ 2 h 23"/>
                  <a:gd name="T14" fmla="*/ 11 w 32"/>
                  <a:gd name="T15" fmla="*/ 8 h 23"/>
                  <a:gd name="T16" fmla="*/ 32 w 32"/>
                  <a:gd name="T17" fmla="*/ 17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" h="23">
                    <a:moveTo>
                      <a:pt x="32" y="17"/>
                    </a:moveTo>
                    <a:lnTo>
                      <a:pt x="32" y="23"/>
                    </a:lnTo>
                    <a:lnTo>
                      <a:pt x="9" y="15"/>
                    </a:lnTo>
                    <a:lnTo>
                      <a:pt x="7" y="23"/>
                    </a:lnTo>
                    <a:lnTo>
                      <a:pt x="0" y="21"/>
                    </a:lnTo>
                    <a:lnTo>
                      <a:pt x="9" y="0"/>
                    </a:lnTo>
                    <a:lnTo>
                      <a:pt x="13" y="2"/>
                    </a:lnTo>
                    <a:lnTo>
                      <a:pt x="11" y="8"/>
                    </a:lnTo>
                    <a:lnTo>
                      <a:pt x="32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0" name="í$ļîḓé">
                <a:extLst>
                  <a:ext uri="{FF2B5EF4-FFF2-40B4-BE49-F238E27FC236}">
                    <a16:creationId xmlns:a16="http://schemas.microsoft.com/office/drawing/2014/main" id="{EF860E45-7BB8-4BAE-8E76-FF26B80DC424}"/>
                  </a:ext>
                </a:extLst>
              </p:cNvPr>
              <p:cNvSpPr/>
              <p:nvPr/>
            </p:nvSpPr>
            <p:spPr bwMode="auto">
              <a:xfrm>
                <a:off x="5368925" y="3579813"/>
                <a:ext cx="46038" cy="46038"/>
              </a:xfrm>
              <a:custGeom>
                <a:avLst/>
                <a:gdLst>
                  <a:gd name="T0" fmla="*/ 0 w 14"/>
                  <a:gd name="T1" fmla="*/ 6 h 14"/>
                  <a:gd name="T2" fmla="*/ 1 w 14"/>
                  <a:gd name="T3" fmla="*/ 3 h 14"/>
                  <a:gd name="T4" fmla="*/ 4 w 14"/>
                  <a:gd name="T5" fmla="*/ 1 h 14"/>
                  <a:gd name="T6" fmla="*/ 8 w 14"/>
                  <a:gd name="T7" fmla="*/ 1 h 14"/>
                  <a:gd name="T8" fmla="*/ 6 w 14"/>
                  <a:gd name="T9" fmla="*/ 4 h 14"/>
                  <a:gd name="T10" fmla="*/ 5 w 14"/>
                  <a:gd name="T11" fmla="*/ 3 h 14"/>
                  <a:gd name="T12" fmla="*/ 3 w 14"/>
                  <a:gd name="T13" fmla="*/ 5 h 14"/>
                  <a:gd name="T14" fmla="*/ 3 w 14"/>
                  <a:gd name="T15" fmla="*/ 6 h 14"/>
                  <a:gd name="T16" fmla="*/ 3 w 14"/>
                  <a:gd name="T17" fmla="*/ 7 h 14"/>
                  <a:gd name="T18" fmla="*/ 4 w 14"/>
                  <a:gd name="T19" fmla="*/ 7 h 14"/>
                  <a:gd name="T20" fmla="*/ 6 w 14"/>
                  <a:gd name="T21" fmla="*/ 6 h 14"/>
                  <a:gd name="T22" fmla="*/ 9 w 14"/>
                  <a:gd name="T23" fmla="*/ 4 h 14"/>
                  <a:gd name="T24" fmla="*/ 11 w 14"/>
                  <a:gd name="T25" fmla="*/ 3 h 14"/>
                  <a:gd name="T26" fmla="*/ 13 w 14"/>
                  <a:gd name="T27" fmla="*/ 4 h 14"/>
                  <a:gd name="T28" fmla="*/ 14 w 14"/>
                  <a:gd name="T29" fmla="*/ 6 h 14"/>
                  <a:gd name="T30" fmla="*/ 14 w 14"/>
                  <a:gd name="T31" fmla="*/ 8 h 14"/>
                  <a:gd name="T32" fmla="*/ 13 w 14"/>
                  <a:gd name="T33" fmla="*/ 11 h 14"/>
                  <a:gd name="T34" fmla="*/ 10 w 14"/>
                  <a:gd name="T35" fmla="*/ 14 h 14"/>
                  <a:gd name="T36" fmla="*/ 6 w 14"/>
                  <a:gd name="T37" fmla="*/ 13 h 14"/>
                  <a:gd name="T38" fmla="*/ 7 w 14"/>
                  <a:gd name="T39" fmla="*/ 11 h 14"/>
                  <a:gd name="T40" fmla="*/ 10 w 14"/>
                  <a:gd name="T41" fmla="*/ 11 h 14"/>
                  <a:gd name="T42" fmla="*/ 11 w 14"/>
                  <a:gd name="T43" fmla="*/ 10 h 14"/>
                  <a:gd name="T44" fmla="*/ 12 w 14"/>
                  <a:gd name="T45" fmla="*/ 8 h 14"/>
                  <a:gd name="T46" fmla="*/ 11 w 14"/>
                  <a:gd name="T47" fmla="*/ 6 h 14"/>
                  <a:gd name="T48" fmla="*/ 10 w 14"/>
                  <a:gd name="T49" fmla="*/ 6 h 14"/>
                  <a:gd name="T50" fmla="*/ 9 w 14"/>
                  <a:gd name="T51" fmla="*/ 7 h 14"/>
                  <a:gd name="T52" fmla="*/ 7 w 14"/>
                  <a:gd name="T53" fmla="*/ 8 h 14"/>
                  <a:gd name="T54" fmla="*/ 5 w 14"/>
                  <a:gd name="T55" fmla="*/ 10 h 14"/>
                  <a:gd name="T56" fmla="*/ 2 w 14"/>
                  <a:gd name="T57" fmla="*/ 9 h 14"/>
                  <a:gd name="T58" fmla="*/ 0 w 14"/>
                  <a:gd name="T59" fmla="*/ 8 h 14"/>
                  <a:gd name="T60" fmla="*/ 0 w 14"/>
                  <a:gd name="T61" fmla="*/ 6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4" h="14">
                    <a:moveTo>
                      <a:pt x="0" y="6"/>
                    </a:moveTo>
                    <a:cubicBezTo>
                      <a:pt x="0" y="5"/>
                      <a:pt x="1" y="4"/>
                      <a:pt x="1" y="3"/>
                    </a:cubicBezTo>
                    <a:cubicBezTo>
                      <a:pt x="2" y="2"/>
                      <a:pt x="3" y="1"/>
                      <a:pt x="4" y="1"/>
                    </a:cubicBezTo>
                    <a:cubicBezTo>
                      <a:pt x="5" y="0"/>
                      <a:pt x="7" y="1"/>
                      <a:pt x="8" y="1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3"/>
                      <a:pt x="5" y="3"/>
                      <a:pt x="5" y="3"/>
                    </a:cubicBezTo>
                    <a:cubicBezTo>
                      <a:pt x="4" y="4"/>
                      <a:pt x="4" y="4"/>
                      <a:pt x="3" y="5"/>
                    </a:cubicBezTo>
                    <a:cubicBezTo>
                      <a:pt x="3" y="5"/>
                      <a:pt x="2" y="6"/>
                      <a:pt x="3" y="6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3" y="7"/>
                      <a:pt x="4" y="7"/>
                      <a:pt x="4" y="7"/>
                    </a:cubicBezTo>
                    <a:cubicBezTo>
                      <a:pt x="4" y="7"/>
                      <a:pt x="5" y="7"/>
                      <a:pt x="6" y="6"/>
                    </a:cubicBezTo>
                    <a:cubicBezTo>
                      <a:pt x="7" y="5"/>
                      <a:pt x="8" y="4"/>
                      <a:pt x="9" y="4"/>
                    </a:cubicBezTo>
                    <a:cubicBezTo>
                      <a:pt x="9" y="4"/>
                      <a:pt x="10" y="3"/>
                      <a:pt x="11" y="3"/>
                    </a:cubicBezTo>
                    <a:cubicBezTo>
                      <a:pt x="11" y="3"/>
                      <a:pt x="12" y="4"/>
                      <a:pt x="13" y="4"/>
                    </a:cubicBezTo>
                    <a:cubicBezTo>
                      <a:pt x="13" y="5"/>
                      <a:pt x="14" y="5"/>
                      <a:pt x="14" y="6"/>
                    </a:cubicBezTo>
                    <a:cubicBezTo>
                      <a:pt x="14" y="7"/>
                      <a:pt x="14" y="7"/>
                      <a:pt x="14" y="8"/>
                    </a:cubicBezTo>
                    <a:cubicBezTo>
                      <a:pt x="14" y="9"/>
                      <a:pt x="14" y="10"/>
                      <a:pt x="13" y="11"/>
                    </a:cubicBezTo>
                    <a:cubicBezTo>
                      <a:pt x="12" y="12"/>
                      <a:pt x="11" y="13"/>
                      <a:pt x="10" y="14"/>
                    </a:cubicBezTo>
                    <a:cubicBezTo>
                      <a:pt x="9" y="14"/>
                      <a:pt x="7" y="14"/>
                      <a:pt x="6" y="13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8" y="11"/>
                      <a:pt x="9" y="11"/>
                      <a:pt x="10" y="11"/>
                    </a:cubicBezTo>
                    <a:cubicBezTo>
                      <a:pt x="10" y="11"/>
                      <a:pt x="11" y="10"/>
                      <a:pt x="11" y="10"/>
                    </a:cubicBezTo>
                    <a:cubicBezTo>
                      <a:pt x="12" y="9"/>
                      <a:pt x="12" y="8"/>
                      <a:pt x="12" y="8"/>
                    </a:cubicBezTo>
                    <a:cubicBezTo>
                      <a:pt x="12" y="7"/>
                      <a:pt x="12" y="7"/>
                      <a:pt x="11" y="6"/>
                    </a:cubicBezTo>
                    <a:cubicBezTo>
                      <a:pt x="11" y="6"/>
                      <a:pt x="11" y="6"/>
                      <a:pt x="10" y="6"/>
                    </a:cubicBezTo>
                    <a:cubicBezTo>
                      <a:pt x="10" y="6"/>
                      <a:pt x="10" y="6"/>
                      <a:pt x="9" y="7"/>
                    </a:cubicBezTo>
                    <a:cubicBezTo>
                      <a:pt x="9" y="7"/>
                      <a:pt x="8" y="7"/>
                      <a:pt x="7" y="8"/>
                    </a:cubicBezTo>
                    <a:cubicBezTo>
                      <a:pt x="6" y="9"/>
                      <a:pt x="5" y="10"/>
                      <a:pt x="5" y="10"/>
                    </a:cubicBezTo>
                    <a:cubicBezTo>
                      <a:pt x="4" y="10"/>
                      <a:pt x="3" y="10"/>
                      <a:pt x="2" y="9"/>
                    </a:cubicBezTo>
                    <a:cubicBezTo>
                      <a:pt x="1" y="9"/>
                      <a:pt x="1" y="9"/>
                      <a:pt x="0" y="8"/>
                    </a:cubicBezTo>
                    <a:cubicBezTo>
                      <a:pt x="0" y="7"/>
                      <a:pt x="0" y="7"/>
                      <a:pt x="0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íşļíḑè">
                <a:extLst>
                  <a:ext uri="{FF2B5EF4-FFF2-40B4-BE49-F238E27FC236}">
                    <a16:creationId xmlns:a16="http://schemas.microsoft.com/office/drawing/2014/main" id="{47A905E5-018C-47A3-9365-F9BA3A00BA5E}"/>
                  </a:ext>
                </a:extLst>
              </p:cNvPr>
              <p:cNvSpPr/>
              <p:nvPr/>
            </p:nvSpPr>
            <p:spPr bwMode="auto">
              <a:xfrm>
                <a:off x="5335588" y="3616326"/>
                <a:ext cx="60325" cy="52388"/>
              </a:xfrm>
              <a:custGeom>
                <a:avLst/>
                <a:gdLst>
                  <a:gd name="T0" fmla="*/ 12 w 18"/>
                  <a:gd name="T1" fmla="*/ 9 h 16"/>
                  <a:gd name="T2" fmla="*/ 10 w 18"/>
                  <a:gd name="T3" fmla="*/ 8 h 16"/>
                  <a:gd name="T4" fmla="*/ 9 w 18"/>
                  <a:gd name="T5" fmla="*/ 9 h 16"/>
                  <a:gd name="T6" fmla="*/ 8 w 18"/>
                  <a:gd name="T7" fmla="*/ 9 h 16"/>
                  <a:gd name="T8" fmla="*/ 8 w 18"/>
                  <a:gd name="T9" fmla="*/ 10 h 16"/>
                  <a:gd name="T10" fmla="*/ 12 w 18"/>
                  <a:gd name="T11" fmla="*/ 14 h 16"/>
                  <a:gd name="T12" fmla="*/ 10 w 18"/>
                  <a:gd name="T13" fmla="*/ 16 h 16"/>
                  <a:gd name="T14" fmla="*/ 0 w 18"/>
                  <a:gd name="T15" fmla="*/ 7 h 16"/>
                  <a:gd name="T16" fmla="*/ 4 w 18"/>
                  <a:gd name="T17" fmla="*/ 2 h 16"/>
                  <a:gd name="T18" fmla="*/ 6 w 18"/>
                  <a:gd name="T19" fmla="*/ 0 h 16"/>
                  <a:gd name="T20" fmla="*/ 8 w 18"/>
                  <a:gd name="T21" fmla="*/ 0 h 16"/>
                  <a:gd name="T22" fmla="*/ 10 w 18"/>
                  <a:gd name="T23" fmla="*/ 1 h 16"/>
                  <a:gd name="T24" fmla="*/ 12 w 18"/>
                  <a:gd name="T25" fmla="*/ 3 h 16"/>
                  <a:gd name="T26" fmla="*/ 11 w 18"/>
                  <a:gd name="T27" fmla="*/ 6 h 16"/>
                  <a:gd name="T28" fmla="*/ 12 w 18"/>
                  <a:gd name="T29" fmla="*/ 6 h 16"/>
                  <a:gd name="T30" fmla="*/ 15 w 18"/>
                  <a:gd name="T31" fmla="*/ 6 h 16"/>
                  <a:gd name="T32" fmla="*/ 18 w 18"/>
                  <a:gd name="T33" fmla="*/ 7 h 16"/>
                  <a:gd name="T34" fmla="*/ 16 w 18"/>
                  <a:gd name="T35" fmla="*/ 9 h 16"/>
                  <a:gd name="T36" fmla="*/ 12 w 18"/>
                  <a:gd name="T37" fmla="*/ 9 h 16"/>
                  <a:gd name="T38" fmla="*/ 9 w 18"/>
                  <a:gd name="T39" fmla="*/ 5 h 16"/>
                  <a:gd name="T40" fmla="*/ 9 w 18"/>
                  <a:gd name="T41" fmla="*/ 4 h 16"/>
                  <a:gd name="T42" fmla="*/ 8 w 18"/>
                  <a:gd name="T43" fmla="*/ 3 h 16"/>
                  <a:gd name="T44" fmla="*/ 7 w 18"/>
                  <a:gd name="T45" fmla="*/ 3 h 16"/>
                  <a:gd name="T46" fmla="*/ 6 w 18"/>
                  <a:gd name="T47" fmla="*/ 3 h 16"/>
                  <a:gd name="T48" fmla="*/ 5 w 18"/>
                  <a:gd name="T49" fmla="*/ 5 h 16"/>
                  <a:gd name="T50" fmla="*/ 3 w 18"/>
                  <a:gd name="T51" fmla="*/ 6 h 16"/>
                  <a:gd name="T52" fmla="*/ 6 w 18"/>
                  <a:gd name="T53" fmla="*/ 8 h 16"/>
                  <a:gd name="T54" fmla="*/ 7 w 18"/>
                  <a:gd name="T55" fmla="*/ 7 h 16"/>
                  <a:gd name="T56" fmla="*/ 9 w 18"/>
                  <a:gd name="T57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" h="16">
                    <a:moveTo>
                      <a:pt x="12" y="9"/>
                    </a:moveTo>
                    <a:cubicBezTo>
                      <a:pt x="11" y="8"/>
                      <a:pt x="10" y="8"/>
                      <a:pt x="10" y="8"/>
                    </a:cubicBezTo>
                    <a:cubicBezTo>
                      <a:pt x="10" y="8"/>
                      <a:pt x="9" y="8"/>
                      <a:pt x="9" y="9"/>
                    </a:cubicBezTo>
                    <a:cubicBezTo>
                      <a:pt x="9" y="9"/>
                      <a:pt x="8" y="9"/>
                      <a:pt x="8" y="9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12" y="14"/>
                      <a:pt x="12" y="14"/>
                      <a:pt x="12" y="14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1"/>
                      <a:pt x="6" y="1"/>
                      <a:pt x="6" y="0"/>
                    </a:cubicBezTo>
                    <a:cubicBezTo>
                      <a:pt x="7" y="0"/>
                      <a:pt x="8" y="0"/>
                      <a:pt x="8" y="0"/>
                    </a:cubicBezTo>
                    <a:cubicBezTo>
                      <a:pt x="9" y="0"/>
                      <a:pt x="10" y="1"/>
                      <a:pt x="10" y="1"/>
                    </a:cubicBezTo>
                    <a:cubicBezTo>
                      <a:pt x="11" y="2"/>
                      <a:pt x="11" y="3"/>
                      <a:pt x="12" y="3"/>
                    </a:cubicBezTo>
                    <a:cubicBezTo>
                      <a:pt x="12" y="4"/>
                      <a:pt x="11" y="5"/>
                      <a:pt x="11" y="6"/>
                    </a:cubicBezTo>
                    <a:cubicBezTo>
                      <a:pt x="11" y="6"/>
                      <a:pt x="12" y="6"/>
                      <a:pt x="12" y="6"/>
                    </a:cubicBezTo>
                    <a:cubicBezTo>
                      <a:pt x="13" y="6"/>
                      <a:pt x="14" y="6"/>
                      <a:pt x="15" y="6"/>
                    </a:cubicBezTo>
                    <a:cubicBezTo>
                      <a:pt x="18" y="7"/>
                      <a:pt x="18" y="7"/>
                      <a:pt x="18" y="7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2" y="9"/>
                      <a:pt x="12" y="9"/>
                      <a:pt x="12" y="9"/>
                    </a:cubicBezTo>
                    <a:close/>
                    <a:moveTo>
                      <a:pt x="9" y="5"/>
                    </a:moveTo>
                    <a:cubicBezTo>
                      <a:pt x="9" y="5"/>
                      <a:pt x="9" y="4"/>
                      <a:pt x="9" y="4"/>
                    </a:cubicBezTo>
                    <a:cubicBezTo>
                      <a:pt x="9" y="4"/>
                      <a:pt x="9" y="4"/>
                      <a:pt x="8" y="3"/>
                    </a:cubicBezTo>
                    <a:cubicBezTo>
                      <a:pt x="8" y="3"/>
                      <a:pt x="8" y="3"/>
                      <a:pt x="7" y="3"/>
                    </a:cubicBezTo>
                    <a:cubicBezTo>
                      <a:pt x="7" y="3"/>
                      <a:pt x="7" y="3"/>
                      <a:pt x="6" y="3"/>
                    </a:cubicBez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8" y="6"/>
                      <a:pt x="9" y="5"/>
                      <a:pt x="9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2" name="î$1îḋé">
                <a:extLst>
                  <a:ext uri="{FF2B5EF4-FFF2-40B4-BE49-F238E27FC236}">
                    <a16:creationId xmlns:a16="http://schemas.microsoft.com/office/drawing/2014/main" id="{B3C50769-1FD6-4599-9F0F-E27B386FCB4E}"/>
                  </a:ext>
                </a:extLst>
              </p:cNvPr>
              <p:cNvSpPr/>
              <p:nvPr/>
            </p:nvSpPr>
            <p:spPr bwMode="auto">
              <a:xfrm>
                <a:off x="5302250" y="3641726"/>
                <a:ext cx="57150" cy="57150"/>
              </a:xfrm>
              <a:custGeom>
                <a:avLst/>
                <a:gdLst>
                  <a:gd name="T0" fmla="*/ 19 w 36"/>
                  <a:gd name="T1" fmla="*/ 36 h 36"/>
                  <a:gd name="T2" fmla="*/ 0 w 36"/>
                  <a:gd name="T3" fmla="*/ 15 h 36"/>
                  <a:gd name="T4" fmla="*/ 17 w 36"/>
                  <a:gd name="T5" fmla="*/ 0 h 36"/>
                  <a:gd name="T6" fmla="*/ 19 w 36"/>
                  <a:gd name="T7" fmla="*/ 5 h 36"/>
                  <a:gd name="T8" fmla="*/ 9 w 36"/>
                  <a:gd name="T9" fmla="*/ 15 h 36"/>
                  <a:gd name="T10" fmla="*/ 13 w 36"/>
                  <a:gd name="T11" fmla="*/ 19 h 36"/>
                  <a:gd name="T12" fmla="*/ 23 w 36"/>
                  <a:gd name="T13" fmla="*/ 11 h 36"/>
                  <a:gd name="T14" fmla="*/ 25 w 36"/>
                  <a:gd name="T15" fmla="*/ 15 h 36"/>
                  <a:gd name="T16" fmla="*/ 15 w 36"/>
                  <a:gd name="T17" fmla="*/ 24 h 36"/>
                  <a:gd name="T18" fmla="*/ 19 w 36"/>
                  <a:gd name="T19" fmla="*/ 30 h 36"/>
                  <a:gd name="T20" fmla="*/ 31 w 36"/>
                  <a:gd name="T21" fmla="*/ 19 h 36"/>
                  <a:gd name="T22" fmla="*/ 36 w 36"/>
                  <a:gd name="T23" fmla="*/ 24 h 36"/>
                  <a:gd name="T24" fmla="*/ 19 w 36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" h="36">
                    <a:moveTo>
                      <a:pt x="19" y="36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19" y="5"/>
                    </a:lnTo>
                    <a:lnTo>
                      <a:pt x="9" y="15"/>
                    </a:lnTo>
                    <a:lnTo>
                      <a:pt x="13" y="19"/>
                    </a:lnTo>
                    <a:lnTo>
                      <a:pt x="23" y="11"/>
                    </a:lnTo>
                    <a:lnTo>
                      <a:pt x="25" y="15"/>
                    </a:lnTo>
                    <a:lnTo>
                      <a:pt x="15" y="24"/>
                    </a:lnTo>
                    <a:lnTo>
                      <a:pt x="19" y="30"/>
                    </a:lnTo>
                    <a:lnTo>
                      <a:pt x="31" y="19"/>
                    </a:lnTo>
                    <a:lnTo>
                      <a:pt x="36" y="24"/>
                    </a:lnTo>
                    <a:lnTo>
                      <a:pt x="19" y="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3" name="isļiḋê">
                <a:extLst>
                  <a:ext uri="{FF2B5EF4-FFF2-40B4-BE49-F238E27FC236}">
                    <a16:creationId xmlns:a16="http://schemas.microsoft.com/office/drawing/2014/main" id="{DF39C0CD-F391-4B36-8104-CF10B1316DDB}"/>
                  </a:ext>
                </a:extLst>
              </p:cNvPr>
              <p:cNvSpPr/>
              <p:nvPr/>
            </p:nvSpPr>
            <p:spPr bwMode="auto">
              <a:xfrm>
                <a:off x="5262563" y="3665538"/>
                <a:ext cx="46038" cy="53975"/>
              </a:xfrm>
              <a:custGeom>
                <a:avLst/>
                <a:gdLst>
                  <a:gd name="T0" fmla="*/ 23 w 29"/>
                  <a:gd name="T1" fmla="*/ 0 h 34"/>
                  <a:gd name="T2" fmla="*/ 29 w 29"/>
                  <a:gd name="T3" fmla="*/ 30 h 34"/>
                  <a:gd name="T4" fmla="*/ 23 w 29"/>
                  <a:gd name="T5" fmla="*/ 34 h 34"/>
                  <a:gd name="T6" fmla="*/ 0 w 29"/>
                  <a:gd name="T7" fmla="*/ 15 h 34"/>
                  <a:gd name="T8" fmla="*/ 7 w 29"/>
                  <a:gd name="T9" fmla="*/ 11 h 34"/>
                  <a:gd name="T10" fmla="*/ 23 w 29"/>
                  <a:gd name="T11" fmla="*/ 25 h 34"/>
                  <a:gd name="T12" fmla="*/ 19 w 29"/>
                  <a:gd name="T13" fmla="*/ 4 h 34"/>
                  <a:gd name="T14" fmla="*/ 23 w 29"/>
                  <a:gd name="T15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9" h="34">
                    <a:moveTo>
                      <a:pt x="23" y="0"/>
                    </a:moveTo>
                    <a:lnTo>
                      <a:pt x="29" y="30"/>
                    </a:lnTo>
                    <a:lnTo>
                      <a:pt x="23" y="34"/>
                    </a:lnTo>
                    <a:lnTo>
                      <a:pt x="0" y="15"/>
                    </a:lnTo>
                    <a:lnTo>
                      <a:pt x="7" y="11"/>
                    </a:lnTo>
                    <a:lnTo>
                      <a:pt x="23" y="25"/>
                    </a:lnTo>
                    <a:lnTo>
                      <a:pt x="19" y="4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4" name="íşḷíďè">
                <a:extLst>
                  <a:ext uri="{FF2B5EF4-FFF2-40B4-BE49-F238E27FC236}">
                    <a16:creationId xmlns:a16="http://schemas.microsoft.com/office/drawing/2014/main" id="{E3313441-9841-486D-9E6A-3820D270968E}"/>
                  </a:ext>
                </a:extLst>
              </p:cNvPr>
              <p:cNvSpPr/>
              <p:nvPr/>
            </p:nvSpPr>
            <p:spPr bwMode="auto">
              <a:xfrm>
                <a:off x="5249863" y="3689351"/>
                <a:ext cx="26988" cy="42863"/>
              </a:xfrm>
              <a:custGeom>
                <a:avLst/>
                <a:gdLst>
                  <a:gd name="T0" fmla="*/ 17 w 17"/>
                  <a:gd name="T1" fmla="*/ 25 h 27"/>
                  <a:gd name="T2" fmla="*/ 12 w 17"/>
                  <a:gd name="T3" fmla="*/ 27 h 27"/>
                  <a:gd name="T4" fmla="*/ 0 w 17"/>
                  <a:gd name="T5" fmla="*/ 2 h 27"/>
                  <a:gd name="T6" fmla="*/ 6 w 17"/>
                  <a:gd name="T7" fmla="*/ 0 h 27"/>
                  <a:gd name="T8" fmla="*/ 17 w 17"/>
                  <a:gd name="T9" fmla="*/ 2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7">
                    <a:moveTo>
                      <a:pt x="17" y="25"/>
                    </a:moveTo>
                    <a:lnTo>
                      <a:pt x="12" y="27"/>
                    </a:lnTo>
                    <a:lnTo>
                      <a:pt x="0" y="2"/>
                    </a:lnTo>
                    <a:lnTo>
                      <a:pt x="6" y="0"/>
                    </a:lnTo>
                    <a:lnTo>
                      <a:pt x="17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5" name="ïṩľíḓê">
                <a:extLst>
                  <a:ext uri="{FF2B5EF4-FFF2-40B4-BE49-F238E27FC236}">
                    <a16:creationId xmlns:a16="http://schemas.microsoft.com/office/drawing/2014/main" id="{F55D3F91-D03F-475E-BCF7-B3EEAC951C17}"/>
                  </a:ext>
                </a:extLst>
              </p:cNvPr>
              <p:cNvSpPr/>
              <p:nvPr/>
            </p:nvSpPr>
            <p:spPr bwMode="auto">
              <a:xfrm>
                <a:off x="5207000" y="3695701"/>
                <a:ext cx="46038" cy="53975"/>
              </a:xfrm>
              <a:custGeom>
                <a:avLst/>
                <a:gdLst>
                  <a:gd name="T0" fmla="*/ 23 w 29"/>
                  <a:gd name="T1" fmla="*/ 0 h 34"/>
                  <a:gd name="T2" fmla="*/ 29 w 29"/>
                  <a:gd name="T3" fmla="*/ 27 h 34"/>
                  <a:gd name="T4" fmla="*/ 25 w 29"/>
                  <a:gd name="T5" fmla="*/ 29 h 34"/>
                  <a:gd name="T6" fmla="*/ 8 w 29"/>
                  <a:gd name="T7" fmla="*/ 15 h 34"/>
                  <a:gd name="T8" fmla="*/ 12 w 29"/>
                  <a:gd name="T9" fmla="*/ 32 h 34"/>
                  <a:gd name="T10" fmla="*/ 8 w 29"/>
                  <a:gd name="T11" fmla="*/ 34 h 34"/>
                  <a:gd name="T12" fmla="*/ 0 w 29"/>
                  <a:gd name="T13" fmla="*/ 6 h 34"/>
                  <a:gd name="T14" fmla="*/ 6 w 29"/>
                  <a:gd name="T15" fmla="*/ 4 h 34"/>
                  <a:gd name="T16" fmla="*/ 23 w 29"/>
                  <a:gd name="T17" fmla="*/ 19 h 34"/>
                  <a:gd name="T18" fmla="*/ 17 w 29"/>
                  <a:gd name="T19" fmla="*/ 2 h 34"/>
                  <a:gd name="T20" fmla="*/ 23 w 29"/>
                  <a:gd name="T21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9" h="34">
                    <a:moveTo>
                      <a:pt x="23" y="0"/>
                    </a:moveTo>
                    <a:lnTo>
                      <a:pt x="29" y="27"/>
                    </a:lnTo>
                    <a:lnTo>
                      <a:pt x="25" y="29"/>
                    </a:lnTo>
                    <a:lnTo>
                      <a:pt x="8" y="15"/>
                    </a:lnTo>
                    <a:lnTo>
                      <a:pt x="12" y="32"/>
                    </a:lnTo>
                    <a:lnTo>
                      <a:pt x="8" y="34"/>
                    </a:lnTo>
                    <a:lnTo>
                      <a:pt x="0" y="6"/>
                    </a:lnTo>
                    <a:lnTo>
                      <a:pt x="6" y="4"/>
                    </a:lnTo>
                    <a:lnTo>
                      <a:pt x="23" y="19"/>
                    </a:lnTo>
                    <a:lnTo>
                      <a:pt x="17" y="2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6" name="íšlïḑe">
                <a:extLst>
                  <a:ext uri="{FF2B5EF4-FFF2-40B4-BE49-F238E27FC236}">
                    <a16:creationId xmlns:a16="http://schemas.microsoft.com/office/drawing/2014/main" id="{63DA53E3-4A5C-4ECF-A17F-7855ECDFA9E2}"/>
                  </a:ext>
                </a:extLst>
              </p:cNvPr>
              <p:cNvSpPr/>
              <p:nvPr/>
            </p:nvSpPr>
            <p:spPr bwMode="auto">
              <a:xfrm>
                <a:off x="5164138" y="3705226"/>
                <a:ext cx="36513" cy="50800"/>
              </a:xfrm>
              <a:custGeom>
                <a:avLst/>
                <a:gdLst>
                  <a:gd name="T0" fmla="*/ 9 w 11"/>
                  <a:gd name="T1" fmla="*/ 8 h 15"/>
                  <a:gd name="T2" fmla="*/ 8 w 11"/>
                  <a:gd name="T3" fmla="*/ 1 h 15"/>
                  <a:gd name="T4" fmla="*/ 11 w 11"/>
                  <a:gd name="T5" fmla="*/ 0 h 15"/>
                  <a:gd name="T6" fmla="*/ 11 w 11"/>
                  <a:gd name="T7" fmla="*/ 7 h 15"/>
                  <a:gd name="T8" fmla="*/ 11 w 11"/>
                  <a:gd name="T9" fmla="*/ 11 h 15"/>
                  <a:gd name="T10" fmla="*/ 11 w 11"/>
                  <a:gd name="T11" fmla="*/ 13 h 15"/>
                  <a:gd name="T12" fmla="*/ 9 w 11"/>
                  <a:gd name="T13" fmla="*/ 14 h 15"/>
                  <a:gd name="T14" fmla="*/ 7 w 11"/>
                  <a:gd name="T15" fmla="*/ 14 h 15"/>
                  <a:gd name="T16" fmla="*/ 4 w 11"/>
                  <a:gd name="T17" fmla="*/ 14 h 15"/>
                  <a:gd name="T18" fmla="*/ 2 w 11"/>
                  <a:gd name="T19" fmla="*/ 13 h 15"/>
                  <a:gd name="T20" fmla="*/ 1 w 11"/>
                  <a:gd name="T21" fmla="*/ 12 h 15"/>
                  <a:gd name="T22" fmla="*/ 1 w 11"/>
                  <a:gd name="T23" fmla="*/ 8 h 15"/>
                  <a:gd name="T24" fmla="*/ 0 w 11"/>
                  <a:gd name="T25" fmla="*/ 1 h 15"/>
                  <a:gd name="T26" fmla="*/ 3 w 11"/>
                  <a:gd name="T27" fmla="*/ 1 h 15"/>
                  <a:gd name="T28" fmla="*/ 3 w 11"/>
                  <a:gd name="T29" fmla="*/ 8 h 15"/>
                  <a:gd name="T30" fmla="*/ 4 w 11"/>
                  <a:gd name="T31" fmla="*/ 11 h 15"/>
                  <a:gd name="T32" fmla="*/ 4 w 11"/>
                  <a:gd name="T33" fmla="*/ 12 h 15"/>
                  <a:gd name="T34" fmla="*/ 6 w 11"/>
                  <a:gd name="T35" fmla="*/ 12 h 15"/>
                  <a:gd name="T36" fmla="*/ 8 w 11"/>
                  <a:gd name="T37" fmla="*/ 12 h 15"/>
                  <a:gd name="T38" fmla="*/ 9 w 11"/>
                  <a:gd name="T39" fmla="*/ 10 h 15"/>
                  <a:gd name="T40" fmla="*/ 9 w 11"/>
                  <a:gd name="T41" fmla="*/ 8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1" h="15">
                    <a:moveTo>
                      <a:pt x="9" y="8"/>
                    </a:moveTo>
                    <a:cubicBezTo>
                      <a:pt x="8" y="1"/>
                      <a:pt x="8" y="1"/>
                      <a:pt x="8" y="1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11" y="10"/>
                      <a:pt x="11" y="11"/>
                    </a:cubicBezTo>
                    <a:cubicBezTo>
                      <a:pt x="11" y="12"/>
                      <a:pt x="11" y="12"/>
                      <a:pt x="11" y="13"/>
                    </a:cubicBezTo>
                    <a:cubicBezTo>
                      <a:pt x="10" y="13"/>
                      <a:pt x="10" y="14"/>
                      <a:pt x="9" y="14"/>
                    </a:cubicBezTo>
                    <a:cubicBezTo>
                      <a:pt x="9" y="14"/>
                      <a:pt x="8" y="14"/>
                      <a:pt x="7" y="14"/>
                    </a:cubicBezTo>
                    <a:cubicBezTo>
                      <a:pt x="5" y="15"/>
                      <a:pt x="4" y="15"/>
                      <a:pt x="4" y="14"/>
                    </a:cubicBezTo>
                    <a:cubicBezTo>
                      <a:pt x="3" y="14"/>
                      <a:pt x="2" y="14"/>
                      <a:pt x="2" y="13"/>
                    </a:cubicBezTo>
                    <a:cubicBezTo>
                      <a:pt x="2" y="13"/>
                      <a:pt x="1" y="12"/>
                      <a:pt x="1" y="12"/>
                    </a:cubicBezTo>
                    <a:cubicBezTo>
                      <a:pt x="1" y="11"/>
                      <a:pt x="1" y="10"/>
                      <a:pt x="1" y="8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3" y="9"/>
                      <a:pt x="3" y="10"/>
                      <a:pt x="4" y="11"/>
                    </a:cubicBezTo>
                    <a:cubicBezTo>
                      <a:pt x="4" y="11"/>
                      <a:pt x="4" y="12"/>
                      <a:pt x="4" y="12"/>
                    </a:cubicBezTo>
                    <a:cubicBezTo>
                      <a:pt x="5" y="12"/>
                      <a:pt x="6" y="12"/>
                      <a:pt x="6" y="12"/>
                    </a:cubicBezTo>
                    <a:cubicBezTo>
                      <a:pt x="7" y="12"/>
                      <a:pt x="8" y="12"/>
                      <a:pt x="8" y="12"/>
                    </a:cubicBezTo>
                    <a:cubicBezTo>
                      <a:pt x="8" y="11"/>
                      <a:pt x="9" y="11"/>
                      <a:pt x="9" y="10"/>
                    </a:cubicBezTo>
                    <a:cubicBezTo>
                      <a:pt x="9" y="10"/>
                      <a:pt x="9" y="9"/>
                      <a:pt x="9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7" name="iṥļïḓê">
                <a:extLst>
                  <a:ext uri="{FF2B5EF4-FFF2-40B4-BE49-F238E27FC236}">
                    <a16:creationId xmlns:a16="http://schemas.microsoft.com/office/drawing/2014/main" id="{BBFF4709-8B5F-4C3A-A192-3FB0E46EF4CC}"/>
                  </a:ext>
                </a:extLst>
              </p:cNvPr>
              <p:cNvSpPr/>
              <p:nvPr/>
            </p:nvSpPr>
            <p:spPr bwMode="auto">
              <a:xfrm>
                <a:off x="5091113" y="3705226"/>
                <a:ext cx="42863" cy="47625"/>
              </a:xfrm>
              <a:custGeom>
                <a:avLst/>
                <a:gdLst>
                  <a:gd name="T0" fmla="*/ 9 w 13"/>
                  <a:gd name="T1" fmla="*/ 11 h 14"/>
                  <a:gd name="T2" fmla="*/ 10 w 13"/>
                  <a:gd name="T3" fmla="*/ 9 h 14"/>
                  <a:gd name="T4" fmla="*/ 7 w 13"/>
                  <a:gd name="T5" fmla="*/ 9 h 14"/>
                  <a:gd name="T6" fmla="*/ 7 w 13"/>
                  <a:gd name="T7" fmla="*/ 6 h 14"/>
                  <a:gd name="T8" fmla="*/ 13 w 13"/>
                  <a:gd name="T9" fmla="*/ 7 h 14"/>
                  <a:gd name="T10" fmla="*/ 12 w 13"/>
                  <a:gd name="T11" fmla="*/ 13 h 14"/>
                  <a:gd name="T12" fmla="*/ 9 w 13"/>
                  <a:gd name="T13" fmla="*/ 14 h 14"/>
                  <a:gd name="T14" fmla="*/ 6 w 13"/>
                  <a:gd name="T15" fmla="*/ 14 h 14"/>
                  <a:gd name="T16" fmla="*/ 2 w 13"/>
                  <a:gd name="T17" fmla="*/ 12 h 14"/>
                  <a:gd name="T18" fmla="*/ 0 w 13"/>
                  <a:gd name="T19" fmla="*/ 9 h 14"/>
                  <a:gd name="T20" fmla="*/ 0 w 13"/>
                  <a:gd name="T21" fmla="*/ 6 h 14"/>
                  <a:gd name="T22" fmla="*/ 2 w 13"/>
                  <a:gd name="T23" fmla="*/ 2 h 14"/>
                  <a:gd name="T24" fmla="*/ 5 w 13"/>
                  <a:gd name="T25" fmla="*/ 0 h 14"/>
                  <a:gd name="T26" fmla="*/ 8 w 13"/>
                  <a:gd name="T27" fmla="*/ 0 h 14"/>
                  <a:gd name="T28" fmla="*/ 12 w 13"/>
                  <a:gd name="T29" fmla="*/ 2 h 14"/>
                  <a:gd name="T30" fmla="*/ 13 w 13"/>
                  <a:gd name="T31" fmla="*/ 5 h 14"/>
                  <a:gd name="T32" fmla="*/ 10 w 13"/>
                  <a:gd name="T33" fmla="*/ 5 h 14"/>
                  <a:gd name="T34" fmla="*/ 9 w 13"/>
                  <a:gd name="T35" fmla="*/ 3 h 14"/>
                  <a:gd name="T36" fmla="*/ 8 w 13"/>
                  <a:gd name="T37" fmla="*/ 2 h 14"/>
                  <a:gd name="T38" fmla="*/ 5 w 13"/>
                  <a:gd name="T39" fmla="*/ 3 h 14"/>
                  <a:gd name="T40" fmla="*/ 3 w 13"/>
                  <a:gd name="T41" fmla="*/ 6 h 14"/>
                  <a:gd name="T42" fmla="*/ 4 w 13"/>
                  <a:gd name="T43" fmla="*/ 10 h 14"/>
                  <a:gd name="T44" fmla="*/ 6 w 13"/>
                  <a:gd name="T45" fmla="*/ 11 h 14"/>
                  <a:gd name="T46" fmla="*/ 8 w 13"/>
                  <a:gd name="T47" fmla="*/ 11 h 14"/>
                  <a:gd name="T48" fmla="*/ 9 w 13"/>
                  <a:gd name="T49" fmla="*/ 11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3" h="14">
                    <a:moveTo>
                      <a:pt x="9" y="11"/>
                    </a:moveTo>
                    <a:cubicBezTo>
                      <a:pt x="10" y="9"/>
                      <a:pt x="10" y="9"/>
                      <a:pt x="10" y="9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13"/>
                      <a:pt x="12" y="13"/>
                      <a:pt x="12" y="13"/>
                    </a:cubicBezTo>
                    <a:cubicBezTo>
                      <a:pt x="11" y="13"/>
                      <a:pt x="10" y="13"/>
                      <a:pt x="9" y="14"/>
                    </a:cubicBezTo>
                    <a:cubicBezTo>
                      <a:pt x="8" y="14"/>
                      <a:pt x="7" y="14"/>
                      <a:pt x="6" y="14"/>
                    </a:cubicBezTo>
                    <a:cubicBezTo>
                      <a:pt x="5" y="14"/>
                      <a:pt x="3" y="13"/>
                      <a:pt x="2" y="12"/>
                    </a:cubicBezTo>
                    <a:cubicBezTo>
                      <a:pt x="1" y="12"/>
                      <a:pt x="1" y="11"/>
                      <a:pt x="0" y="9"/>
                    </a:cubicBezTo>
                    <a:cubicBezTo>
                      <a:pt x="0" y="8"/>
                      <a:pt x="0" y="7"/>
                      <a:pt x="0" y="6"/>
                    </a:cubicBezTo>
                    <a:cubicBezTo>
                      <a:pt x="0" y="4"/>
                      <a:pt x="1" y="3"/>
                      <a:pt x="2" y="2"/>
                    </a:cubicBezTo>
                    <a:cubicBezTo>
                      <a:pt x="2" y="1"/>
                      <a:pt x="3" y="1"/>
                      <a:pt x="5" y="0"/>
                    </a:cubicBezTo>
                    <a:cubicBezTo>
                      <a:pt x="6" y="0"/>
                      <a:pt x="7" y="0"/>
                      <a:pt x="8" y="0"/>
                    </a:cubicBezTo>
                    <a:cubicBezTo>
                      <a:pt x="10" y="0"/>
                      <a:pt x="11" y="1"/>
                      <a:pt x="12" y="2"/>
                    </a:cubicBezTo>
                    <a:cubicBezTo>
                      <a:pt x="13" y="2"/>
                      <a:pt x="13" y="3"/>
                      <a:pt x="13" y="5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0" y="4"/>
                      <a:pt x="10" y="4"/>
                      <a:pt x="9" y="3"/>
                    </a:cubicBezTo>
                    <a:cubicBezTo>
                      <a:pt x="9" y="3"/>
                      <a:pt x="8" y="2"/>
                      <a:pt x="8" y="2"/>
                    </a:cubicBezTo>
                    <a:cubicBezTo>
                      <a:pt x="6" y="2"/>
                      <a:pt x="5" y="2"/>
                      <a:pt x="5" y="3"/>
                    </a:cubicBezTo>
                    <a:cubicBezTo>
                      <a:pt x="4" y="4"/>
                      <a:pt x="3" y="5"/>
                      <a:pt x="3" y="6"/>
                    </a:cubicBezTo>
                    <a:cubicBezTo>
                      <a:pt x="3" y="8"/>
                      <a:pt x="3" y="9"/>
                      <a:pt x="4" y="10"/>
                    </a:cubicBezTo>
                    <a:cubicBezTo>
                      <a:pt x="4" y="11"/>
                      <a:pt x="5" y="11"/>
                      <a:pt x="6" y="11"/>
                    </a:cubicBezTo>
                    <a:cubicBezTo>
                      <a:pt x="7" y="12"/>
                      <a:pt x="7" y="12"/>
                      <a:pt x="8" y="11"/>
                    </a:cubicBezTo>
                    <a:cubicBezTo>
                      <a:pt x="9" y="11"/>
                      <a:pt x="9" y="11"/>
                      <a:pt x="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8" name="îṩḷïḓè">
                <a:extLst>
                  <a:ext uri="{FF2B5EF4-FFF2-40B4-BE49-F238E27FC236}">
                    <a16:creationId xmlns:a16="http://schemas.microsoft.com/office/drawing/2014/main" id="{707FA54D-B4C7-497E-97AC-7EE62AA17D29}"/>
                  </a:ext>
                </a:extLst>
              </p:cNvPr>
              <p:cNvSpPr/>
              <p:nvPr/>
            </p:nvSpPr>
            <p:spPr bwMode="auto">
              <a:xfrm>
                <a:off x="5038725" y="3689351"/>
                <a:ext cx="49213" cy="52388"/>
              </a:xfrm>
              <a:custGeom>
                <a:avLst/>
                <a:gdLst>
                  <a:gd name="T0" fmla="*/ 21 w 31"/>
                  <a:gd name="T1" fmla="*/ 23 h 33"/>
                  <a:gd name="T2" fmla="*/ 27 w 31"/>
                  <a:gd name="T3" fmla="*/ 6 h 33"/>
                  <a:gd name="T4" fmla="*/ 31 w 31"/>
                  <a:gd name="T5" fmla="*/ 8 h 33"/>
                  <a:gd name="T6" fmla="*/ 23 w 31"/>
                  <a:gd name="T7" fmla="*/ 33 h 33"/>
                  <a:gd name="T8" fmla="*/ 16 w 31"/>
                  <a:gd name="T9" fmla="*/ 31 h 33"/>
                  <a:gd name="T10" fmla="*/ 12 w 31"/>
                  <a:gd name="T11" fmla="*/ 10 h 33"/>
                  <a:gd name="T12" fmla="*/ 6 w 31"/>
                  <a:gd name="T13" fmla="*/ 29 h 33"/>
                  <a:gd name="T14" fmla="*/ 0 w 31"/>
                  <a:gd name="T15" fmla="*/ 27 h 33"/>
                  <a:gd name="T16" fmla="*/ 10 w 31"/>
                  <a:gd name="T17" fmla="*/ 0 h 33"/>
                  <a:gd name="T18" fmla="*/ 14 w 31"/>
                  <a:gd name="T19" fmla="*/ 2 h 33"/>
                  <a:gd name="T20" fmla="*/ 21 w 31"/>
                  <a:gd name="T21" fmla="*/ 2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1" h="33">
                    <a:moveTo>
                      <a:pt x="21" y="23"/>
                    </a:moveTo>
                    <a:lnTo>
                      <a:pt x="27" y="6"/>
                    </a:lnTo>
                    <a:lnTo>
                      <a:pt x="31" y="8"/>
                    </a:lnTo>
                    <a:lnTo>
                      <a:pt x="23" y="33"/>
                    </a:lnTo>
                    <a:lnTo>
                      <a:pt x="16" y="31"/>
                    </a:lnTo>
                    <a:lnTo>
                      <a:pt x="12" y="10"/>
                    </a:lnTo>
                    <a:lnTo>
                      <a:pt x="6" y="29"/>
                    </a:lnTo>
                    <a:lnTo>
                      <a:pt x="0" y="27"/>
                    </a:lnTo>
                    <a:lnTo>
                      <a:pt x="10" y="0"/>
                    </a:lnTo>
                    <a:lnTo>
                      <a:pt x="14" y="2"/>
                    </a:lnTo>
                    <a:lnTo>
                      <a:pt x="21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9" name="ïśḻïdê">
                <a:extLst>
                  <a:ext uri="{FF2B5EF4-FFF2-40B4-BE49-F238E27FC236}">
                    <a16:creationId xmlns:a16="http://schemas.microsoft.com/office/drawing/2014/main" id="{72C9BFF9-DB34-4164-93D9-EA9400969614}"/>
                  </a:ext>
                </a:extLst>
              </p:cNvPr>
              <p:cNvSpPr/>
              <p:nvPr/>
            </p:nvSpPr>
            <p:spPr bwMode="auto">
              <a:xfrm>
                <a:off x="4995863" y="3671888"/>
                <a:ext cx="46038" cy="47625"/>
              </a:xfrm>
              <a:custGeom>
                <a:avLst/>
                <a:gdLst>
                  <a:gd name="T0" fmla="*/ 6 w 14"/>
                  <a:gd name="T1" fmla="*/ 3 h 14"/>
                  <a:gd name="T2" fmla="*/ 4 w 14"/>
                  <a:gd name="T3" fmla="*/ 5 h 14"/>
                  <a:gd name="T4" fmla="*/ 3 w 14"/>
                  <a:gd name="T5" fmla="*/ 9 h 14"/>
                  <a:gd name="T6" fmla="*/ 5 w 14"/>
                  <a:gd name="T7" fmla="*/ 11 h 14"/>
                  <a:gd name="T8" fmla="*/ 7 w 14"/>
                  <a:gd name="T9" fmla="*/ 11 h 14"/>
                  <a:gd name="T10" fmla="*/ 10 w 14"/>
                  <a:gd name="T11" fmla="*/ 9 h 14"/>
                  <a:gd name="T12" fmla="*/ 11 w 14"/>
                  <a:gd name="T13" fmla="*/ 6 h 14"/>
                  <a:gd name="T14" fmla="*/ 9 w 14"/>
                  <a:gd name="T15" fmla="*/ 3 h 14"/>
                  <a:gd name="T16" fmla="*/ 6 w 14"/>
                  <a:gd name="T17" fmla="*/ 3 h 14"/>
                  <a:gd name="T18" fmla="*/ 8 w 14"/>
                  <a:gd name="T19" fmla="*/ 14 h 14"/>
                  <a:gd name="T20" fmla="*/ 3 w 14"/>
                  <a:gd name="T21" fmla="*/ 13 h 14"/>
                  <a:gd name="T22" fmla="*/ 0 w 14"/>
                  <a:gd name="T23" fmla="*/ 9 h 14"/>
                  <a:gd name="T24" fmla="*/ 1 w 14"/>
                  <a:gd name="T25" fmla="*/ 4 h 14"/>
                  <a:gd name="T26" fmla="*/ 4 w 14"/>
                  <a:gd name="T27" fmla="*/ 1 h 14"/>
                  <a:gd name="T28" fmla="*/ 6 w 14"/>
                  <a:gd name="T29" fmla="*/ 0 h 14"/>
                  <a:gd name="T30" fmla="*/ 8 w 14"/>
                  <a:gd name="T31" fmla="*/ 0 h 14"/>
                  <a:gd name="T32" fmla="*/ 11 w 14"/>
                  <a:gd name="T33" fmla="*/ 1 h 14"/>
                  <a:gd name="T34" fmla="*/ 14 w 14"/>
                  <a:gd name="T35" fmla="*/ 5 h 14"/>
                  <a:gd name="T36" fmla="*/ 13 w 14"/>
                  <a:gd name="T37" fmla="*/ 11 h 14"/>
                  <a:gd name="T38" fmla="*/ 8 w 14"/>
                  <a:gd name="T39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4" h="14">
                    <a:moveTo>
                      <a:pt x="6" y="3"/>
                    </a:move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3" y="8"/>
                      <a:pt x="3" y="9"/>
                    </a:cubicBezTo>
                    <a:cubicBezTo>
                      <a:pt x="3" y="10"/>
                      <a:pt x="4" y="11"/>
                      <a:pt x="5" y="11"/>
                    </a:cubicBezTo>
                    <a:cubicBezTo>
                      <a:pt x="5" y="12"/>
                      <a:pt x="6" y="12"/>
                      <a:pt x="7" y="11"/>
                    </a:cubicBezTo>
                    <a:cubicBezTo>
                      <a:pt x="8" y="11"/>
                      <a:pt x="9" y="10"/>
                      <a:pt x="10" y="9"/>
                    </a:cubicBezTo>
                    <a:cubicBezTo>
                      <a:pt x="11" y="8"/>
                      <a:pt x="11" y="7"/>
                      <a:pt x="11" y="6"/>
                    </a:cubicBezTo>
                    <a:cubicBezTo>
                      <a:pt x="11" y="5"/>
                      <a:pt x="10" y="4"/>
                      <a:pt x="9" y="3"/>
                    </a:cubicBezTo>
                    <a:cubicBezTo>
                      <a:pt x="8" y="3"/>
                      <a:pt x="7" y="2"/>
                      <a:pt x="6" y="3"/>
                    </a:cubicBezTo>
                    <a:close/>
                    <a:moveTo>
                      <a:pt x="8" y="14"/>
                    </a:moveTo>
                    <a:cubicBezTo>
                      <a:pt x="7" y="14"/>
                      <a:pt x="5" y="14"/>
                      <a:pt x="3" y="13"/>
                    </a:cubicBezTo>
                    <a:cubicBezTo>
                      <a:pt x="2" y="12"/>
                      <a:pt x="1" y="11"/>
                      <a:pt x="0" y="9"/>
                    </a:cubicBezTo>
                    <a:cubicBezTo>
                      <a:pt x="0" y="7"/>
                      <a:pt x="0" y="6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4" y="1"/>
                      <a:pt x="5" y="0"/>
                      <a:pt x="6" y="0"/>
                    </a:cubicBezTo>
                    <a:cubicBezTo>
                      <a:pt x="6" y="0"/>
                      <a:pt x="7" y="0"/>
                      <a:pt x="8" y="0"/>
                    </a:cubicBezTo>
                    <a:cubicBezTo>
                      <a:pt x="9" y="0"/>
                      <a:pt x="10" y="1"/>
                      <a:pt x="11" y="1"/>
                    </a:cubicBezTo>
                    <a:cubicBezTo>
                      <a:pt x="12" y="2"/>
                      <a:pt x="13" y="4"/>
                      <a:pt x="14" y="5"/>
                    </a:cubicBezTo>
                    <a:cubicBezTo>
                      <a:pt x="14" y="7"/>
                      <a:pt x="14" y="9"/>
                      <a:pt x="13" y="11"/>
                    </a:cubicBezTo>
                    <a:cubicBezTo>
                      <a:pt x="11" y="12"/>
                      <a:pt x="10" y="13"/>
                      <a:pt x="8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ïSḻíḑe">
                <a:extLst>
                  <a:ext uri="{FF2B5EF4-FFF2-40B4-BE49-F238E27FC236}">
                    <a16:creationId xmlns:a16="http://schemas.microsoft.com/office/drawing/2014/main" id="{114C71F0-2E10-432B-8F4E-F9A3621ACE3A}"/>
                  </a:ext>
                </a:extLst>
              </p:cNvPr>
              <p:cNvSpPr/>
              <p:nvPr/>
            </p:nvSpPr>
            <p:spPr bwMode="auto">
              <a:xfrm>
                <a:off x="4948238" y="3638551"/>
                <a:ext cx="50800" cy="50800"/>
              </a:xfrm>
              <a:custGeom>
                <a:avLst/>
                <a:gdLst>
                  <a:gd name="T0" fmla="*/ 9 w 15"/>
                  <a:gd name="T1" fmla="*/ 3 h 15"/>
                  <a:gd name="T2" fmla="*/ 3 w 15"/>
                  <a:gd name="T3" fmla="*/ 10 h 15"/>
                  <a:gd name="T4" fmla="*/ 5 w 15"/>
                  <a:gd name="T5" fmla="*/ 11 h 15"/>
                  <a:gd name="T6" fmla="*/ 6 w 15"/>
                  <a:gd name="T7" fmla="*/ 12 h 15"/>
                  <a:gd name="T8" fmla="*/ 7 w 15"/>
                  <a:gd name="T9" fmla="*/ 13 h 15"/>
                  <a:gd name="T10" fmla="*/ 9 w 15"/>
                  <a:gd name="T11" fmla="*/ 12 h 15"/>
                  <a:gd name="T12" fmla="*/ 11 w 15"/>
                  <a:gd name="T13" fmla="*/ 10 h 15"/>
                  <a:gd name="T14" fmla="*/ 12 w 15"/>
                  <a:gd name="T15" fmla="*/ 8 h 15"/>
                  <a:gd name="T16" fmla="*/ 12 w 15"/>
                  <a:gd name="T17" fmla="*/ 7 h 15"/>
                  <a:gd name="T18" fmla="*/ 12 w 15"/>
                  <a:gd name="T19" fmla="*/ 6 h 15"/>
                  <a:gd name="T20" fmla="*/ 10 w 15"/>
                  <a:gd name="T21" fmla="*/ 4 h 15"/>
                  <a:gd name="T22" fmla="*/ 9 w 15"/>
                  <a:gd name="T23" fmla="*/ 3 h 15"/>
                  <a:gd name="T24" fmla="*/ 11 w 15"/>
                  <a:gd name="T25" fmla="*/ 14 h 15"/>
                  <a:gd name="T26" fmla="*/ 8 w 15"/>
                  <a:gd name="T27" fmla="*/ 15 h 15"/>
                  <a:gd name="T28" fmla="*/ 6 w 15"/>
                  <a:gd name="T29" fmla="*/ 15 h 15"/>
                  <a:gd name="T30" fmla="*/ 4 w 15"/>
                  <a:gd name="T31" fmla="*/ 13 h 15"/>
                  <a:gd name="T32" fmla="*/ 0 w 15"/>
                  <a:gd name="T33" fmla="*/ 10 h 15"/>
                  <a:gd name="T34" fmla="*/ 9 w 15"/>
                  <a:gd name="T35" fmla="*/ 0 h 15"/>
                  <a:gd name="T36" fmla="*/ 12 w 15"/>
                  <a:gd name="T37" fmla="*/ 3 h 15"/>
                  <a:gd name="T38" fmla="*/ 14 w 15"/>
                  <a:gd name="T39" fmla="*/ 5 h 15"/>
                  <a:gd name="T40" fmla="*/ 15 w 15"/>
                  <a:gd name="T41" fmla="*/ 7 h 15"/>
                  <a:gd name="T42" fmla="*/ 14 w 15"/>
                  <a:gd name="T43" fmla="*/ 10 h 15"/>
                  <a:gd name="T44" fmla="*/ 13 w 15"/>
                  <a:gd name="T45" fmla="*/ 12 h 15"/>
                  <a:gd name="T46" fmla="*/ 11 w 15"/>
                  <a:gd name="T47" fmla="*/ 14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5" h="15">
                    <a:moveTo>
                      <a:pt x="9" y="3"/>
                    </a:moveTo>
                    <a:cubicBezTo>
                      <a:pt x="3" y="10"/>
                      <a:pt x="3" y="10"/>
                      <a:pt x="3" y="10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5" y="12"/>
                      <a:pt x="6" y="12"/>
                      <a:pt x="6" y="12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3"/>
                      <a:pt x="8" y="13"/>
                      <a:pt x="9" y="12"/>
                    </a:cubicBezTo>
                    <a:cubicBezTo>
                      <a:pt x="9" y="12"/>
                      <a:pt x="10" y="11"/>
                      <a:pt x="11" y="10"/>
                    </a:cubicBezTo>
                    <a:cubicBezTo>
                      <a:pt x="11" y="10"/>
                      <a:pt x="12" y="9"/>
                      <a:pt x="12" y="8"/>
                    </a:cubicBezTo>
                    <a:cubicBezTo>
                      <a:pt x="12" y="8"/>
                      <a:pt x="12" y="7"/>
                      <a:pt x="12" y="7"/>
                    </a:cubicBezTo>
                    <a:cubicBezTo>
                      <a:pt x="12" y="7"/>
                      <a:pt x="12" y="6"/>
                      <a:pt x="12" y="6"/>
                    </a:cubicBezTo>
                    <a:cubicBezTo>
                      <a:pt x="11" y="5"/>
                      <a:pt x="11" y="5"/>
                      <a:pt x="10" y="4"/>
                    </a:cubicBezTo>
                    <a:cubicBezTo>
                      <a:pt x="9" y="3"/>
                      <a:pt x="9" y="3"/>
                      <a:pt x="9" y="3"/>
                    </a:cubicBezTo>
                    <a:close/>
                    <a:moveTo>
                      <a:pt x="11" y="14"/>
                    </a:moveTo>
                    <a:cubicBezTo>
                      <a:pt x="10" y="15"/>
                      <a:pt x="9" y="15"/>
                      <a:pt x="8" y="15"/>
                    </a:cubicBezTo>
                    <a:cubicBezTo>
                      <a:pt x="7" y="15"/>
                      <a:pt x="7" y="15"/>
                      <a:pt x="6" y="15"/>
                    </a:cubicBezTo>
                    <a:cubicBezTo>
                      <a:pt x="5" y="14"/>
                      <a:pt x="4" y="14"/>
                      <a:pt x="4" y="13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3" y="4"/>
                      <a:pt x="14" y="4"/>
                      <a:pt x="14" y="5"/>
                    </a:cubicBezTo>
                    <a:cubicBezTo>
                      <a:pt x="15" y="6"/>
                      <a:pt x="15" y="6"/>
                      <a:pt x="15" y="7"/>
                    </a:cubicBezTo>
                    <a:cubicBezTo>
                      <a:pt x="15" y="8"/>
                      <a:pt x="15" y="9"/>
                      <a:pt x="14" y="10"/>
                    </a:cubicBezTo>
                    <a:cubicBezTo>
                      <a:pt x="14" y="10"/>
                      <a:pt x="14" y="11"/>
                      <a:pt x="13" y="12"/>
                    </a:cubicBezTo>
                    <a:cubicBezTo>
                      <a:pt x="12" y="13"/>
                      <a:pt x="11" y="14"/>
                      <a:pt x="11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1" name="ïsľíḋè">
                <a:extLst>
                  <a:ext uri="{FF2B5EF4-FFF2-40B4-BE49-F238E27FC236}">
                    <a16:creationId xmlns:a16="http://schemas.microsoft.com/office/drawing/2014/main" id="{91F4A257-2A0F-4CD8-915C-0D17C78D509D}"/>
                  </a:ext>
                </a:extLst>
              </p:cNvPr>
              <p:cNvSpPr/>
              <p:nvPr/>
            </p:nvSpPr>
            <p:spPr bwMode="auto">
              <a:xfrm>
                <a:off x="4913313" y="3605213"/>
                <a:ext cx="58738" cy="57150"/>
              </a:xfrm>
              <a:custGeom>
                <a:avLst/>
                <a:gdLst>
                  <a:gd name="T0" fmla="*/ 37 w 37"/>
                  <a:gd name="T1" fmla="*/ 17 h 36"/>
                  <a:gd name="T2" fmla="*/ 14 w 37"/>
                  <a:gd name="T3" fmla="*/ 36 h 36"/>
                  <a:gd name="T4" fmla="*/ 10 w 37"/>
                  <a:gd name="T5" fmla="*/ 32 h 36"/>
                  <a:gd name="T6" fmla="*/ 18 w 37"/>
                  <a:gd name="T7" fmla="*/ 11 h 36"/>
                  <a:gd name="T8" fmla="*/ 4 w 37"/>
                  <a:gd name="T9" fmla="*/ 21 h 36"/>
                  <a:gd name="T10" fmla="*/ 0 w 37"/>
                  <a:gd name="T11" fmla="*/ 19 h 36"/>
                  <a:gd name="T12" fmla="*/ 20 w 37"/>
                  <a:gd name="T13" fmla="*/ 0 h 36"/>
                  <a:gd name="T14" fmla="*/ 25 w 37"/>
                  <a:gd name="T15" fmla="*/ 5 h 36"/>
                  <a:gd name="T16" fmla="*/ 18 w 37"/>
                  <a:gd name="T17" fmla="*/ 26 h 36"/>
                  <a:gd name="T18" fmla="*/ 33 w 37"/>
                  <a:gd name="T19" fmla="*/ 13 h 36"/>
                  <a:gd name="T20" fmla="*/ 37 w 37"/>
                  <a:gd name="T21" fmla="*/ 1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7" h="36">
                    <a:moveTo>
                      <a:pt x="37" y="17"/>
                    </a:moveTo>
                    <a:lnTo>
                      <a:pt x="14" y="36"/>
                    </a:lnTo>
                    <a:lnTo>
                      <a:pt x="10" y="32"/>
                    </a:lnTo>
                    <a:lnTo>
                      <a:pt x="18" y="11"/>
                    </a:lnTo>
                    <a:lnTo>
                      <a:pt x="4" y="21"/>
                    </a:lnTo>
                    <a:lnTo>
                      <a:pt x="0" y="19"/>
                    </a:lnTo>
                    <a:lnTo>
                      <a:pt x="20" y="0"/>
                    </a:lnTo>
                    <a:lnTo>
                      <a:pt x="25" y="5"/>
                    </a:lnTo>
                    <a:lnTo>
                      <a:pt x="18" y="26"/>
                    </a:lnTo>
                    <a:lnTo>
                      <a:pt x="33" y="13"/>
                    </a:lnTo>
                    <a:lnTo>
                      <a:pt x="37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2" name="iśļídé">
                <a:extLst>
                  <a:ext uri="{FF2B5EF4-FFF2-40B4-BE49-F238E27FC236}">
                    <a16:creationId xmlns:a16="http://schemas.microsoft.com/office/drawing/2014/main" id="{10EE661D-0A71-4477-BCFC-A73FF2DB2545}"/>
                  </a:ext>
                </a:extLst>
              </p:cNvPr>
              <p:cNvSpPr/>
              <p:nvPr/>
            </p:nvSpPr>
            <p:spPr bwMode="auto">
              <a:xfrm>
                <a:off x="4883150" y="3579813"/>
                <a:ext cx="52388" cy="46038"/>
              </a:xfrm>
              <a:custGeom>
                <a:avLst/>
                <a:gdLst>
                  <a:gd name="T0" fmla="*/ 0 w 33"/>
                  <a:gd name="T1" fmla="*/ 4 h 29"/>
                  <a:gd name="T2" fmla="*/ 31 w 33"/>
                  <a:gd name="T3" fmla="*/ 0 h 29"/>
                  <a:gd name="T4" fmla="*/ 33 w 33"/>
                  <a:gd name="T5" fmla="*/ 4 h 29"/>
                  <a:gd name="T6" fmla="*/ 14 w 33"/>
                  <a:gd name="T7" fmla="*/ 29 h 29"/>
                  <a:gd name="T8" fmla="*/ 10 w 33"/>
                  <a:gd name="T9" fmla="*/ 23 h 29"/>
                  <a:gd name="T10" fmla="*/ 16 w 33"/>
                  <a:gd name="T11" fmla="*/ 16 h 29"/>
                  <a:gd name="T12" fmla="*/ 10 w 33"/>
                  <a:gd name="T13" fmla="*/ 8 h 29"/>
                  <a:gd name="T14" fmla="*/ 4 w 33"/>
                  <a:gd name="T15" fmla="*/ 8 h 29"/>
                  <a:gd name="T16" fmla="*/ 0 w 33"/>
                  <a:gd name="T17" fmla="*/ 4 h 29"/>
                  <a:gd name="T18" fmla="*/ 0 w 33"/>
                  <a:gd name="T19" fmla="*/ 4 h 29"/>
                  <a:gd name="T20" fmla="*/ 19 w 33"/>
                  <a:gd name="T21" fmla="*/ 14 h 29"/>
                  <a:gd name="T22" fmla="*/ 27 w 33"/>
                  <a:gd name="T23" fmla="*/ 4 h 29"/>
                  <a:gd name="T24" fmla="*/ 14 w 33"/>
                  <a:gd name="T25" fmla="*/ 6 h 29"/>
                  <a:gd name="T26" fmla="*/ 19 w 33"/>
                  <a:gd name="T27" fmla="*/ 14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3" h="29">
                    <a:moveTo>
                      <a:pt x="0" y="4"/>
                    </a:moveTo>
                    <a:lnTo>
                      <a:pt x="31" y="0"/>
                    </a:lnTo>
                    <a:lnTo>
                      <a:pt x="33" y="4"/>
                    </a:lnTo>
                    <a:lnTo>
                      <a:pt x="14" y="29"/>
                    </a:lnTo>
                    <a:lnTo>
                      <a:pt x="10" y="23"/>
                    </a:lnTo>
                    <a:lnTo>
                      <a:pt x="16" y="16"/>
                    </a:lnTo>
                    <a:lnTo>
                      <a:pt x="10" y="8"/>
                    </a:lnTo>
                    <a:lnTo>
                      <a:pt x="4" y="8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  <a:moveTo>
                      <a:pt x="19" y="14"/>
                    </a:moveTo>
                    <a:lnTo>
                      <a:pt x="27" y="4"/>
                    </a:lnTo>
                    <a:lnTo>
                      <a:pt x="14" y="6"/>
                    </a:lnTo>
                    <a:lnTo>
                      <a:pt x="19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3" name="iṥlïḑé">
                <a:extLst>
                  <a:ext uri="{FF2B5EF4-FFF2-40B4-BE49-F238E27FC236}">
                    <a16:creationId xmlns:a16="http://schemas.microsoft.com/office/drawing/2014/main" id="{64D7C10C-C1B1-44FA-BB1E-78E008BACE0B}"/>
                  </a:ext>
                </a:extLst>
              </p:cNvPr>
              <p:cNvSpPr/>
              <p:nvPr/>
            </p:nvSpPr>
            <p:spPr bwMode="auto">
              <a:xfrm>
                <a:off x="4865688" y="3525838"/>
                <a:ext cx="53975" cy="49213"/>
              </a:xfrm>
              <a:custGeom>
                <a:avLst/>
                <a:gdLst>
                  <a:gd name="T0" fmla="*/ 15 w 34"/>
                  <a:gd name="T1" fmla="*/ 10 h 31"/>
                  <a:gd name="T2" fmla="*/ 2 w 34"/>
                  <a:gd name="T3" fmla="*/ 15 h 31"/>
                  <a:gd name="T4" fmla="*/ 0 w 34"/>
                  <a:gd name="T5" fmla="*/ 8 h 31"/>
                  <a:gd name="T6" fmla="*/ 27 w 34"/>
                  <a:gd name="T7" fmla="*/ 0 h 31"/>
                  <a:gd name="T8" fmla="*/ 30 w 34"/>
                  <a:gd name="T9" fmla="*/ 4 h 31"/>
                  <a:gd name="T10" fmla="*/ 19 w 34"/>
                  <a:gd name="T11" fmla="*/ 8 h 31"/>
                  <a:gd name="T12" fmla="*/ 21 w 34"/>
                  <a:gd name="T13" fmla="*/ 19 h 31"/>
                  <a:gd name="T14" fmla="*/ 34 w 34"/>
                  <a:gd name="T15" fmla="*/ 15 h 31"/>
                  <a:gd name="T16" fmla="*/ 34 w 34"/>
                  <a:gd name="T17" fmla="*/ 21 h 31"/>
                  <a:gd name="T18" fmla="*/ 9 w 34"/>
                  <a:gd name="T19" fmla="*/ 31 h 31"/>
                  <a:gd name="T20" fmla="*/ 7 w 34"/>
                  <a:gd name="T21" fmla="*/ 25 h 31"/>
                  <a:gd name="T22" fmla="*/ 17 w 34"/>
                  <a:gd name="T23" fmla="*/ 21 h 31"/>
                  <a:gd name="T24" fmla="*/ 15 w 34"/>
                  <a:gd name="T25" fmla="*/ 1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4" h="31">
                    <a:moveTo>
                      <a:pt x="15" y="10"/>
                    </a:moveTo>
                    <a:lnTo>
                      <a:pt x="2" y="15"/>
                    </a:lnTo>
                    <a:lnTo>
                      <a:pt x="0" y="8"/>
                    </a:lnTo>
                    <a:lnTo>
                      <a:pt x="27" y="0"/>
                    </a:lnTo>
                    <a:lnTo>
                      <a:pt x="30" y="4"/>
                    </a:lnTo>
                    <a:lnTo>
                      <a:pt x="19" y="8"/>
                    </a:lnTo>
                    <a:lnTo>
                      <a:pt x="21" y="19"/>
                    </a:lnTo>
                    <a:lnTo>
                      <a:pt x="34" y="15"/>
                    </a:lnTo>
                    <a:lnTo>
                      <a:pt x="34" y="21"/>
                    </a:lnTo>
                    <a:lnTo>
                      <a:pt x="9" y="31"/>
                    </a:lnTo>
                    <a:lnTo>
                      <a:pt x="7" y="25"/>
                    </a:lnTo>
                    <a:lnTo>
                      <a:pt x="17" y="21"/>
                    </a:lnTo>
                    <a:lnTo>
                      <a:pt x="15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4" name="îṧḷiḑé">
                <a:extLst>
                  <a:ext uri="{FF2B5EF4-FFF2-40B4-BE49-F238E27FC236}">
                    <a16:creationId xmlns:a16="http://schemas.microsoft.com/office/drawing/2014/main" id="{7539DE5E-FC79-4564-BE36-C204A33D1E11}"/>
                  </a:ext>
                </a:extLst>
              </p:cNvPr>
              <p:cNvSpPr/>
              <p:nvPr/>
            </p:nvSpPr>
            <p:spPr bwMode="auto">
              <a:xfrm>
                <a:off x="4856163" y="3486151"/>
                <a:ext cx="49213" cy="39688"/>
              </a:xfrm>
              <a:custGeom>
                <a:avLst/>
                <a:gdLst>
                  <a:gd name="T0" fmla="*/ 4 w 15"/>
                  <a:gd name="T1" fmla="*/ 1 h 12"/>
                  <a:gd name="T2" fmla="*/ 5 w 15"/>
                  <a:gd name="T3" fmla="*/ 3 h 12"/>
                  <a:gd name="T4" fmla="*/ 3 w 15"/>
                  <a:gd name="T5" fmla="*/ 4 h 12"/>
                  <a:gd name="T6" fmla="*/ 3 w 15"/>
                  <a:gd name="T7" fmla="*/ 6 h 12"/>
                  <a:gd name="T8" fmla="*/ 4 w 15"/>
                  <a:gd name="T9" fmla="*/ 8 h 12"/>
                  <a:gd name="T10" fmla="*/ 5 w 15"/>
                  <a:gd name="T11" fmla="*/ 9 h 12"/>
                  <a:gd name="T12" fmla="*/ 6 w 15"/>
                  <a:gd name="T13" fmla="*/ 8 h 12"/>
                  <a:gd name="T14" fmla="*/ 6 w 15"/>
                  <a:gd name="T15" fmla="*/ 7 h 12"/>
                  <a:gd name="T16" fmla="*/ 6 w 15"/>
                  <a:gd name="T17" fmla="*/ 5 h 12"/>
                  <a:gd name="T18" fmla="*/ 7 w 15"/>
                  <a:gd name="T19" fmla="*/ 2 h 12"/>
                  <a:gd name="T20" fmla="*/ 10 w 15"/>
                  <a:gd name="T21" fmla="*/ 0 h 12"/>
                  <a:gd name="T22" fmla="*/ 12 w 15"/>
                  <a:gd name="T23" fmla="*/ 0 h 12"/>
                  <a:gd name="T24" fmla="*/ 13 w 15"/>
                  <a:gd name="T25" fmla="*/ 2 h 12"/>
                  <a:gd name="T26" fmla="*/ 14 w 15"/>
                  <a:gd name="T27" fmla="*/ 4 h 12"/>
                  <a:gd name="T28" fmla="*/ 14 w 15"/>
                  <a:gd name="T29" fmla="*/ 8 h 12"/>
                  <a:gd name="T30" fmla="*/ 11 w 15"/>
                  <a:gd name="T31" fmla="*/ 10 h 12"/>
                  <a:gd name="T32" fmla="*/ 11 w 15"/>
                  <a:gd name="T33" fmla="*/ 7 h 12"/>
                  <a:gd name="T34" fmla="*/ 12 w 15"/>
                  <a:gd name="T35" fmla="*/ 6 h 12"/>
                  <a:gd name="T36" fmla="*/ 12 w 15"/>
                  <a:gd name="T37" fmla="*/ 5 h 12"/>
                  <a:gd name="T38" fmla="*/ 11 w 15"/>
                  <a:gd name="T39" fmla="*/ 3 h 12"/>
                  <a:gd name="T40" fmla="*/ 10 w 15"/>
                  <a:gd name="T41" fmla="*/ 3 h 12"/>
                  <a:gd name="T42" fmla="*/ 10 w 15"/>
                  <a:gd name="T43" fmla="*/ 3 h 12"/>
                  <a:gd name="T44" fmla="*/ 9 w 15"/>
                  <a:gd name="T45" fmla="*/ 6 h 12"/>
                  <a:gd name="T46" fmla="*/ 9 w 15"/>
                  <a:gd name="T47" fmla="*/ 9 h 12"/>
                  <a:gd name="T48" fmla="*/ 8 w 15"/>
                  <a:gd name="T49" fmla="*/ 10 h 12"/>
                  <a:gd name="T50" fmla="*/ 6 w 15"/>
                  <a:gd name="T51" fmla="*/ 11 h 12"/>
                  <a:gd name="T52" fmla="*/ 3 w 15"/>
                  <a:gd name="T53" fmla="*/ 11 h 12"/>
                  <a:gd name="T54" fmla="*/ 1 w 15"/>
                  <a:gd name="T55" fmla="*/ 10 h 12"/>
                  <a:gd name="T56" fmla="*/ 0 w 15"/>
                  <a:gd name="T57" fmla="*/ 7 h 12"/>
                  <a:gd name="T58" fmla="*/ 1 w 15"/>
                  <a:gd name="T59" fmla="*/ 3 h 12"/>
                  <a:gd name="T60" fmla="*/ 4 w 15"/>
                  <a:gd name="T61" fmla="*/ 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" h="12">
                    <a:moveTo>
                      <a:pt x="4" y="1"/>
                    </a:moveTo>
                    <a:cubicBezTo>
                      <a:pt x="5" y="3"/>
                      <a:pt x="5" y="3"/>
                      <a:pt x="5" y="3"/>
                    </a:cubicBezTo>
                    <a:cubicBezTo>
                      <a:pt x="4" y="3"/>
                      <a:pt x="3" y="4"/>
                      <a:pt x="3" y="4"/>
                    </a:cubicBezTo>
                    <a:cubicBezTo>
                      <a:pt x="3" y="5"/>
                      <a:pt x="3" y="6"/>
                      <a:pt x="3" y="6"/>
                    </a:cubicBezTo>
                    <a:cubicBezTo>
                      <a:pt x="3" y="7"/>
                      <a:pt x="3" y="8"/>
                      <a:pt x="4" y="8"/>
                    </a:cubicBezTo>
                    <a:cubicBezTo>
                      <a:pt x="4" y="9"/>
                      <a:pt x="5" y="9"/>
                      <a:pt x="5" y="9"/>
                    </a:cubicBezTo>
                    <a:cubicBezTo>
                      <a:pt x="5" y="9"/>
                      <a:pt x="6" y="8"/>
                      <a:pt x="6" y="8"/>
                    </a:cubicBezTo>
                    <a:cubicBezTo>
                      <a:pt x="6" y="8"/>
                      <a:pt x="6" y="8"/>
                      <a:pt x="6" y="7"/>
                    </a:cubicBezTo>
                    <a:cubicBezTo>
                      <a:pt x="6" y="7"/>
                      <a:pt x="6" y="6"/>
                      <a:pt x="6" y="5"/>
                    </a:cubicBezTo>
                    <a:cubicBezTo>
                      <a:pt x="7" y="3"/>
                      <a:pt x="7" y="2"/>
                      <a:pt x="7" y="2"/>
                    </a:cubicBezTo>
                    <a:cubicBezTo>
                      <a:pt x="8" y="1"/>
                      <a:pt x="9" y="0"/>
                      <a:pt x="10" y="0"/>
                    </a:cubicBezTo>
                    <a:cubicBezTo>
                      <a:pt x="10" y="0"/>
                      <a:pt x="11" y="0"/>
                      <a:pt x="12" y="0"/>
                    </a:cubicBezTo>
                    <a:cubicBezTo>
                      <a:pt x="12" y="1"/>
                      <a:pt x="13" y="1"/>
                      <a:pt x="13" y="2"/>
                    </a:cubicBezTo>
                    <a:cubicBezTo>
                      <a:pt x="14" y="2"/>
                      <a:pt x="14" y="3"/>
                      <a:pt x="14" y="4"/>
                    </a:cubicBezTo>
                    <a:cubicBezTo>
                      <a:pt x="15" y="6"/>
                      <a:pt x="14" y="7"/>
                      <a:pt x="14" y="8"/>
                    </a:cubicBezTo>
                    <a:cubicBezTo>
                      <a:pt x="13" y="9"/>
                      <a:pt x="12" y="10"/>
                      <a:pt x="11" y="10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1" y="7"/>
                      <a:pt x="12" y="7"/>
                      <a:pt x="12" y="6"/>
                    </a:cubicBezTo>
                    <a:cubicBezTo>
                      <a:pt x="12" y="6"/>
                      <a:pt x="12" y="5"/>
                      <a:pt x="12" y="5"/>
                    </a:cubicBezTo>
                    <a:cubicBezTo>
                      <a:pt x="12" y="4"/>
                      <a:pt x="12" y="3"/>
                      <a:pt x="11" y="3"/>
                    </a:cubicBezTo>
                    <a:cubicBezTo>
                      <a:pt x="11" y="3"/>
                      <a:pt x="11" y="2"/>
                      <a:pt x="10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9" y="3"/>
                      <a:pt x="9" y="4"/>
                      <a:pt x="9" y="6"/>
                    </a:cubicBezTo>
                    <a:cubicBezTo>
                      <a:pt x="9" y="7"/>
                      <a:pt x="9" y="8"/>
                      <a:pt x="9" y="9"/>
                    </a:cubicBezTo>
                    <a:cubicBezTo>
                      <a:pt x="8" y="9"/>
                      <a:pt x="8" y="10"/>
                      <a:pt x="8" y="10"/>
                    </a:cubicBezTo>
                    <a:cubicBezTo>
                      <a:pt x="7" y="11"/>
                      <a:pt x="6" y="11"/>
                      <a:pt x="6" y="11"/>
                    </a:cubicBezTo>
                    <a:cubicBezTo>
                      <a:pt x="5" y="12"/>
                      <a:pt x="4" y="11"/>
                      <a:pt x="3" y="11"/>
                    </a:cubicBezTo>
                    <a:cubicBezTo>
                      <a:pt x="3" y="11"/>
                      <a:pt x="2" y="10"/>
                      <a:pt x="1" y="10"/>
                    </a:cubicBezTo>
                    <a:cubicBezTo>
                      <a:pt x="1" y="9"/>
                      <a:pt x="1" y="8"/>
                      <a:pt x="0" y="7"/>
                    </a:cubicBezTo>
                    <a:cubicBezTo>
                      <a:pt x="0" y="5"/>
                      <a:pt x="0" y="4"/>
                      <a:pt x="1" y="3"/>
                    </a:cubicBezTo>
                    <a:cubicBezTo>
                      <a:pt x="2" y="2"/>
                      <a:pt x="3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5" name="ïṣḷîďé">
                <a:extLst>
                  <a:ext uri="{FF2B5EF4-FFF2-40B4-BE49-F238E27FC236}">
                    <a16:creationId xmlns:a16="http://schemas.microsoft.com/office/drawing/2014/main" id="{A365E589-706F-4B3F-B387-7E7476A019D5}"/>
                  </a:ext>
                </a:extLst>
              </p:cNvPr>
              <p:cNvSpPr/>
              <p:nvPr/>
            </p:nvSpPr>
            <p:spPr bwMode="auto">
              <a:xfrm>
                <a:off x="4916488" y="3205163"/>
                <a:ext cx="474663" cy="477838"/>
              </a:xfrm>
              <a:custGeom>
                <a:avLst/>
                <a:gdLst>
                  <a:gd name="T0" fmla="*/ 72 w 144"/>
                  <a:gd name="T1" fmla="*/ 143 h 143"/>
                  <a:gd name="T2" fmla="*/ 0 w 144"/>
                  <a:gd name="T3" fmla="*/ 72 h 143"/>
                  <a:gd name="T4" fmla="*/ 72 w 144"/>
                  <a:gd name="T5" fmla="*/ 0 h 143"/>
                  <a:gd name="T6" fmla="*/ 144 w 144"/>
                  <a:gd name="T7" fmla="*/ 72 h 143"/>
                  <a:gd name="T8" fmla="*/ 72 w 144"/>
                  <a:gd name="T9" fmla="*/ 143 h 143"/>
                  <a:gd name="T10" fmla="*/ 3 w 144"/>
                  <a:gd name="T11" fmla="*/ 72 h 143"/>
                  <a:gd name="T12" fmla="*/ 10 w 144"/>
                  <a:gd name="T13" fmla="*/ 102 h 143"/>
                  <a:gd name="T14" fmla="*/ 133 w 144"/>
                  <a:gd name="T15" fmla="*/ 102 h 143"/>
                  <a:gd name="T16" fmla="*/ 141 w 144"/>
                  <a:gd name="T17" fmla="*/ 72 h 143"/>
                  <a:gd name="T18" fmla="*/ 72 w 144"/>
                  <a:gd name="T19" fmla="*/ 3 h 143"/>
                  <a:gd name="T20" fmla="*/ 3 w 144"/>
                  <a:gd name="T21" fmla="*/ 72 h 143"/>
                  <a:gd name="T22" fmla="*/ 132 w 144"/>
                  <a:gd name="T23" fmla="*/ 106 h 143"/>
                  <a:gd name="T24" fmla="*/ 12 w 144"/>
                  <a:gd name="T25" fmla="*/ 106 h 143"/>
                  <a:gd name="T26" fmla="*/ 72 w 144"/>
                  <a:gd name="T27" fmla="*/ 140 h 143"/>
                  <a:gd name="T28" fmla="*/ 132 w 144"/>
                  <a:gd name="T29" fmla="*/ 106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4" h="143">
                    <a:moveTo>
                      <a:pt x="72" y="143"/>
                    </a:moveTo>
                    <a:cubicBezTo>
                      <a:pt x="32" y="143"/>
                      <a:pt x="0" y="111"/>
                      <a:pt x="0" y="72"/>
                    </a:cubicBezTo>
                    <a:cubicBezTo>
                      <a:pt x="0" y="32"/>
                      <a:pt x="32" y="0"/>
                      <a:pt x="72" y="0"/>
                    </a:cubicBezTo>
                    <a:cubicBezTo>
                      <a:pt x="111" y="0"/>
                      <a:pt x="144" y="32"/>
                      <a:pt x="144" y="72"/>
                    </a:cubicBezTo>
                    <a:cubicBezTo>
                      <a:pt x="144" y="111"/>
                      <a:pt x="111" y="143"/>
                      <a:pt x="72" y="143"/>
                    </a:cubicBezTo>
                    <a:close/>
                    <a:moveTo>
                      <a:pt x="3" y="72"/>
                    </a:moveTo>
                    <a:cubicBezTo>
                      <a:pt x="3" y="83"/>
                      <a:pt x="6" y="93"/>
                      <a:pt x="10" y="102"/>
                    </a:cubicBezTo>
                    <a:cubicBezTo>
                      <a:pt x="133" y="102"/>
                      <a:pt x="133" y="102"/>
                      <a:pt x="133" y="102"/>
                    </a:cubicBezTo>
                    <a:cubicBezTo>
                      <a:pt x="138" y="93"/>
                      <a:pt x="141" y="83"/>
                      <a:pt x="141" y="72"/>
                    </a:cubicBezTo>
                    <a:cubicBezTo>
                      <a:pt x="141" y="34"/>
                      <a:pt x="110" y="3"/>
                      <a:pt x="72" y="3"/>
                    </a:cubicBezTo>
                    <a:cubicBezTo>
                      <a:pt x="34" y="3"/>
                      <a:pt x="3" y="34"/>
                      <a:pt x="3" y="72"/>
                    </a:cubicBezTo>
                    <a:close/>
                    <a:moveTo>
                      <a:pt x="132" y="106"/>
                    </a:moveTo>
                    <a:cubicBezTo>
                      <a:pt x="12" y="106"/>
                      <a:pt x="12" y="106"/>
                      <a:pt x="12" y="106"/>
                    </a:cubicBezTo>
                    <a:cubicBezTo>
                      <a:pt x="24" y="126"/>
                      <a:pt x="46" y="140"/>
                      <a:pt x="72" y="140"/>
                    </a:cubicBezTo>
                    <a:cubicBezTo>
                      <a:pt x="97" y="140"/>
                      <a:pt x="120" y="126"/>
                      <a:pt x="132" y="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6" name="iṧḻîďé">
                <a:extLst>
                  <a:ext uri="{FF2B5EF4-FFF2-40B4-BE49-F238E27FC236}">
                    <a16:creationId xmlns:a16="http://schemas.microsoft.com/office/drawing/2014/main" id="{37DC4535-2BA3-49A9-953E-5F1EDD480300}"/>
                  </a:ext>
                </a:extLst>
              </p:cNvPr>
              <p:cNvSpPr/>
              <p:nvPr/>
            </p:nvSpPr>
            <p:spPr bwMode="auto">
              <a:xfrm>
                <a:off x="4948238" y="3235326"/>
                <a:ext cx="411163" cy="306388"/>
              </a:xfrm>
              <a:custGeom>
                <a:avLst/>
                <a:gdLst>
                  <a:gd name="T0" fmla="*/ 114 w 124"/>
                  <a:gd name="T1" fmla="*/ 68 h 92"/>
                  <a:gd name="T2" fmla="*/ 103 w 124"/>
                  <a:gd name="T3" fmla="*/ 62 h 92"/>
                  <a:gd name="T4" fmla="*/ 95 w 124"/>
                  <a:gd name="T5" fmla="*/ 68 h 92"/>
                  <a:gd name="T6" fmla="*/ 83 w 124"/>
                  <a:gd name="T7" fmla="*/ 62 h 92"/>
                  <a:gd name="T8" fmla="*/ 70 w 124"/>
                  <a:gd name="T9" fmla="*/ 81 h 92"/>
                  <a:gd name="T10" fmla="*/ 104 w 124"/>
                  <a:gd name="T11" fmla="*/ 76 h 92"/>
                  <a:gd name="T12" fmla="*/ 124 w 124"/>
                  <a:gd name="T13" fmla="*/ 83 h 92"/>
                  <a:gd name="T14" fmla="*/ 81 w 124"/>
                  <a:gd name="T15" fmla="*/ 84 h 92"/>
                  <a:gd name="T16" fmla="*/ 43 w 124"/>
                  <a:gd name="T17" fmla="*/ 84 h 92"/>
                  <a:gd name="T18" fmla="*/ 0 w 124"/>
                  <a:gd name="T19" fmla="*/ 83 h 92"/>
                  <a:gd name="T20" fmla="*/ 19 w 124"/>
                  <a:gd name="T21" fmla="*/ 76 h 92"/>
                  <a:gd name="T22" fmla="*/ 54 w 124"/>
                  <a:gd name="T23" fmla="*/ 81 h 92"/>
                  <a:gd name="T24" fmla="*/ 53 w 124"/>
                  <a:gd name="T25" fmla="*/ 62 h 92"/>
                  <a:gd name="T26" fmla="*/ 44 w 124"/>
                  <a:gd name="T27" fmla="*/ 55 h 92"/>
                  <a:gd name="T28" fmla="*/ 30 w 124"/>
                  <a:gd name="T29" fmla="*/ 66 h 92"/>
                  <a:gd name="T30" fmla="*/ 24 w 124"/>
                  <a:gd name="T31" fmla="*/ 55 h 92"/>
                  <a:gd name="T32" fmla="*/ 10 w 124"/>
                  <a:gd name="T33" fmla="*/ 66 h 92"/>
                  <a:gd name="T34" fmla="*/ 4 w 124"/>
                  <a:gd name="T35" fmla="*/ 56 h 92"/>
                  <a:gd name="T36" fmla="*/ 20 w 124"/>
                  <a:gd name="T37" fmla="*/ 47 h 92"/>
                  <a:gd name="T38" fmla="*/ 45 w 124"/>
                  <a:gd name="T39" fmla="*/ 35 h 92"/>
                  <a:gd name="T40" fmla="*/ 79 w 124"/>
                  <a:gd name="T41" fmla="*/ 35 h 92"/>
                  <a:gd name="T42" fmla="*/ 107 w 124"/>
                  <a:gd name="T43" fmla="*/ 53 h 92"/>
                  <a:gd name="T44" fmla="*/ 120 w 124"/>
                  <a:gd name="T45" fmla="*/ 62 h 92"/>
                  <a:gd name="T46" fmla="*/ 47 w 124"/>
                  <a:gd name="T47" fmla="*/ 47 h 92"/>
                  <a:gd name="T48" fmla="*/ 60 w 124"/>
                  <a:gd name="T49" fmla="*/ 37 h 92"/>
                  <a:gd name="T50" fmla="*/ 65 w 124"/>
                  <a:gd name="T51" fmla="*/ 48 h 92"/>
                  <a:gd name="T52" fmla="*/ 66 w 124"/>
                  <a:gd name="T53" fmla="*/ 55 h 92"/>
                  <a:gd name="T54" fmla="*/ 62 w 124"/>
                  <a:gd name="T55" fmla="*/ 17 h 92"/>
                  <a:gd name="T56" fmla="*/ 90 w 124"/>
                  <a:gd name="T57" fmla="*/ 35 h 92"/>
                  <a:gd name="T58" fmla="*/ 88 w 124"/>
                  <a:gd name="T59" fmla="*/ 54 h 92"/>
                  <a:gd name="T60" fmla="*/ 90 w 124"/>
                  <a:gd name="T61" fmla="*/ 35 h 92"/>
                  <a:gd name="T62" fmla="*/ 29 w 124"/>
                  <a:gd name="T63" fmla="*/ 47 h 92"/>
                  <a:gd name="T64" fmla="*/ 41 w 124"/>
                  <a:gd name="T65" fmla="*/ 42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24" h="92">
                    <a:moveTo>
                      <a:pt x="112" y="62"/>
                    </a:moveTo>
                    <a:cubicBezTo>
                      <a:pt x="114" y="68"/>
                      <a:pt x="114" y="68"/>
                      <a:pt x="114" y="68"/>
                    </a:cubicBezTo>
                    <a:cubicBezTo>
                      <a:pt x="105" y="68"/>
                      <a:pt x="105" y="68"/>
                      <a:pt x="105" y="68"/>
                    </a:cubicBezTo>
                    <a:cubicBezTo>
                      <a:pt x="103" y="62"/>
                      <a:pt x="103" y="62"/>
                      <a:pt x="103" y="62"/>
                    </a:cubicBezTo>
                    <a:cubicBezTo>
                      <a:pt x="92" y="62"/>
                      <a:pt x="92" y="62"/>
                      <a:pt x="92" y="62"/>
                    </a:cubicBezTo>
                    <a:cubicBezTo>
                      <a:pt x="95" y="68"/>
                      <a:pt x="95" y="68"/>
                      <a:pt x="95" y="68"/>
                    </a:cubicBezTo>
                    <a:cubicBezTo>
                      <a:pt x="86" y="68"/>
                      <a:pt x="86" y="68"/>
                      <a:pt x="86" y="68"/>
                    </a:cubicBezTo>
                    <a:cubicBezTo>
                      <a:pt x="83" y="62"/>
                      <a:pt x="83" y="62"/>
                      <a:pt x="83" y="62"/>
                    </a:cubicBezTo>
                    <a:cubicBezTo>
                      <a:pt x="67" y="62"/>
                      <a:pt x="67" y="62"/>
                      <a:pt x="67" y="62"/>
                    </a:cubicBezTo>
                    <a:cubicBezTo>
                      <a:pt x="70" y="81"/>
                      <a:pt x="70" y="81"/>
                      <a:pt x="70" y="81"/>
                    </a:cubicBezTo>
                    <a:cubicBezTo>
                      <a:pt x="70" y="81"/>
                      <a:pt x="73" y="83"/>
                      <a:pt x="81" y="77"/>
                    </a:cubicBezTo>
                    <a:cubicBezTo>
                      <a:pt x="81" y="77"/>
                      <a:pt x="92" y="88"/>
                      <a:pt x="104" y="76"/>
                    </a:cubicBezTo>
                    <a:cubicBezTo>
                      <a:pt x="104" y="76"/>
                      <a:pt x="112" y="85"/>
                      <a:pt x="122" y="77"/>
                    </a:cubicBezTo>
                    <a:cubicBezTo>
                      <a:pt x="124" y="83"/>
                      <a:pt x="124" y="83"/>
                      <a:pt x="124" y="83"/>
                    </a:cubicBezTo>
                    <a:cubicBezTo>
                      <a:pt x="124" y="83"/>
                      <a:pt x="115" y="90"/>
                      <a:pt x="104" y="84"/>
                    </a:cubicBezTo>
                    <a:cubicBezTo>
                      <a:pt x="104" y="84"/>
                      <a:pt x="92" y="92"/>
                      <a:pt x="81" y="84"/>
                    </a:cubicBezTo>
                    <a:cubicBezTo>
                      <a:pt x="81" y="84"/>
                      <a:pt x="70" y="92"/>
                      <a:pt x="62" y="84"/>
                    </a:cubicBezTo>
                    <a:cubicBezTo>
                      <a:pt x="62" y="84"/>
                      <a:pt x="56" y="92"/>
                      <a:pt x="43" y="84"/>
                    </a:cubicBezTo>
                    <a:cubicBezTo>
                      <a:pt x="43" y="84"/>
                      <a:pt x="33" y="92"/>
                      <a:pt x="19" y="83"/>
                    </a:cubicBezTo>
                    <a:cubicBezTo>
                      <a:pt x="19" y="83"/>
                      <a:pt x="10" y="90"/>
                      <a:pt x="0" y="83"/>
                    </a:cubicBezTo>
                    <a:cubicBezTo>
                      <a:pt x="2" y="78"/>
                      <a:pt x="2" y="78"/>
                      <a:pt x="2" y="78"/>
                    </a:cubicBezTo>
                    <a:cubicBezTo>
                      <a:pt x="2" y="78"/>
                      <a:pt x="11" y="85"/>
                      <a:pt x="19" y="76"/>
                    </a:cubicBezTo>
                    <a:cubicBezTo>
                      <a:pt x="19" y="76"/>
                      <a:pt x="30" y="88"/>
                      <a:pt x="43" y="77"/>
                    </a:cubicBezTo>
                    <a:cubicBezTo>
                      <a:pt x="43" y="77"/>
                      <a:pt x="50" y="82"/>
                      <a:pt x="54" y="81"/>
                    </a:cubicBezTo>
                    <a:cubicBezTo>
                      <a:pt x="57" y="62"/>
                      <a:pt x="57" y="62"/>
                      <a:pt x="57" y="62"/>
                    </a:cubicBezTo>
                    <a:cubicBezTo>
                      <a:pt x="53" y="62"/>
                      <a:pt x="53" y="62"/>
                      <a:pt x="53" y="62"/>
                    </a:cubicBezTo>
                    <a:cubicBezTo>
                      <a:pt x="58" y="55"/>
                      <a:pt x="58" y="55"/>
                      <a:pt x="58" y="55"/>
                    </a:cubicBezTo>
                    <a:cubicBezTo>
                      <a:pt x="44" y="55"/>
                      <a:pt x="44" y="55"/>
                      <a:pt x="44" y="55"/>
                    </a:cubicBezTo>
                    <a:cubicBezTo>
                      <a:pt x="39" y="66"/>
                      <a:pt x="39" y="66"/>
                      <a:pt x="39" y="66"/>
                    </a:cubicBezTo>
                    <a:cubicBezTo>
                      <a:pt x="30" y="66"/>
                      <a:pt x="30" y="66"/>
                      <a:pt x="30" y="66"/>
                    </a:cubicBezTo>
                    <a:cubicBezTo>
                      <a:pt x="35" y="55"/>
                      <a:pt x="35" y="55"/>
                      <a:pt x="35" y="55"/>
                    </a:cubicBezTo>
                    <a:cubicBezTo>
                      <a:pt x="24" y="55"/>
                      <a:pt x="24" y="55"/>
                      <a:pt x="24" y="55"/>
                    </a:cubicBezTo>
                    <a:cubicBezTo>
                      <a:pt x="19" y="66"/>
                      <a:pt x="19" y="66"/>
                      <a:pt x="19" y="66"/>
                    </a:cubicBezTo>
                    <a:cubicBezTo>
                      <a:pt x="10" y="66"/>
                      <a:pt x="10" y="66"/>
                      <a:pt x="10" y="66"/>
                    </a:cubicBezTo>
                    <a:cubicBezTo>
                      <a:pt x="15" y="55"/>
                      <a:pt x="15" y="55"/>
                      <a:pt x="15" y="55"/>
                    </a:cubicBezTo>
                    <a:cubicBezTo>
                      <a:pt x="4" y="56"/>
                      <a:pt x="4" y="56"/>
                      <a:pt x="4" y="5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20" y="47"/>
                      <a:pt x="20" y="47"/>
                      <a:pt x="20" y="47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45" y="35"/>
                      <a:pt x="45" y="35"/>
                      <a:pt x="45" y="35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79" y="35"/>
                      <a:pt x="79" y="35"/>
                      <a:pt x="79" y="35"/>
                    </a:cubicBezTo>
                    <a:cubicBezTo>
                      <a:pt x="92" y="22"/>
                      <a:pt x="92" y="22"/>
                      <a:pt x="92" y="22"/>
                    </a:cubicBezTo>
                    <a:cubicBezTo>
                      <a:pt x="107" y="53"/>
                      <a:pt x="107" y="53"/>
                      <a:pt x="107" y="53"/>
                    </a:cubicBezTo>
                    <a:cubicBezTo>
                      <a:pt x="120" y="53"/>
                      <a:pt x="120" y="53"/>
                      <a:pt x="120" y="53"/>
                    </a:cubicBezTo>
                    <a:cubicBezTo>
                      <a:pt x="120" y="62"/>
                      <a:pt x="120" y="62"/>
                      <a:pt x="120" y="62"/>
                    </a:cubicBezTo>
                    <a:cubicBezTo>
                      <a:pt x="112" y="62"/>
                      <a:pt x="112" y="62"/>
                      <a:pt x="112" y="62"/>
                    </a:cubicBezTo>
                    <a:close/>
                    <a:moveTo>
                      <a:pt x="47" y="47"/>
                    </a:moveTo>
                    <a:cubicBezTo>
                      <a:pt x="58" y="48"/>
                      <a:pt x="58" y="48"/>
                      <a:pt x="58" y="48"/>
                    </a:cubicBezTo>
                    <a:cubicBezTo>
                      <a:pt x="60" y="37"/>
                      <a:pt x="60" y="37"/>
                      <a:pt x="60" y="37"/>
                    </a:cubicBezTo>
                    <a:cubicBezTo>
                      <a:pt x="64" y="37"/>
                      <a:pt x="64" y="37"/>
                      <a:pt x="64" y="37"/>
                    </a:cubicBezTo>
                    <a:cubicBezTo>
                      <a:pt x="65" y="48"/>
                      <a:pt x="65" y="48"/>
                      <a:pt x="65" y="48"/>
                    </a:cubicBezTo>
                    <a:cubicBezTo>
                      <a:pt x="71" y="48"/>
                      <a:pt x="71" y="48"/>
                      <a:pt x="71" y="48"/>
                    </a:cubicBezTo>
                    <a:cubicBezTo>
                      <a:pt x="66" y="55"/>
                      <a:pt x="66" y="55"/>
                      <a:pt x="66" y="55"/>
                    </a:cubicBezTo>
                    <a:cubicBezTo>
                      <a:pt x="79" y="54"/>
                      <a:pt x="79" y="54"/>
                      <a:pt x="79" y="54"/>
                    </a:cubicBezTo>
                    <a:cubicBezTo>
                      <a:pt x="62" y="17"/>
                      <a:pt x="62" y="17"/>
                      <a:pt x="62" y="17"/>
                    </a:cubicBezTo>
                    <a:cubicBezTo>
                      <a:pt x="47" y="47"/>
                      <a:pt x="47" y="47"/>
                      <a:pt x="47" y="47"/>
                    </a:cubicBezTo>
                    <a:close/>
                    <a:moveTo>
                      <a:pt x="90" y="35"/>
                    </a:moveTo>
                    <a:cubicBezTo>
                      <a:pt x="83" y="42"/>
                      <a:pt x="83" y="42"/>
                      <a:pt x="83" y="42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99" y="54"/>
                      <a:pt x="99" y="54"/>
                      <a:pt x="99" y="54"/>
                    </a:cubicBezTo>
                    <a:cubicBezTo>
                      <a:pt x="90" y="35"/>
                      <a:pt x="90" y="35"/>
                      <a:pt x="90" y="35"/>
                    </a:cubicBezTo>
                    <a:close/>
                    <a:moveTo>
                      <a:pt x="34" y="35"/>
                    </a:moveTo>
                    <a:cubicBezTo>
                      <a:pt x="29" y="47"/>
                      <a:pt x="29" y="47"/>
                      <a:pt x="29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41" y="42"/>
                      <a:pt x="41" y="42"/>
                      <a:pt x="41" y="42"/>
                    </a:cubicBezTo>
                    <a:lnTo>
                      <a:pt x="34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7" name="îṡ1íḓè">
                <a:extLst>
                  <a:ext uri="{FF2B5EF4-FFF2-40B4-BE49-F238E27FC236}">
                    <a16:creationId xmlns:a16="http://schemas.microsoft.com/office/drawing/2014/main" id="{34EE4143-C8BE-463F-BDAE-827CCA818386}"/>
                  </a:ext>
                </a:extLst>
              </p:cNvPr>
              <p:cNvSpPr/>
              <p:nvPr/>
            </p:nvSpPr>
            <p:spPr bwMode="auto">
              <a:xfrm>
                <a:off x="5375275" y="3316288"/>
                <a:ext cx="88900" cy="58738"/>
              </a:xfrm>
              <a:custGeom>
                <a:avLst/>
                <a:gdLst>
                  <a:gd name="T0" fmla="*/ 2 w 27"/>
                  <a:gd name="T1" fmla="*/ 7 h 18"/>
                  <a:gd name="T2" fmla="*/ 4 w 27"/>
                  <a:gd name="T3" fmla="*/ 12 h 18"/>
                  <a:gd name="T4" fmla="*/ 6 w 27"/>
                  <a:gd name="T5" fmla="*/ 10 h 18"/>
                  <a:gd name="T6" fmla="*/ 5 w 27"/>
                  <a:gd name="T7" fmla="*/ 8 h 18"/>
                  <a:gd name="T8" fmla="*/ 2 w 27"/>
                  <a:gd name="T9" fmla="*/ 7 h 18"/>
                  <a:gd name="T10" fmla="*/ 4 w 27"/>
                  <a:gd name="T11" fmla="*/ 13 h 18"/>
                  <a:gd name="T12" fmla="*/ 1 w 27"/>
                  <a:gd name="T13" fmla="*/ 10 h 18"/>
                  <a:gd name="T14" fmla="*/ 3 w 27"/>
                  <a:gd name="T15" fmla="*/ 2 h 18"/>
                  <a:gd name="T16" fmla="*/ 9 w 27"/>
                  <a:gd name="T17" fmla="*/ 11 h 18"/>
                  <a:gd name="T18" fmla="*/ 9 w 27"/>
                  <a:gd name="T19" fmla="*/ 8 h 18"/>
                  <a:gd name="T20" fmla="*/ 10 w 27"/>
                  <a:gd name="T21" fmla="*/ 6 h 18"/>
                  <a:gd name="T22" fmla="*/ 12 w 27"/>
                  <a:gd name="T23" fmla="*/ 6 h 18"/>
                  <a:gd name="T24" fmla="*/ 10 w 27"/>
                  <a:gd name="T25" fmla="*/ 5 h 18"/>
                  <a:gd name="T26" fmla="*/ 10 w 27"/>
                  <a:gd name="T27" fmla="*/ 3 h 18"/>
                  <a:gd name="T28" fmla="*/ 12 w 27"/>
                  <a:gd name="T29" fmla="*/ 3 h 18"/>
                  <a:gd name="T30" fmla="*/ 20 w 27"/>
                  <a:gd name="T31" fmla="*/ 7 h 18"/>
                  <a:gd name="T32" fmla="*/ 21 w 27"/>
                  <a:gd name="T33" fmla="*/ 7 h 18"/>
                  <a:gd name="T34" fmla="*/ 21 w 27"/>
                  <a:gd name="T35" fmla="*/ 5 h 18"/>
                  <a:gd name="T36" fmla="*/ 18 w 27"/>
                  <a:gd name="T37" fmla="*/ 3 h 18"/>
                  <a:gd name="T38" fmla="*/ 17 w 27"/>
                  <a:gd name="T39" fmla="*/ 1 h 18"/>
                  <a:gd name="T40" fmla="*/ 19 w 27"/>
                  <a:gd name="T41" fmla="*/ 0 h 18"/>
                  <a:gd name="T42" fmla="*/ 20 w 27"/>
                  <a:gd name="T43" fmla="*/ 1 h 18"/>
                  <a:gd name="T44" fmla="*/ 19 w 27"/>
                  <a:gd name="T45" fmla="*/ 2 h 18"/>
                  <a:gd name="T46" fmla="*/ 22 w 27"/>
                  <a:gd name="T47" fmla="*/ 5 h 18"/>
                  <a:gd name="T48" fmla="*/ 23 w 27"/>
                  <a:gd name="T49" fmla="*/ 5 h 18"/>
                  <a:gd name="T50" fmla="*/ 24 w 27"/>
                  <a:gd name="T51" fmla="*/ 7 h 18"/>
                  <a:gd name="T52" fmla="*/ 26 w 27"/>
                  <a:gd name="T53" fmla="*/ 8 h 18"/>
                  <a:gd name="T54" fmla="*/ 27 w 27"/>
                  <a:gd name="T55" fmla="*/ 9 h 18"/>
                  <a:gd name="T56" fmla="*/ 27 w 27"/>
                  <a:gd name="T57" fmla="*/ 11 h 18"/>
                  <a:gd name="T58" fmla="*/ 21 w 27"/>
                  <a:gd name="T59" fmla="*/ 9 h 18"/>
                  <a:gd name="T60" fmla="*/ 19 w 27"/>
                  <a:gd name="T61" fmla="*/ 8 h 18"/>
                  <a:gd name="T62" fmla="*/ 17 w 27"/>
                  <a:gd name="T63" fmla="*/ 8 h 18"/>
                  <a:gd name="T64" fmla="*/ 14 w 27"/>
                  <a:gd name="T65" fmla="*/ 6 h 18"/>
                  <a:gd name="T66" fmla="*/ 15 w 27"/>
                  <a:gd name="T67" fmla="*/ 9 h 18"/>
                  <a:gd name="T68" fmla="*/ 11 w 27"/>
                  <a:gd name="T69" fmla="*/ 8 h 18"/>
                  <a:gd name="T70" fmla="*/ 9 w 27"/>
                  <a:gd name="T71" fmla="*/ 12 h 18"/>
                  <a:gd name="T72" fmla="*/ 9 w 27"/>
                  <a:gd name="T73" fmla="*/ 15 h 18"/>
                  <a:gd name="T74" fmla="*/ 7 w 27"/>
                  <a:gd name="T75" fmla="*/ 16 h 18"/>
                  <a:gd name="T76" fmla="*/ 7 w 27"/>
                  <a:gd name="T77" fmla="*/ 15 h 18"/>
                  <a:gd name="T78" fmla="*/ 7 w 27"/>
                  <a:gd name="T79" fmla="*/ 13 h 18"/>
                  <a:gd name="T80" fmla="*/ 6 w 27"/>
                  <a:gd name="T81" fmla="*/ 13 h 18"/>
                  <a:gd name="T82" fmla="*/ 4 w 27"/>
                  <a:gd name="T83" fmla="*/ 13 h 18"/>
                  <a:gd name="T84" fmla="*/ 25 w 27"/>
                  <a:gd name="T85" fmla="*/ 9 h 18"/>
                  <a:gd name="T86" fmla="*/ 24 w 27"/>
                  <a:gd name="T87" fmla="*/ 8 h 18"/>
                  <a:gd name="T88" fmla="*/ 23 w 27"/>
                  <a:gd name="T89" fmla="*/ 8 h 18"/>
                  <a:gd name="T90" fmla="*/ 25 w 27"/>
                  <a:gd name="T91" fmla="*/ 9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27" h="18">
                    <a:moveTo>
                      <a:pt x="2" y="7"/>
                    </a:moveTo>
                    <a:cubicBezTo>
                      <a:pt x="2" y="7"/>
                      <a:pt x="1" y="12"/>
                      <a:pt x="4" y="12"/>
                    </a:cubicBezTo>
                    <a:cubicBezTo>
                      <a:pt x="4" y="12"/>
                      <a:pt x="8" y="12"/>
                      <a:pt x="6" y="10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2" y="5"/>
                      <a:pt x="2" y="7"/>
                    </a:cubicBezTo>
                    <a:close/>
                    <a:moveTo>
                      <a:pt x="4" y="13"/>
                    </a:moveTo>
                    <a:cubicBezTo>
                      <a:pt x="0" y="13"/>
                      <a:pt x="1" y="10"/>
                      <a:pt x="1" y="10"/>
                    </a:cubicBezTo>
                    <a:cubicBezTo>
                      <a:pt x="2" y="2"/>
                      <a:pt x="3" y="2"/>
                      <a:pt x="3" y="2"/>
                    </a:cubicBezTo>
                    <a:cubicBezTo>
                      <a:pt x="9" y="7"/>
                      <a:pt x="9" y="11"/>
                      <a:pt x="9" y="11"/>
                    </a:cubicBezTo>
                    <a:cubicBezTo>
                      <a:pt x="10" y="10"/>
                      <a:pt x="9" y="8"/>
                      <a:pt x="9" y="8"/>
                    </a:cubicBezTo>
                    <a:cubicBezTo>
                      <a:pt x="8" y="6"/>
                      <a:pt x="10" y="6"/>
                      <a:pt x="10" y="6"/>
                    </a:cubicBezTo>
                    <a:cubicBezTo>
                      <a:pt x="11" y="7"/>
                      <a:pt x="12" y="6"/>
                      <a:pt x="12" y="6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0" y="4"/>
                      <a:pt x="10" y="3"/>
                      <a:pt x="10" y="3"/>
                    </a:cubicBezTo>
                    <a:cubicBezTo>
                      <a:pt x="11" y="2"/>
                      <a:pt x="12" y="3"/>
                      <a:pt x="12" y="3"/>
                    </a:cubicBezTo>
                    <a:cubicBezTo>
                      <a:pt x="12" y="4"/>
                      <a:pt x="20" y="7"/>
                      <a:pt x="20" y="7"/>
                    </a:cubicBezTo>
                    <a:cubicBezTo>
                      <a:pt x="21" y="8"/>
                      <a:pt x="21" y="7"/>
                      <a:pt x="21" y="7"/>
                    </a:cubicBezTo>
                    <a:cubicBezTo>
                      <a:pt x="21" y="7"/>
                      <a:pt x="21" y="5"/>
                      <a:pt x="21" y="5"/>
                    </a:cubicBezTo>
                    <a:cubicBezTo>
                      <a:pt x="21" y="5"/>
                      <a:pt x="18" y="3"/>
                      <a:pt x="18" y="3"/>
                    </a:cubicBezTo>
                    <a:cubicBezTo>
                      <a:pt x="16" y="3"/>
                      <a:pt x="17" y="1"/>
                      <a:pt x="17" y="1"/>
                    </a:cubicBezTo>
                    <a:cubicBezTo>
                      <a:pt x="17" y="1"/>
                      <a:pt x="19" y="0"/>
                      <a:pt x="19" y="0"/>
                    </a:cubicBezTo>
                    <a:cubicBezTo>
                      <a:pt x="21" y="0"/>
                      <a:pt x="20" y="1"/>
                      <a:pt x="20" y="1"/>
                    </a:cubicBezTo>
                    <a:cubicBezTo>
                      <a:pt x="18" y="2"/>
                      <a:pt x="19" y="2"/>
                      <a:pt x="19" y="2"/>
                    </a:cubicBezTo>
                    <a:cubicBezTo>
                      <a:pt x="22" y="5"/>
                      <a:pt x="22" y="5"/>
                      <a:pt x="22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3" y="7"/>
                      <a:pt x="24" y="7"/>
                      <a:pt x="24" y="7"/>
                    </a:cubicBezTo>
                    <a:cubicBezTo>
                      <a:pt x="26" y="8"/>
                      <a:pt x="26" y="8"/>
                      <a:pt x="26" y="8"/>
                    </a:cubicBezTo>
                    <a:cubicBezTo>
                      <a:pt x="27" y="9"/>
                      <a:pt x="27" y="9"/>
                      <a:pt x="27" y="9"/>
                    </a:cubicBezTo>
                    <a:cubicBezTo>
                      <a:pt x="27" y="9"/>
                      <a:pt x="27" y="11"/>
                      <a:pt x="27" y="11"/>
                    </a:cubicBezTo>
                    <a:cubicBezTo>
                      <a:pt x="22" y="11"/>
                      <a:pt x="21" y="9"/>
                      <a:pt x="21" y="9"/>
                    </a:cubicBezTo>
                    <a:cubicBezTo>
                      <a:pt x="19" y="9"/>
                      <a:pt x="19" y="8"/>
                      <a:pt x="19" y="8"/>
                    </a:cubicBezTo>
                    <a:cubicBezTo>
                      <a:pt x="18" y="8"/>
                      <a:pt x="17" y="8"/>
                      <a:pt x="17" y="8"/>
                    </a:cubicBezTo>
                    <a:cubicBezTo>
                      <a:pt x="17" y="7"/>
                      <a:pt x="15" y="6"/>
                      <a:pt x="14" y="6"/>
                    </a:cubicBezTo>
                    <a:cubicBezTo>
                      <a:pt x="16" y="8"/>
                      <a:pt x="15" y="9"/>
                      <a:pt x="15" y="9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1" y="12"/>
                      <a:pt x="9" y="12"/>
                      <a:pt x="9" y="12"/>
                    </a:cubicBezTo>
                    <a:cubicBezTo>
                      <a:pt x="9" y="15"/>
                      <a:pt x="9" y="15"/>
                      <a:pt x="9" y="15"/>
                    </a:cubicBezTo>
                    <a:cubicBezTo>
                      <a:pt x="8" y="18"/>
                      <a:pt x="7" y="16"/>
                      <a:pt x="7" y="16"/>
                    </a:cubicBezTo>
                    <a:cubicBezTo>
                      <a:pt x="6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2"/>
                      <a:pt x="6" y="13"/>
                      <a:pt x="6" y="13"/>
                    </a:cubicBezTo>
                    <a:cubicBezTo>
                      <a:pt x="4" y="13"/>
                      <a:pt x="4" y="13"/>
                      <a:pt x="4" y="13"/>
                    </a:cubicBezTo>
                    <a:close/>
                    <a:moveTo>
                      <a:pt x="25" y="9"/>
                    </a:moveTo>
                    <a:cubicBezTo>
                      <a:pt x="24" y="8"/>
                      <a:pt x="24" y="8"/>
                      <a:pt x="24" y="8"/>
                    </a:cubicBezTo>
                    <a:cubicBezTo>
                      <a:pt x="24" y="8"/>
                      <a:pt x="23" y="8"/>
                      <a:pt x="23" y="8"/>
                    </a:cubicBezTo>
                    <a:cubicBezTo>
                      <a:pt x="22" y="8"/>
                      <a:pt x="25" y="9"/>
                      <a:pt x="25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8" name="ïṩliḑé">
                <a:extLst>
                  <a:ext uri="{FF2B5EF4-FFF2-40B4-BE49-F238E27FC236}">
                    <a16:creationId xmlns:a16="http://schemas.microsoft.com/office/drawing/2014/main" id="{377801C3-8F19-4720-B7CE-9333FBE3FE4B}"/>
                  </a:ext>
                </a:extLst>
              </p:cNvPr>
              <p:cNvSpPr/>
              <p:nvPr/>
            </p:nvSpPr>
            <p:spPr bwMode="auto">
              <a:xfrm>
                <a:off x="5249863" y="3201988"/>
                <a:ext cx="26988" cy="23813"/>
              </a:xfrm>
              <a:custGeom>
                <a:avLst/>
                <a:gdLst>
                  <a:gd name="T0" fmla="*/ 2 w 8"/>
                  <a:gd name="T1" fmla="*/ 6 h 7"/>
                  <a:gd name="T2" fmla="*/ 5 w 8"/>
                  <a:gd name="T3" fmla="*/ 2 h 7"/>
                  <a:gd name="T4" fmla="*/ 6 w 8"/>
                  <a:gd name="T5" fmla="*/ 2 h 7"/>
                  <a:gd name="T6" fmla="*/ 6 w 8"/>
                  <a:gd name="T7" fmla="*/ 6 h 7"/>
                  <a:gd name="T8" fmla="*/ 2 w 8"/>
                  <a:gd name="T9" fmla="*/ 7 h 7"/>
                  <a:gd name="T10" fmla="*/ 2 w 8"/>
                  <a:gd name="T11" fmla="*/ 6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7">
                    <a:moveTo>
                      <a:pt x="2" y="6"/>
                    </a:moveTo>
                    <a:cubicBezTo>
                      <a:pt x="3" y="6"/>
                      <a:pt x="5" y="2"/>
                      <a:pt x="5" y="2"/>
                    </a:cubicBezTo>
                    <a:cubicBezTo>
                      <a:pt x="5" y="0"/>
                      <a:pt x="6" y="2"/>
                      <a:pt x="6" y="2"/>
                    </a:cubicBezTo>
                    <a:cubicBezTo>
                      <a:pt x="8" y="4"/>
                      <a:pt x="6" y="6"/>
                      <a:pt x="6" y="6"/>
                    </a:cubicBezTo>
                    <a:cubicBezTo>
                      <a:pt x="5" y="6"/>
                      <a:pt x="2" y="7"/>
                      <a:pt x="2" y="7"/>
                    </a:cubicBezTo>
                    <a:cubicBezTo>
                      <a:pt x="0" y="7"/>
                      <a:pt x="2" y="6"/>
                      <a:pt x="2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9" name="îSľíḓê">
                <a:extLst>
                  <a:ext uri="{FF2B5EF4-FFF2-40B4-BE49-F238E27FC236}">
                    <a16:creationId xmlns:a16="http://schemas.microsoft.com/office/drawing/2014/main" id="{E0289DD6-CB93-48DE-8D9B-2717278C25A8}"/>
                  </a:ext>
                </a:extLst>
              </p:cNvPr>
              <p:cNvSpPr/>
              <p:nvPr/>
            </p:nvSpPr>
            <p:spPr bwMode="auto">
              <a:xfrm>
                <a:off x="5207000" y="3162301"/>
                <a:ext cx="85725" cy="39688"/>
              </a:xfrm>
              <a:custGeom>
                <a:avLst/>
                <a:gdLst>
                  <a:gd name="T0" fmla="*/ 16 w 26"/>
                  <a:gd name="T1" fmla="*/ 1 h 12"/>
                  <a:gd name="T2" fmla="*/ 17 w 26"/>
                  <a:gd name="T3" fmla="*/ 2 h 12"/>
                  <a:gd name="T4" fmla="*/ 15 w 26"/>
                  <a:gd name="T5" fmla="*/ 4 h 12"/>
                  <a:gd name="T6" fmla="*/ 20 w 26"/>
                  <a:gd name="T7" fmla="*/ 3 h 12"/>
                  <a:gd name="T8" fmla="*/ 20 w 26"/>
                  <a:gd name="T9" fmla="*/ 3 h 12"/>
                  <a:gd name="T10" fmla="*/ 21 w 26"/>
                  <a:gd name="T11" fmla="*/ 0 h 12"/>
                  <a:gd name="T12" fmla="*/ 22 w 26"/>
                  <a:gd name="T13" fmla="*/ 1 h 12"/>
                  <a:gd name="T14" fmla="*/ 23 w 26"/>
                  <a:gd name="T15" fmla="*/ 4 h 12"/>
                  <a:gd name="T16" fmla="*/ 25 w 26"/>
                  <a:gd name="T17" fmla="*/ 4 h 12"/>
                  <a:gd name="T18" fmla="*/ 26 w 26"/>
                  <a:gd name="T19" fmla="*/ 4 h 12"/>
                  <a:gd name="T20" fmla="*/ 26 w 26"/>
                  <a:gd name="T21" fmla="*/ 6 h 12"/>
                  <a:gd name="T22" fmla="*/ 22 w 26"/>
                  <a:gd name="T23" fmla="*/ 6 h 12"/>
                  <a:gd name="T24" fmla="*/ 11 w 26"/>
                  <a:gd name="T25" fmla="*/ 11 h 12"/>
                  <a:gd name="T26" fmla="*/ 3 w 26"/>
                  <a:gd name="T27" fmla="*/ 12 h 12"/>
                  <a:gd name="T28" fmla="*/ 2 w 26"/>
                  <a:gd name="T29" fmla="*/ 11 h 12"/>
                  <a:gd name="T30" fmla="*/ 12 w 26"/>
                  <a:gd name="T31" fmla="*/ 8 h 12"/>
                  <a:gd name="T32" fmla="*/ 15 w 26"/>
                  <a:gd name="T33" fmla="*/ 7 h 12"/>
                  <a:gd name="T34" fmla="*/ 13 w 26"/>
                  <a:gd name="T35" fmla="*/ 5 h 12"/>
                  <a:gd name="T36" fmla="*/ 16 w 26"/>
                  <a:gd name="T37" fmla="*/ 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6" h="12">
                    <a:moveTo>
                      <a:pt x="16" y="1"/>
                    </a:moveTo>
                    <a:cubicBezTo>
                      <a:pt x="16" y="1"/>
                      <a:pt x="17" y="1"/>
                      <a:pt x="17" y="2"/>
                    </a:cubicBezTo>
                    <a:cubicBezTo>
                      <a:pt x="17" y="2"/>
                      <a:pt x="15" y="2"/>
                      <a:pt x="15" y="4"/>
                    </a:cubicBezTo>
                    <a:cubicBezTo>
                      <a:pt x="20" y="3"/>
                      <a:pt x="20" y="3"/>
                      <a:pt x="20" y="3"/>
                    </a:cubicBezTo>
                    <a:cubicBezTo>
                      <a:pt x="20" y="3"/>
                      <a:pt x="20" y="3"/>
                      <a:pt x="20" y="3"/>
                    </a:cubicBezTo>
                    <a:cubicBezTo>
                      <a:pt x="20" y="3"/>
                      <a:pt x="21" y="1"/>
                      <a:pt x="21" y="0"/>
                    </a:cubicBezTo>
                    <a:cubicBezTo>
                      <a:pt x="21" y="0"/>
                      <a:pt x="22" y="0"/>
                      <a:pt x="22" y="1"/>
                    </a:cubicBezTo>
                    <a:cubicBezTo>
                      <a:pt x="22" y="1"/>
                      <a:pt x="23" y="3"/>
                      <a:pt x="23" y="4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4"/>
                      <a:pt x="26" y="4"/>
                      <a:pt x="26" y="4"/>
                    </a:cubicBezTo>
                    <a:cubicBezTo>
                      <a:pt x="26" y="6"/>
                      <a:pt x="26" y="6"/>
                      <a:pt x="26" y="6"/>
                    </a:cubicBezTo>
                    <a:cubicBezTo>
                      <a:pt x="26" y="6"/>
                      <a:pt x="24" y="6"/>
                      <a:pt x="22" y="6"/>
                    </a:cubicBezTo>
                    <a:cubicBezTo>
                      <a:pt x="22" y="6"/>
                      <a:pt x="21" y="8"/>
                      <a:pt x="11" y="11"/>
                    </a:cubicBezTo>
                    <a:cubicBezTo>
                      <a:pt x="11" y="11"/>
                      <a:pt x="4" y="12"/>
                      <a:pt x="3" y="12"/>
                    </a:cubicBezTo>
                    <a:cubicBezTo>
                      <a:pt x="3" y="12"/>
                      <a:pt x="0" y="11"/>
                      <a:pt x="2" y="11"/>
                    </a:cubicBezTo>
                    <a:cubicBezTo>
                      <a:pt x="2" y="11"/>
                      <a:pt x="8" y="11"/>
                      <a:pt x="12" y="8"/>
                    </a:cubicBezTo>
                    <a:cubicBezTo>
                      <a:pt x="12" y="8"/>
                      <a:pt x="15" y="7"/>
                      <a:pt x="15" y="7"/>
                    </a:cubicBezTo>
                    <a:cubicBezTo>
                      <a:pt x="15" y="7"/>
                      <a:pt x="13" y="6"/>
                      <a:pt x="13" y="5"/>
                    </a:cubicBezTo>
                    <a:cubicBezTo>
                      <a:pt x="13" y="5"/>
                      <a:pt x="14" y="2"/>
                      <a:pt x="1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0" name="íṧļïḋé">
                <a:extLst>
                  <a:ext uri="{FF2B5EF4-FFF2-40B4-BE49-F238E27FC236}">
                    <a16:creationId xmlns:a16="http://schemas.microsoft.com/office/drawing/2014/main" id="{F29B1D7E-8DD7-4832-ACF4-E57068D66362}"/>
                  </a:ext>
                </a:extLst>
              </p:cNvPr>
              <p:cNvSpPr/>
              <p:nvPr/>
            </p:nvSpPr>
            <p:spPr bwMode="auto">
              <a:xfrm>
                <a:off x="5041900" y="3201988"/>
                <a:ext cx="15875" cy="14288"/>
              </a:xfrm>
              <a:custGeom>
                <a:avLst/>
                <a:gdLst>
                  <a:gd name="T0" fmla="*/ 5 w 5"/>
                  <a:gd name="T1" fmla="*/ 1 h 4"/>
                  <a:gd name="T2" fmla="*/ 5 w 5"/>
                  <a:gd name="T3" fmla="*/ 2 h 4"/>
                  <a:gd name="T4" fmla="*/ 4 w 5"/>
                  <a:gd name="T5" fmla="*/ 3 h 4"/>
                  <a:gd name="T6" fmla="*/ 2 w 5"/>
                  <a:gd name="T7" fmla="*/ 2 h 4"/>
                  <a:gd name="T8" fmla="*/ 2 w 5"/>
                  <a:gd name="T9" fmla="*/ 1 h 4"/>
                  <a:gd name="T10" fmla="*/ 4 w 5"/>
                  <a:gd name="T11" fmla="*/ 0 h 4"/>
                  <a:gd name="T12" fmla="*/ 5 w 5"/>
                  <a:gd name="T13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4">
                    <a:moveTo>
                      <a:pt x="5" y="1"/>
                    </a:moveTo>
                    <a:cubicBezTo>
                      <a:pt x="5" y="2"/>
                      <a:pt x="5" y="2"/>
                      <a:pt x="5" y="2"/>
                    </a:cubicBezTo>
                    <a:cubicBezTo>
                      <a:pt x="5" y="4"/>
                      <a:pt x="4" y="3"/>
                      <a:pt x="4" y="3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0" y="1"/>
                      <a:pt x="2" y="1"/>
                      <a:pt x="2" y="1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5" y="0"/>
                      <a:pt x="5" y="1"/>
                      <a:pt x="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1" name="îŝľiḋe">
                <a:extLst>
                  <a:ext uri="{FF2B5EF4-FFF2-40B4-BE49-F238E27FC236}">
                    <a16:creationId xmlns:a16="http://schemas.microsoft.com/office/drawing/2014/main" id="{78878888-6A96-4EF7-B3A7-E577C7EDD08A}"/>
                  </a:ext>
                </a:extLst>
              </p:cNvPr>
              <p:cNvSpPr/>
              <p:nvPr/>
            </p:nvSpPr>
            <p:spPr bwMode="auto">
              <a:xfrm>
                <a:off x="5011738" y="3146426"/>
                <a:ext cx="39688" cy="85725"/>
              </a:xfrm>
              <a:custGeom>
                <a:avLst/>
                <a:gdLst>
                  <a:gd name="T0" fmla="*/ 4 w 12"/>
                  <a:gd name="T1" fmla="*/ 19 h 26"/>
                  <a:gd name="T2" fmla="*/ 4 w 12"/>
                  <a:gd name="T3" fmla="*/ 14 h 26"/>
                  <a:gd name="T4" fmla="*/ 1 w 12"/>
                  <a:gd name="T5" fmla="*/ 13 h 26"/>
                  <a:gd name="T6" fmla="*/ 2 w 12"/>
                  <a:gd name="T7" fmla="*/ 12 h 26"/>
                  <a:gd name="T8" fmla="*/ 3 w 12"/>
                  <a:gd name="T9" fmla="*/ 10 h 26"/>
                  <a:gd name="T10" fmla="*/ 3 w 12"/>
                  <a:gd name="T11" fmla="*/ 2 h 26"/>
                  <a:gd name="T12" fmla="*/ 4 w 12"/>
                  <a:gd name="T13" fmla="*/ 1 h 26"/>
                  <a:gd name="T14" fmla="*/ 4 w 12"/>
                  <a:gd name="T15" fmla="*/ 2 h 26"/>
                  <a:gd name="T16" fmla="*/ 5 w 12"/>
                  <a:gd name="T17" fmla="*/ 6 h 26"/>
                  <a:gd name="T18" fmla="*/ 6 w 12"/>
                  <a:gd name="T19" fmla="*/ 3 h 26"/>
                  <a:gd name="T20" fmla="*/ 7 w 12"/>
                  <a:gd name="T21" fmla="*/ 2 h 26"/>
                  <a:gd name="T22" fmla="*/ 8 w 12"/>
                  <a:gd name="T23" fmla="*/ 2 h 26"/>
                  <a:gd name="T24" fmla="*/ 8 w 12"/>
                  <a:gd name="T25" fmla="*/ 6 h 26"/>
                  <a:gd name="T26" fmla="*/ 6 w 12"/>
                  <a:gd name="T27" fmla="*/ 9 h 26"/>
                  <a:gd name="T28" fmla="*/ 6 w 12"/>
                  <a:gd name="T29" fmla="*/ 10 h 26"/>
                  <a:gd name="T30" fmla="*/ 8 w 12"/>
                  <a:gd name="T31" fmla="*/ 11 h 26"/>
                  <a:gd name="T32" fmla="*/ 8 w 12"/>
                  <a:gd name="T33" fmla="*/ 11 h 26"/>
                  <a:gd name="T34" fmla="*/ 8 w 12"/>
                  <a:gd name="T35" fmla="*/ 12 h 26"/>
                  <a:gd name="T36" fmla="*/ 9 w 12"/>
                  <a:gd name="T37" fmla="*/ 13 h 26"/>
                  <a:gd name="T38" fmla="*/ 9 w 12"/>
                  <a:gd name="T39" fmla="*/ 17 h 26"/>
                  <a:gd name="T40" fmla="*/ 11 w 12"/>
                  <a:gd name="T41" fmla="*/ 21 h 26"/>
                  <a:gd name="T42" fmla="*/ 12 w 12"/>
                  <a:gd name="T43" fmla="*/ 24 h 26"/>
                  <a:gd name="T44" fmla="*/ 8 w 12"/>
                  <a:gd name="T45" fmla="*/ 23 h 26"/>
                  <a:gd name="T46" fmla="*/ 8 w 12"/>
                  <a:gd name="T47" fmla="*/ 25 h 26"/>
                  <a:gd name="T48" fmla="*/ 7 w 12"/>
                  <a:gd name="T49" fmla="*/ 26 h 26"/>
                  <a:gd name="T50" fmla="*/ 6 w 12"/>
                  <a:gd name="T51" fmla="*/ 24 h 26"/>
                  <a:gd name="T52" fmla="*/ 6 w 12"/>
                  <a:gd name="T53" fmla="*/ 23 h 26"/>
                  <a:gd name="T54" fmla="*/ 8 w 12"/>
                  <a:gd name="T55" fmla="*/ 21 h 26"/>
                  <a:gd name="T56" fmla="*/ 7 w 12"/>
                  <a:gd name="T57" fmla="*/ 18 h 26"/>
                  <a:gd name="T58" fmla="*/ 7 w 12"/>
                  <a:gd name="T59" fmla="*/ 18 h 26"/>
                  <a:gd name="T60" fmla="*/ 6 w 12"/>
                  <a:gd name="T61" fmla="*/ 20 h 26"/>
                  <a:gd name="T62" fmla="*/ 4 w 12"/>
                  <a:gd name="T63" fmla="*/ 20 h 26"/>
                  <a:gd name="T64" fmla="*/ 4 w 12"/>
                  <a:gd name="T65" fmla="*/ 19 h 26"/>
                  <a:gd name="T66" fmla="*/ 6 w 12"/>
                  <a:gd name="T67" fmla="*/ 16 h 26"/>
                  <a:gd name="T68" fmla="*/ 6 w 12"/>
                  <a:gd name="T69" fmla="*/ 15 h 26"/>
                  <a:gd name="T70" fmla="*/ 5 w 12"/>
                  <a:gd name="T71" fmla="*/ 11 h 26"/>
                  <a:gd name="T72" fmla="*/ 5 w 12"/>
                  <a:gd name="T73" fmla="*/ 14 h 26"/>
                  <a:gd name="T74" fmla="*/ 5 w 12"/>
                  <a:gd name="T75" fmla="*/ 18 h 26"/>
                  <a:gd name="T76" fmla="*/ 6 w 12"/>
                  <a:gd name="T77" fmla="*/ 1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2" h="26">
                    <a:moveTo>
                      <a:pt x="4" y="19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0" y="12"/>
                      <a:pt x="2" y="12"/>
                      <a:pt x="2" y="12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0"/>
                      <a:pt x="4" y="1"/>
                      <a:pt x="4" y="1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3"/>
                      <a:pt x="5" y="6"/>
                      <a:pt x="5" y="6"/>
                    </a:cubicBezTo>
                    <a:cubicBezTo>
                      <a:pt x="5" y="5"/>
                      <a:pt x="6" y="4"/>
                      <a:pt x="6" y="3"/>
                    </a:cubicBezTo>
                    <a:cubicBezTo>
                      <a:pt x="7" y="3"/>
                      <a:pt x="7" y="2"/>
                      <a:pt x="7" y="2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5" y="11"/>
                      <a:pt x="6" y="10"/>
                      <a:pt x="6" y="10"/>
                    </a:cubicBezTo>
                    <a:cubicBezTo>
                      <a:pt x="7" y="10"/>
                      <a:pt x="8" y="11"/>
                      <a:pt x="8" y="11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9" y="13"/>
                      <a:pt x="9" y="13"/>
                      <a:pt x="9" y="13"/>
                    </a:cubicBezTo>
                    <a:cubicBezTo>
                      <a:pt x="8" y="16"/>
                      <a:pt x="9" y="17"/>
                      <a:pt x="9" y="17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2" y="22"/>
                      <a:pt x="12" y="24"/>
                      <a:pt x="12" y="24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8" y="26"/>
                      <a:pt x="7" y="26"/>
                      <a:pt x="7" y="26"/>
                    </a:cubicBezTo>
                    <a:cubicBezTo>
                      <a:pt x="4" y="26"/>
                      <a:pt x="6" y="24"/>
                      <a:pt x="6" y="24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7" y="23"/>
                      <a:pt x="8" y="21"/>
                      <a:pt x="8" y="21"/>
                    </a:cubicBezTo>
                    <a:cubicBezTo>
                      <a:pt x="7" y="18"/>
                      <a:pt x="7" y="18"/>
                      <a:pt x="7" y="18"/>
                    </a:cubicBezTo>
                    <a:cubicBezTo>
                      <a:pt x="7" y="18"/>
                      <a:pt x="7" y="18"/>
                      <a:pt x="7" y="18"/>
                    </a:cubicBezTo>
                    <a:cubicBezTo>
                      <a:pt x="6" y="20"/>
                      <a:pt x="6" y="20"/>
                      <a:pt x="6" y="20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4" y="19"/>
                      <a:pt x="4" y="19"/>
                      <a:pt x="4" y="19"/>
                    </a:cubicBezTo>
                    <a:close/>
                    <a:moveTo>
                      <a:pt x="6" y="16"/>
                    </a:moveTo>
                    <a:cubicBezTo>
                      <a:pt x="6" y="16"/>
                      <a:pt x="6" y="16"/>
                      <a:pt x="6" y="15"/>
                    </a:cubicBezTo>
                    <a:cubicBezTo>
                      <a:pt x="6" y="15"/>
                      <a:pt x="6" y="12"/>
                      <a:pt x="5" y="11"/>
                    </a:cubicBezTo>
                    <a:cubicBezTo>
                      <a:pt x="5" y="11"/>
                      <a:pt x="4" y="12"/>
                      <a:pt x="5" y="14"/>
                    </a:cubicBezTo>
                    <a:cubicBezTo>
                      <a:pt x="5" y="18"/>
                      <a:pt x="5" y="18"/>
                      <a:pt x="5" y="18"/>
                    </a:cubicBezTo>
                    <a:lnTo>
                      <a:pt x="6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2" name="ïṣļîḋe">
                <a:extLst>
                  <a:ext uri="{FF2B5EF4-FFF2-40B4-BE49-F238E27FC236}">
                    <a16:creationId xmlns:a16="http://schemas.microsoft.com/office/drawing/2014/main" id="{7A182396-CA74-4824-B470-C642D9F2ABA3}"/>
                  </a:ext>
                </a:extLst>
              </p:cNvPr>
              <p:cNvSpPr/>
              <p:nvPr/>
            </p:nvSpPr>
            <p:spPr bwMode="auto">
              <a:xfrm>
                <a:off x="4905375" y="3313113"/>
                <a:ext cx="17463" cy="25400"/>
              </a:xfrm>
              <a:custGeom>
                <a:avLst/>
                <a:gdLst>
                  <a:gd name="T0" fmla="*/ 4 w 5"/>
                  <a:gd name="T1" fmla="*/ 1 h 8"/>
                  <a:gd name="T2" fmla="*/ 4 w 5"/>
                  <a:gd name="T3" fmla="*/ 2 h 8"/>
                  <a:gd name="T4" fmla="*/ 3 w 5"/>
                  <a:gd name="T5" fmla="*/ 6 h 8"/>
                  <a:gd name="T6" fmla="*/ 2 w 5"/>
                  <a:gd name="T7" fmla="*/ 7 h 8"/>
                  <a:gd name="T8" fmla="*/ 1 w 5"/>
                  <a:gd name="T9" fmla="*/ 2 h 8"/>
                  <a:gd name="T10" fmla="*/ 1 w 5"/>
                  <a:gd name="T11" fmla="*/ 0 h 8"/>
                  <a:gd name="T12" fmla="*/ 4 w 5"/>
                  <a:gd name="T13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8">
                    <a:moveTo>
                      <a:pt x="4" y="1"/>
                    </a:moveTo>
                    <a:cubicBezTo>
                      <a:pt x="5" y="1"/>
                      <a:pt x="4" y="2"/>
                      <a:pt x="4" y="2"/>
                    </a:cubicBezTo>
                    <a:cubicBezTo>
                      <a:pt x="4" y="3"/>
                      <a:pt x="3" y="6"/>
                      <a:pt x="3" y="6"/>
                    </a:cubicBezTo>
                    <a:cubicBezTo>
                      <a:pt x="2" y="8"/>
                      <a:pt x="2" y="7"/>
                      <a:pt x="2" y="7"/>
                    </a:cubicBezTo>
                    <a:cubicBezTo>
                      <a:pt x="2" y="5"/>
                      <a:pt x="1" y="2"/>
                      <a:pt x="1" y="2"/>
                    </a:cubicBezTo>
                    <a:cubicBezTo>
                      <a:pt x="0" y="1"/>
                      <a:pt x="1" y="0"/>
                      <a:pt x="1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3" name="ís1íḋe">
                <a:extLst>
                  <a:ext uri="{FF2B5EF4-FFF2-40B4-BE49-F238E27FC236}">
                    <a16:creationId xmlns:a16="http://schemas.microsoft.com/office/drawing/2014/main" id="{D6505446-CCB2-453A-BC3B-5FC6635D427F}"/>
                  </a:ext>
                </a:extLst>
              </p:cNvPr>
              <p:cNvSpPr/>
              <p:nvPr/>
            </p:nvSpPr>
            <p:spPr bwMode="auto">
              <a:xfrm>
                <a:off x="4865688" y="3305176"/>
                <a:ext cx="26988" cy="26988"/>
              </a:xfrm>
              <a:custGeom>
                <a:avLst/>
                <a:gdLst>
                  <a:gd name="T0" fmla="*/ 7 w 8"/>
                  <a:gd name="T1" fmla="*/ 5 h 8"/>
                  <a:gd name="T2" fmla="*/ 8 w 8"/>
                  <a:gd name="T3" fmla="*/ 8 h 8"/>
                  <a:gd name="T4" fmla="*/ 7 w 8"/>
                  <a:gd name="T5" fmla="*/ 8 h 8"/>
                  <a:gd name="T6" fmla="*/ 6 w 8"/>
                  <a:gd name="T7" fmla="*/ 6 h 8"/>
                  <a:gd name="T8" fmla="*/ 3 w 8"/>
                  <a:gd name="T9" fmla="*/ 2 h 8"/>
                  <a:gd name="T10" fmla="*/ 1 w 8"/>
                  <a:gd name="T11" fmla="*/ 0 h 8"/>
                  <a:gd name="T12" fmla="*/ 1 w 8"/>
                  <a:gd name="T13" fmla="*/ 0 h 8"/>
                  <a:gd name="T14" fmla="*/ 4 w 8"/>
                  <a:gd name="T15" fmla="*/ 0 h 8"/>
                  <a:gd name="T16" fmla="*/ 7 w 8"/>
                  <a:gd name="T17" fmla="*/ 5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" h="8">
                    <a:moveTo>
                      <a:pt x="7" y="5"/>
                    </a:moveTo>
                    <a:cubicBezTo>
                      <a:pt x="8" y="6"/>
                      <a:pt x="8" y="8"/>
                      <a:pt x="8" y="8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7"/>
                      <a:pt x="6" y="6"/>
                      <a:pt x="6" y="6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0"/>
                      <a:pt x="1" y="1"/>
                      <a:pt x="1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5" y="2"/>
                      <a:pt x="7" y="5"/>
                      <a:pt x="7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4" name="íṧḻiďê">
                <a:extLst>
                  <a:ext uri="{FF2B5EF4-FFF2-40B4-BE49-F238E27FC236}">
                    <a16:creationId xmlns:a16="http://schemas.microsoft.com/office/drawing/2014/main" id="{C35A3C6B-251F-410F-97DB-7D32485995E8}"/>
                  </a:ext>
                </a:extLst>
              </p:cNvPr>
              <p:cNvSpPr/>
              <p:nvPr/>
            </p:nvSpPr>
            <p:spPr bwMode="auto">
              <a:xfrm>
                <a:off x="4876800" y="3325813"/>
                <a:ext cx="25400" cy="53975"/>
              </a:xfrm>
              <a:custGeom>
                <a:avLst/>
                <a:gdLst>
                  <a:gd name="T0" fmla="*/ 6 w 8"/>
                  <a:gd name="T1" fmla="*/ 1 h 16"/>
                  <a:gd name="T2" fmla="*/ 7 w 8"/>
                  <a:gd name="T3" fmla="*/ 1 h 16"/>
                  <a:gd name="T4" fmla="*/ 8 w 8"/>
                  <a:gd name="T5" fmla="*/ 6 h 16"/>
                  <a:gd name="T6" fmla="*/ 8 w 8"/>
                  <a:gd name="T7" fmla="*/ 10 h 16"/>
                  <a:gd name="T8" fmla="*/ 6 w 8"/>
                  <a:gd name="T9" fmla="*/ 16 h 16"/>
                  <a:gd name="T10" fmla="*/ 3 w 8"/>
                  <a:gd name="T11" fmla="*/ 15 h 16"/>
                  <a:gd name="T12" fmla="*/ 1 w 8"/>
                  <a:gd name="T13" fmla="*/ 9 h 16"/>
                  <a:gd name="T14" fmla="*/ 1 w 8"/>
                  <a:gd name="T15" fmla="*/ 9 h 16"/>
                  <a:gd name="T16" fmla="*/ 5 w 8"/>
                  <a:gd name="T17" fmla="*/ 12 h 16"/>
                  <a:gd name="T18" fmla="*/ 5 w 8"/>
                  <a:gd name="T19" fmla="*/ 12 h 16"/>
                  <a:gd name="T20" fmla="*/ 5 w 8"/>
                  <a:gd name="T21" fmla="*/ 10 h 16"/>
                  <a:gd name="T22" fmla="*/ 6 w 8"/>
                  <a:gd name="T23" fmla="*/ 6 h 16"/>
                  <a:gd name="T24" fmla="*/ 6 w 8"/>
                  <a:gd name="T25" fmla="*/ 1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" h="16">
                    <a:moveTo>
                      <a:pt x="6" y="1"/>
                    </a:moveTo>
                    <a:cubicBezTo>
                      <a:pt x="7" y="0"/>
                      <a:pt x="7" y="1"/>
                      <a:pt x="7" y="1"/>
                    </a:cubicBezTo>
                    <a:cubicBezTo>
                      <a:pt x="8" y="3"/>
                      <a:pt x="8" y="6"/>
                      <a:pt x="8" y="6"/>
                    </a:cubicBezTo>
                    <a:cubicBezTo>
                      <a:pt x="8" y="7"/>
                      <a:pt x="8" y="10"/>
                      <a:pt x="8" y="10"/>
                    </a:cubicBezTo>
                    <a:cubicBezTo>
                      <a:pt x="8" y="12"/>
                      <a:pt x="6" y="16"/>
                      <a:pt x="6" y="16"/>
                    </a:cubicBezTo>
                    <a:cubicBezTo>
                      <a:pt x="5" y="16"/>
                      <a:pt x="3" y="15"/>
                      <a:pt x="3" y="15"/>
                    </a:cubicBezTo>
                    <a:cubicBezTo>
                      <a:pt x="3" y="14"/>
                      <a:pt x="1" y="9"/>
                      <a:pt x="1" y="9"/>
                    </a:cubicBezTo>
                    <a:cubicBezTo>
                      <a:pt x="0" y="9"/>
                      <a:pt x="1" y="9"/>
                      <a:pt x="1" y="9"/>
                    </a:cubicBezTo>
                    <a:cubicBezTo>
                      <a:pt x="3" y="8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0"/>
                      <a:pt x="5" y="10"/>
                    </a:cubicBezTo>
                    <a:cubicBezTo>
                      <a:pt x="6" y="9"/>
                      <a:pt x="6" y="6"/>
                      <a:pt x="6" y="6"/>
                    </a:cubicBezTo>
                    <a:cubicBezTo>
                      <a:pt x="7" y="5"/>
                      <a:pt x="6" y="1"/>
                      <a:pt x="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5" name="iŝ1iḋe">
                <a:extLst>
                  <a:ext uri="{FF2B5EF4-FFF2-40B4-BE49-F238E27FC236}">
                    <a16:creationId xmlns:a16="http://schemas.microsoft.com/office/drawing/2014/main" id="{8844E230-DCBB-45FE-B005-A1939B01D62E}"/>
                  </a:ext>
                </a:extLst>
              </p:cNvPr>
              <p:cNvSpPr/>
              <p:nvPr/>
            </p:nvSpPr>
            <p:spPr bwMode="auto">
              <a:xfrm>
                <a:off x="5075238" y="3586163"/>
                <a:ext cx="15875" cy="46038"/>
              </a:xfrm>
              <a:custGeom>
                <a:avLst/>
                <a:gdLst>
                  <a:gd name="T0" fmla="*/ 0 w 10"/>
                  <a:gd name="T1" fmla="*/ 6 h 29"/>
                  <a:gd name="T2" fmla="*/ 8 w 10"/>
                  <a:gd name="T3" fmla="*/ 0 h 29"/>
                  <a:gd name="T4" fmla="*/ 10 w 10"/>
                  <a:gd name="T5" fmla="*/ 2 h 29"/>
                  <a:gd name="T6" fmla="*/ 10 w 10"/>
                  <a:gd name="T7" fmla="*/ 29 h 29"/>
                  <a:gd name="T8" fmla="*/ 6 w 10"/>
                  <a:gd name="T9" fmla="*/ 29 h 29"/>
                  <a:gd name="T10" fmla="*/ 6 w 10"/>
                  <a:gd name="T11" fmla="*/ 6 h 29"/>
                  <a:gd name="T12" fmla="*/ 2 w 10"/>
                  <a:gd name="T13" fmla="*/ 8 h 29"/>
                  <a:gd name="T14" fmla="*/ 0 w 10"/>
                  <a:gd name="T15" fmla="*/ 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29">
                    <a:moveTo>
                      <a:pt x="0" y="6"/>
                    </a:moveTo>
                    <a:lnTo>
                      <a:pt x="8" y="0"/>
                    </a:lnTo>
                    <a:lnTo>
                      <a:pt x="10" y="2"/>
                    </a:lnTo>
                    <a:lnTo>
                      <a:pt x="10" y="29"/>
                    </a:lnTo>
                    <a:lnTo>
                      <a:pt x="6" y="29"/>
                    </a:lnTo>
                    <a:lnTo>
                      <a:pt x="6" y="6"/>
                    </a:lnTo>
                    <a:lnTo>
                      <a:pt x="2" y="8"/>
                    </a:lnTo>
                    <a:lnTo>
                      <a:pt x="0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6" name="iṣ1íḓê">
                <a:extLst>
                  <a:ext uri="{FF2B5EF4-FFF2-40B4-BE49-F238E27FC236}">
                    <a16:creationId xmlns:a16="http://schemas.microsoft.com/office/drawing/2014/main" id="{71C87D3F-62F8-4690-9F40-C572EC2C9058}"/>
                  </a:ext>
                </a:extLst>
              </p:cNvPr>
              <p:cNvSpPr/>
              <p:nvPr/>
            </p:nvSpPr>
            <p:spPr bwMode="auto">
              <a:xfrm>
                <a:off x="5210175" y="3586163"/>
                <a:ext cx="15875" cy="46038"/>
              </a:xfrm>
              <a:custGeom>
                <a:avLst/>
                <a:gdLst>
                  <a:gd name="T0" fmla="*/ 6 w 10"/>
                  <a:gd name="T1" fmla="*/ 6 h 29"/>
                  <a:gd name="T2" fmla="*/ 2 w 10"/>
                  <a:gd name="T3" fmla="*/ 8 h 29"/>
                  <a:gd name="T4" fmla="*/ 0 w 10"/>
                  <a:gd name="T5" fmla="*/ 6 h 29"/>
                  <a:gd name="T6" fmla="*/ 6 w 10"/>
                  <a:gd name="T7" fmla="*/ 0 h 29"/>
                  <a:gd name="T8" fmla="*/ 10 w 10"/>
                  <a:gd name="T9" fmla="*/ 2 h 29"/>
                  <a:gd name="T10" fmla="*/ 10 w 10"/>
                  <a:gd name="T11" fmla="*/ 29 h 29"/>
                  <a:gd name="T12" fmla="*/ 6 w 10"/>
                  <a:gd name="T13" fmla="*/ 29 h 29"/>
                  <a:gd name="T14" fmla="*/ 6 w 10"/>
                  <a:gd name="T15" fmla="*/ 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29">
                    <a:moveTo>
                      <a:pt x="6" y="6"/>
                    </a:moveTo>
                    <a:lnTo>
                      <a:pt x="2" y="8"/>
                    </a:lnTo>
                    <a:lnTo>
                      <a:pt x="0" y="6"/>
                    </a:lnTo>
                    <a:lnTo>
                      <a:pt x="6" y="0"/>
                    </a:lnTo>
                    <a:lnTo>
                      <a:pt x="10" y="2"/>
                    </a:lnTo>
                    <a:lnTo>
                      <a:pt x="10" y="29"/>
                    </a:lnTo>
                    <a:lnTo>
                      <a:pt x="6" y="29"/>
                    </a:lnTo>
                    <a:lnTo>
                      <a:pt x="6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7" name="iŝliḍe">
                <a:extLst>
                  <a:ext uri="{FF2B5EF4-FFF2-40B4-BE49-F238E27FC236}">
                    <a16:creationId xmlns:a16="http://schemas.microsoft.com/office/drawing/2014/main" id="{260A95E9-BAD7-4060-BF76-FE7241DDAB8B}"/>
                  </a:ext>
                </a:extLst>
              </p:cNvPr>
              <p:cNvSpPr/>
              <p:nvPr/>
            </p:nvSpPr>
            <p:spPr bwMode="auto">
              <a:xfrm>
                <a:off x="5114925" y="3586163"/>
                <a:ext cx="25400" cy="46038"/>
              </a:xfrm>
              <a:custGeom>
                <a:avLst/>
                <a:gdLst>
                  <a:gd name="T0" fmla="*/ 4 w 8"/>
                  <a:gd name="T1" fmla="*/ 2 h 14"/>
                  <a:gd name="T2" fmla="*/ 3 w 8"/>
                  <a:gd name="T3" fmla="*/ 2 h 14"/>
                  <a:gd name="T4" fmla="*/ 3 w 8"/>
                  <a:gd name="T5" fmla="*/ 3 h 14"/>
                  <a:gd name="T6" fmla="*/ 2 w 8"/>
                  <a:gd name="T7" fmla="*/ 3 h 14"/>
                  <a:gd name="T8" fmla="*/ 2 w 8"/>
                  <a:gd name="T9" fmla="*/ 5 h 14"/>
                  <a:gd name="T10" fmla="*/ 2 w 8"/>
                  <a:gd name="T11" fmla="*/ 6 h 14"/>
                  <a:gd name="T12" fmla="*/ 3 w 8"/>
                  <a:gd name="T13" fmla="*/ 7 h 14"/>
                  <a:gd name="T14" fmla="*/ 4 w 8"/>
                  <a:gd name="T15" fmla="*/ 7 h 14"/>
                  <a:gd name="T16" fmla="*/ 5 w 8"/>
                  <a:gd name="T17" fmla="*/ 7 h 14"/>
                  <a:gd name="T18" fmla="*/ 6 w 8"/>
                  <a:gd name="T19" fmla="*/ 7 h 14"/>
                  <a:gd name="T20" fmla="*/ 7 w 8"/>
                  <a:gd name="T21" fmla="*/ 6 h 14"/>
                  <a:gd name="T22" fmla="*/ 7 w 8"/>
                  <a:gd name="T23" fmla="*/ 4 h 14"/>
                  <a:gd name="T24" fmla="*/ 6 w 8"/>
                  <a:gd name="T25" fmla="*/ 3 h 14"/>
                  <a:gd name="T26" fmla="*/ 6 w 8"/>
                  <a:gd name="T27" fmla="*/ 2 h 14"/>
                  <a:gd name="T28" fmla="*/ 4 w 8"/>
                  <a:gd name="T29" fmla="*/ 2 h 14"/>
                  <a:gd name="T30" fmla="*/ 4 w 8"/>
                  <a:gd name="T31" fmla="*/ 9 h 14"/>
                  <a:gd name="T32" fmla="*/ 2 w 8"/>
                  <a:gd name="T33" fmla="*/ 9 h 14"/>
                  <a:gd name="T34" fmla="*/ 1 w 8"/>
                  <a:gd name="T35" fmla="*/ 8 h 14"/>
                  <a:gd name="T36" fmla="*/ 0 w 8"/>
                  <a:gd name="T37" fmla="*/ 7 h 14"/>
                  <a:gd name="T38" fmla="*/ 0 w 8"/>
                  <a:gd name="T39" fmla="*/ 5 h 14"/>
                  <a:gd name="T40" fmla="*/ 0 w 8"/>
                  <a:gd name="T41" fmla="*/ 3 h 14"/>
                  <a:gd name="T42" fmla="*/ 1 w 8"/>
                  <a:gd name="T43" fmla="*/ 2 h 14"/>
                  <a:gd name="T44" fmla="*/ 1 w 8"/>
                  <a:gd name="T45" fmla="*/ 1 h 14"/>
                  <a:gd name="T46" fmla="*/ 3 w 8"/>
                  <a:gd name="T47" fmla="*/ 0 h 14"/>
                  <a:gd name="T48" fmla="*/ 4 w 8"/>
                  <a:gd name="T49" fmla="*/ 0 h 14"/>
                  <a:gd name="T50" fmla="*/ 6 w 8"/>
                  <a:gd name="T51" fmla="*/ 0 h 14"/>
                  <a:gd name="T52" fmla="*/ 8 w 8"/>
                  <a:gd name="T53" fmla="*/ 2 h 14"/>
                  <a:gd name="T54" fmla="*/ 8 w 8"/>
                  <a:gd name="T55" fmla="*/ 3 h 14"/>
                  <a:gd name="T56" fmla="*/ 8 w 8"/>
                  <a:gd name="T57" fmla="*/ 5 h 14"/>
                  <a:gd name="T58" fmla="*/ 8 w 8"/>
                  <a:gd name="T59" fmla="*/ 9 h 14"/>
                  <a:gd name="T60" fmla="*/ 8 w 8"/>
                  <a:gd name="T61" fmla="*/ 11 h 14"/>
                  <a:gd name="T62" fmla="*/ 8 w 8"/>
                  <a:gd name="T63" fmla="*/ 12 h 14"/>
                  <a:gd name="T64" fmla="*/ 8 w 8"/>
                  <a:gd name="T65" fmla="*/ 13 h 14"/>
                  <a:gd name="T66" fmla="*/ 7 w 8"/>
                  <a:gd name="T67" fmla="*/ 14 h 14"/>
                  <a:gd name="T68" fmla="*/ 6 w 8"/>
                  <a:gd name="T69" fmla="*/ 14 h 14"/>
                  <a:gd name="T70" fmla="*/ 4 w 8"/>
                  <a:gd name="T71" fmla="*/ 14 h 14"/>
                  <a:gd name="T72" fmla="*/ 3 w 8"/>
                  <a:gd name="T73" fmla="*/ 14 h 14"/>
                  <a:gd name="T74" fmla="*/ 2 w 8"/>
                  <a:gd name="T75" fmla="*/ 14 h 14"/>
                  <a:gd name="T76" fmla="*/ 1 w 8"/>
                  <a:gd name="T77" fmla="*/ 13 h 14"/>
                  <a:gd name="T78" fmla="*/ 0 w 8"/>
                  <a:gd name="T79" fmla="*/ 12 h 14"/>
                  <a:gd name="T80" fmla="*/ 0 w 8"/>
                  <a:gd name="T81" fmla="*/ 11 h 14"/>
                  <a:gd name="T82" fmla="*/ 2 w 8"/>
                  <a:gd name="T83" fmla="*/ 11 h 14"/>
                  <a:gd name="T84" fmla="*/ 2 w 8"/>
                  <a:gd name="T85" fmla="*/ 11 h 14"/>
                  <a:gd name="T86" fmla="*/ 3 w 8"/>
                  <a:gd name="T87" fmla="*/ 12 h 14"/>
                  <a:gd name="T88" fmla="*/ 4 w 8"/>
                  <a:gd name="T89" fmla="*/ 12 h 14"/>
                  <a:gd name="T90" fmla="*/ 5 w 8"/>
                  <a:gd name="T91" fmla="*/ 12 h 14"/>
                  <a:gd name="T92" fmla="*/ 6 w 8"/>
                  <a:gd name="T93" fmla="*/ 12 h 14"/>
                  <a:gd name="T94" fmla="*/ 6 w 8"/>
                  <a:gd name="T95" fmla="*/ 11 h 14"/>
                  <a:gd name="T96" fmla="*/ 7 w 8"/>
                  <a:gd name="T97" fmla="*/ 10 h 14"/>
                  <a:gd name="T98" fmla="*/ 7 w 8"/>
                  <a:gd name="T99" fmla="*/ 9 h 14"/>
                  <a:gd name="T100" fmla="*/ 7 w 8"/>
                  <a:gd name="T101" fmla="*/ 8 h 14"/>
                  <a:gd name="T102" fmla="*/ 6 w 8"/>
                  <a:gd name="T103" fmla="*/ 9 h 14"/>
                  <a:gd name="T104" fmla="*/ 5 w 8"/>
                  <a:gd name="T105" fmla="*/ 9 h 14"/>
                  <a:gd name="T106" fmla="*/ 4 w 8"/>
                  <a:gd name="T107" fmla="*/ 9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8" h="14">
                    <a:moveTo>
                      <a:pt x="4" y="2"/>
                    </a:moveTo>
                    <a:cubicBezTo>
                      <a:pt x="4" y="2"/>
                      <a:pt x="4" y="2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4"/>
                      <a:pt x="2" y="4"/>
                      <a:pt x="2" y="5"/>
                    </a:cubicBezTo>
                    <a:cubicBezTo>
                      <a:pt x="2" y="5"/>
                      <a:pt x="2" y="6"/>
                      <a:pt x="2" y="6"/>
                    </a:cubicBezTo>
                    <a:cubicBezTo>
                      <a:pt x="2" y="6"/>
                      <a:pt x="2" y="6"/>
                      <a:pt x="3" y="7"/>
                    </a:cubicBezTo>
                    <a:cubicBezTo>
                      <a:pt x="3" y="7"/>
                      <a:pt x="3" y="7"/>
                      <a:pt x="4" y="7"/>
                    </a:cubicBezTo>
                    <a:cubicBezTo>
                      <a:pt x="4" y="7"/>
                      <a:pt x="4" y="7"/>
                      <a:pt x="5" y="7"/>
                    </a:cubicBezTo>
                    <a:cubicBezTo>
                      <a:pt x="5" y="7"/>
                      <a:pt x="6" y="7"/>
                      <a:pt x="6" y="7"/>
                    </a:cubicBezTo>
                    <a:cubicBezTo>
                      <a:pt x="6" y="6"/>
                      <a:pt x="6" y="6"/>
                      <a:pt x="7" y="6"/>
                    </a:cubicBezTo>
                    <a:cubicBezTo>
                      <a:pt x="7" y="5"/>
                      <a:pt x="7" y="5"/>
                      <a:pt x="7" y="4"/>
                    </a:cubicBezTo>
                    <a:cubicBezTo>
                      <a:pt x="7" y="4"/>
                      <a:pt x="7" y="3"/>
                      <a:pt x="6" y="3"/>
                    </a:cubicBezTo>
                    <a:cubicBezTo>
                      <a:pt x="6" y="3"/>
                      <a:pt x="6" y="3"/>
                      <a:pt x="6" y="2"/>
                    </a:cubicBezTo>
                    <a:cubicBezTo>
                      <a:pt x="5" y="2"/>
                      <a:pt x="5" y="2"/>
                      <a:pt x="4" y="2"/>
                    </a:cubicBezTo>
                    <a:close/>
                    <a:moveTo>
                      <a:pt x="4" y="9"/>
                    </a:moveTo>
                    <a:cubicBezTo>
                      <a:pt x="4" y="9"/>
                      <a:pt x="3" y="9"/>
                      <a:pt x="2" y="9"/>
                    </a:cubicBezTo>
                    <a:cubicBezTo>
                      <a:pt x="2" y="8"/>
                      <a:pt x="1" y="8"/>
                      <a:pt x="1" y="8"/>
                    </a:cubicBezTo>
                    <a:cubicBezTo>
                      <a:pt x="1" y="7"/>
                      <a:pt x="1" y="7"/>
                      <a:pt x="0" y="7"/>
                    </a:cubicBezTo>
                    <a:cubicBezTo>
                      <a:pt x="0" y="6"/>
                      <a:pt x="0" y="6"/>
                      <a:pt x="0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1" y="2"/>
                      <a:pt x="1" y="1"/>
                      <a:pt x="1" y="1"/>
                    </a:cubicBezTo>
                    <a:cubicBezTo>
                      <a:pt x="2" y="1"/>
                      <a:pt x="2" y="0"/>
                      <a:pt x="3" y="0"/>
                    </a:cubicBezTo>
                    <a:cubicBezTo>
                      <a:pt x="3" y="0"/>
                      <a:pt x="4" y="0"/>
                      <a:pt x="4" y="0"/>
                    </a:cubicBezTo>
                    <a:cubicBezTo>
                      <a:pt x="5" y="0"/>
                      <a:pt x="6" y="0"/>
                      <a:pt x="6" y="0"/>
                    </a:cubicBezTo>
                    <a:cubicBezTo>
                      <a:pt x="7" y="1"/>
                      <a:pt x="7" y="1"/>
                      <a:pt x="8" y="2"/>
                    </a:cubicBezTo>
                    <a:cubicBezTo>
                      <a:pt x="8" y="2"/>
                      <a:pt x="8" y="3"/>
                      <a:pt x="8" y="3"/>
                    </a:cubicBezTo>
                    <a:cubicBezTo>
                      <a:pt x="8" y="4"/>
                      <a:pt x="8" y="4"/>
                      <a:pt x="8" y="5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8" y="10"/>
                      <a:pt x="8" y="10"/>
                      <a:pt x="8" y="11"/>
                    </a:cubicBezTo>
                    <a:cubicBezTo>
                      <a:pt x="8" y="11"/>
                      <a:pt x="8" y="11"/>
                      <a:pt x="8" y="12"/>
                    </a:cubicBezTo>
                    <a:cubicBezTo>
                      <a:pt x="8" y="12"/>
                      <a:pt x="8" y="13"/>
                      <a:pt x="8" y="13"/>
                    </a:cubicBezTo>
                    <a:cubicBezTo>
                      <a:pt x="7" y="13"/>
                      <a:pt x="7" y="13"/>
                      <a:pt x="7" y="14"/>
                    </a:cubicBezTo>
                    <a:cubicBezTo>
                      <a:pt x="7" y="14"/>
                      <a:pt x="6" y="14"/>
                      <a:pt x="6" y="14"/>
                    </a:cubicBezTo>
                    <a:cubicBezTo>
                      <a:pt x="5" y="14"/>
                      <a:pt x="5" y="14"/>
                      <a:pt x="4" y="14"/>
                    </a:cubicBezTo>
                    <a:cubicBezTo>
                      <a:pt x="4" y="14"/>
                      <a:pt x="3" y="14"/>
                      <a:pt x="3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2"/>
                      <a:pt x="2" y="12"/>
                      <a:pt x="3" y="12"/>
                    </a:cubicBezTo>
                    <a:cubicBezTo>
                      <a:pt x="3" y="12"/>
                      <a:pt x="3" y="12"/>
                      <a:pt x="4" y="12"/>
                    </a:cubicBezTo>
                    <a:cubicBezTo>
                      <a:pt x="4" y="12"/>
                      <a:pt x="4" y="12"/>
                      <a:pt x="5" y="12"/>
                    </a:cubicBezTo>
                    <a:cubicBezTo>
                      <a:pt x="5" y="12"/>
                      <a:pt x="5" y="12"/>
                      <a:pt x="6" y="12"/>
                    </a:cubicBezTo>
                    <a:cubicBezTo>
                      <a:pt x="6" y="12"/>
                      <a:pt x="6" y="12"/>
                      <a:pt x="6" y="11"/>
                    </a:cubicBezTo>
                    <a:cubicBezTo>
                      <a:pt x="6" y="11"/>
                      <a:pt x="7" y="11"/>
                      <a:pt x="7" y="10"/>
                    </a:cubicBezTo>
                    <a:cubicBezTo>
                      <a:pt x="7" y="10"/>
                      <a:pt x="7" y="10"/>
                      <a:pt x="7" y="9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9"/>
                      <a:pt x="6" y="9"/>
                      <a:pt x="6" y="9"/>
                    </a:cubicBezTo>
                    <a:cubicBezTo>
                      <a:pt x="6" y="9"/>
                      <a:pt x="6" y="9"/>
                      <a:pt x="5" y="9"/>
                    </a:cubicBezTo>
                    <a:cubicBezTo>
                      <a:pt x="5" y="9"/>
                      <a:pt x="5" y="9"/>
                      <a:pt x="4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8" name="iSḷidé">
                <a:extLst>
                  <a:ext uri="{FF2B5EF4-FFF2-40B4-BE49-F238E27FC236}">
                    <a16:creationId xmlns:a16="http://schemas.microsoft.com/office/drawing/2014/main" id="{47D9352D-F8E6-489A-ADC1-2D1AB05280B5}"/>
                  </a:ext>
                </a:extLst>
              </p:cNvPr>
              <p:cNvSpPr/>
              <p:nvPr/>
            </p:nvSpPr>
            <p:spPr bwMode="auto">
              <a:xfrm>
                <a:off x="5164138" y="3586163"/>
                <a:ext cx="30163" cy="46038"/>
              </a:xfrm>
              <a:custGeom>
                <a:avLst/>
                <a:gdLst>
                  <a:gd name="T0" fmla="*/ 1 w 9"/>
                  <a:gd name="T1" fmla="*/ 13 h 14"/>
                  <a:gd name="T2" fmla="*/ 0 w 9"/>
                  <a:gd name="T3" fmla="*/ 12 h 14"/>
                  <a:gd name="T4" fmla="*/ 0 w 9"/>
                  <a:gd name="T5" fmla="*/ 10 h 14"/>
                  <a:gd name="T6" fmla="*/ 0 w 9"/>
                  <a:gd name="T7" fmla="*/ 8 h 14"/>
                  <a:gd name="T8" fmla="*/ 0 w 9"/>
                  <a:gd name="T9" fmla="*/ 6 h 14"/>
                  <a:gd name="T10" fmla="*/ 0 w 9"/>
                  <a:gd name="T11" fmla="*/ 4 h 14"/>
                  <a:gd name="T12" fmla="*/ 0 w 9"/>
                  <a:gd name="T13" fmla="*/ 3 h 14"/>
                  <a:gd name="T14" fmla="*/ 1 w 9"/>
                  <a:gd name="T15" fmla="*/ 1 h 14"/>
                  <a:gd name="T16" fmla="*/ 2 w 9"/>
                  <a:gd name="T17" fmla="*/ 0 h 14"/>
                  <a:gd name="T18" fmla="*/ 4 w 9"/>
                  <a:gd name="T19" fmla="*/ 0 h 14"/>
                  <a:gd name="T20" fmla="*/ 6 w 9"/>
                  <a:gd name="T21" fmla="*/ 0 h 14"/>
                  <a:gd name="T22" fmla="*/ 7 w 9"/>
                  <a:gd name="T23" fmla="*/ 1 h 14"/>
                  <a:gd name="T24" fmla="*/ 8 w 9"/>
                  <a:gd name="T25" fmla="*/ 2 h 14"/>
                  <a:gd name="T26" fmla="*/ 9 w 9"/>
                  <a:gd name="T27" fmla="*/ 4 h 14"/>
                  <a:gd name="T28" fmla="*/ 9 w 9"/>
                  <a:gd name="T29" fmla="*/ 6 h 14"/>
                  <a:gd name="T30" fmla="*/ 9 w 9"/>
                  <a:gd name="T31" fmla="*/ 8 h 14"/>
                  <a:gd name="T32" fmla="*/ 9 w 9"/>
                  <a:gd name="T33" fmla="*/ 9 h 14"/>
                  <a:gd name="T34" fmla="*/ 9 w 9"/>
                  <a:gd name="T35" fmla="*/ 11 h 14"/>
                  <a:gd name="T36" fmla="*/ 8 w 9"/>
                  <a:gd name="T37" fmla="*/ 12 h 14"/>
                  <a:gd name="T38" fmla="*/ 7 w 9"/>
                  <a:gd name="T39" fmla="*/ 13 h 14"/>
                  <a:gd name="T40" fmla="*/ 6 w 9"/>
                  <a:gd name="T41" fmla="*/ 14 h 14"/>
                  <a:gd name="T42" fmla="*/ 4 w 9"/>
                  <a:gd name="T43" fmla="*/ 14 h 14"/>
                  <a:gd name="T44" fmla="*/ 3 w 9"/>
                  <a:gd name="T45" fmla="*/ 14 h 14"/>
                  <a:gd name="T46" fmla="*/ 1 w 9"/>
                  <a:gd name="T47" fmla="*/ 13 h 14"/>
                  <a:gd name="T48" fmla="*/ 7 w 9"/>
                  <a:gd name="T49" fmla="*/ 7 h 14"/>
                  <a:gd name="T50" fmla="*/ 7 w 9"/>
                  <a:gd name="T51" fmla="*/ 5 h 14"/>
                  <a:gd name="T52" fmla="*/ 6 w 9"/>
                  <a:gd name="T53" fmla="*/ 3 h 14"/>
                  <a:gd name="T54" fmla="*/ 5 w 9"/>
                  <a:gd name="T55" fmla="*/ 2 h 14"/>
                  <a:gd name="T56" fmla="*/ 4 w 9"/>
                  <a:gd name="T57" fmla="*/ 2 h 14"/>
                  <a:gd name="T58" fmla="*/ 3 w 9"/>
                  <a:gd name="T59" fmla="*/ 2 h 14"/>
                  <a:gd name="T60" fmla="*/ 2 w 9"/>
                  <a:gd name="T61" fmla="*/ 3 h 14"/>
                  <a:gd name="T62" fmla="*/ 2 w 9"/>
                  <a:gd name="T63" fmla="*/ 5 h 14"/>
                  <a:gd name="T64" fmla="*/ 1 w 9"/>
                  <a:gd name="T65" fmla="*/ 6 h 14"/>
                  <a:gd name="T66" fmla="*/ 1 w 9"/>
                  <a:gd name="T67" fmla="*/ 7 h 14"/>
                  <a:gd name="T68" fmla="*/ 2 w 9"/>
                  <a:gd name="T69" fmla="*/ 10 h 14"/>
                  <a:gd name="T70" fmla="*/ 2 w 9"/>
                  <a:gd name="T71" fmla="*/ 11 h 14"/>
                  <a:gd name="T72" fmla="*/ 3 w 9"/>
                  <a:gd name="T73" fmla="*/ 12 h 14"/>
                  <a:gd name="T74" fmla="*/ 4 w 9"/>
                  <a:gd name="T75" fmla="*/ 12 h 14"/>
                  <a:gd name="T76" fmla="*/ 5 w 9"/>
                  <a:gd name="T77" fmla="*/ 12 h 14"/>
                  <a:gd name="T78" fmla="*/ 6 w 9"/>
                  <a:gd name="T79" fmla="*/ 11 h 14"/>
                  <a:gd name="T80" fmla="*/ 7 w 9"/>
                  <a:gd name="T81" fmla="*/ 10 h 14"/>
                  <a:gd name="T82" fmla="*/ 7 w 9"/>
                  <a:gd name="T83" fmla="*/ 8 h 14"/>
                  <a:gd name="T84" fmla="*/ 7 w 9"/>
                  <a:gd name="T85" fmla="*/ 7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9" h="14">
                    <a:moveTo>
                      <a:pt x="1" y="13"/>
                    </a:moveTo>
                    <a:cubicBezTo>
                      <a:pt x="1" y="13"/>
                      <a:pt x="1" y="12"/>
                      <a:pt x="0" y="12"/>
                    </a:cubicBezTo>
                    <a:cubicBezTo>
                      <a:pt x="0" y="11"/>
                      <a:pt x="0" y="11"/>
                      <a:pt x="0" y="10"/>
                    </a:cubicBezTo>
                    <a:cubicBezTo>
                      <a:pt x="0" y="9"/>
                      <a:pt x="0" y="9"/>
                      <a:pt x="0" y="8"/>
                    </a:cubicBezTo>
                    <a:cubicBezTo>
                      <a:pt x="0" y="7"/>
                      <a:pt x="0" y="6"/>
                      <a:pt x="0" y="6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0" y="4"/>
                      <a:pt x="0" y="3"/>
                      <a:pt x="0" y="3"/>
                    </a:cubicBezTo>
                    <a:cubicBezTo>
                      <a:pt x="1" y="2"/>
                      <a:pt x="1" y="2"/>
                      <a:pt x="1" y="1"/>
                    </a:cubicBezTo>
                    <a:cubicBezTo>
                      <a:pt x="1" y="1"/>
                      <a:pt x="2" y="1"/>
                      <a:pt x="2" y="0"/>
                    </a:cubicBezTo>
                    <a:cubicBezTo>
                      <a:pt x="3" y="0"/>
                      <a:pt x="4" y="0"/>
                      <a:pt x="4" y="0"/>
                    </a:cubicBezTo>
                    <a:cubicBezTo>
                      <a:pt x="5" y="0"/>
                      <a:pt x="5" y="0"/>
                      <a:pt x="6" y="0"/>
                    </a:cubicBezTo>
                    <a:cubicBezTo>
                      <a:pt x="6" y="0"/>
                      <a:pt x="7" y="1"/>
                      <a:pt x="7" y="1"/>
                    </a:cubicBezTo>
                    <a:cubicBezTo>
                      <a:pt x="7" y="1"/>
                      <a:pt x="8" y="2"/>
                      <a:pt x="8" y="2"/>
                    </a:cubicBezTo>
                    <a:cubicBezTo>
                      <a:pt x="8" y="3"/>
                      <a:pt x="9" y="3"/>
                      <a:pt x="9" y="4"/>
                    </a:cubicBezTo>
                    <a:cubicBezTo>
                      <a:pt x="9" y="5"/>
                      <a:pt x="9" y="5"/>
                      <a:pt x="9" y="6"/>
                    </a:cubicBezTo>
                    <a:cubicBezTo>
                      <a:pt x="9" y="6"/>
                      <a:pt x="9" y="7"/>
                      <a:pt x="9" y="8"/>
                    </a:cubicBezTo>
                    <a:cubicBezTo>
                      <a:pt x="9" y="8"/>
                      <a:pt x="9" y="9"/>
                      <a:pt x="9" y="9"/>
                    </a:cubicBezTo>
                    <a:cubicBezTo>
                      <a:pt x="9" y="10"/>
                      <a:pt x="9" y="10"/>
                      <a:pt x="9" y="11"/>
                    </a:cubicBezTo>
                    <a:cubicBezTo>
                      <a:pt x="8" y="11"/>
                      <a:pt x="8" y="12"/>
                      <a:pt x="8" y="12"/>
                    </a:cubicBezTo>
                    <a:cubicBezTo>
                      <a:pt x="8" y="13"/>
                      <a:pt x="7" y="13"/>
                      <a:pt x="7" y="13"/>
                    </a:cubicBezTo>
                    <a:cubicBezTo>
                      <a:pt x="7" y="14"/>
                      <a:pt x="6" y="14"/>
                      <a:pt x="6" y="14"/>
                    </a:cubicBezTo>
                    <a:cubicBezTo>
                      <a:pt x="5" y="14"/>
                      <a:pt x="5" y="14"/>
                      <a:pt x="4" y="14"/>
                    </a:cubicBezTo>
                    <a:cubicBezTo>
                      <a:pt x="4" y="14"/>
                      <a:pt x="3" y="14"/>
                      <a:pt x="3" y="14"/>
                    </a:cubicBezTo>
                    <a:cubicBezTo>
                      <a:pt x="2" y="14"/>
                      <a:pt x="1" y="13"/>
                      <a:pt x="1" y="13"/>
                    </a:cubicBezTo>
                    <a:close/>
                    <a:moveTo>
                      <a:pt x="7" y="7"/>
                    </a:moveTo>
                    <a:cubicBezTo>
                      <a:pt x="7" y="6"/>
                      <a:pt x="7" y="5"/>
                      <a:pt x="7" y="5"/>
                    </a:cubicBezTo>
                    <a:cubicBezTo>
                      <a:pt x="7" y="4"/>
                      <a:pt x="7" y="4"/>
                      <a:pt x="6" y="3"/>
                    </a:cubicBezTo>
                    <a:cubicBezTo>
                      <a:pt x="6" y="3"/>
                      <a:pt x="6" y="3"/>
                      <a:pt x="5" y="2"/>
                    </a:cubicBezTo>
                    <a:cubicBezTo>
                      <a:pt x="5" y="2"/>
                      <a:pt x="5" y="2"/>
                      <a:pt x="4" y="2"/>
                    </a:cubicBezTo>
                    <a:cubicBezTo>
                      <a:pt x="4" y="2"/>
                      <a:pt x="3" y="2"/>
                      <a:pt x="3" y="2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4"/>
                      <a:pt x="2" y="4"/>
                      <a:pt x="2" y="5"/>
                    </a:cubicBezTo>
                    <a:cubicBezTo>
                      <a:pt x="2" y="5"/>
                      <a:pt x="1" y="6"/>
                      <a:pt x="1" y="6"/>
                    </a:cubicBezTo>
                    <a:cubicBezTo>
                      <a:pt x="1" y="6"/>
                      <a:pt x="1" y="7"/>
                      <a:pt x="1" y="7"/>
                    </a:cubicBezTo>
                    <a:cubicBezTo>
                      <a:pt x="1" y="8"/>
                      <a:pt x="1" y="9"/>
                      <a:pt x="2" y="10"/>
                    </a:cubicBezTo>
                    <a:cubicBezTo>
                      <a:pt x="2" y="10"/>
                      <a:pt x="2" y="11"/>
                      <a:pt x="2" y="11"/>
                    </a:cubicBezTo>
                    <a:cubicBezTo>
                      <a:pt x="2" y="12"/>
                      <a:pt x="3" y="12"/>
                      <a:pt x="3" y="12"/>
                    </a:cubicBezTo>
                    <a:cubicBezTo>
                      <a:pt x="3" y="12"/>
                      <a:pt x="4" y="12"/>
                      <a:pt x="4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2"/>
                      <a:pt x="6" y="12"/>
                      <a:pt x="6" y="11"/>
                    </a:cubicBezTo>
                    <a:cubicBezTo>
                      <a:pt x="7" y="11"/>
                      <a:pt x="7" y="10"/>
                      <a:pt x="7" y="10"/>
                    </a:cubicBezTo>
                    <a:cubicBezTo>
                      <a:pt x="7" y="9"/>
                      <a:pt x="7" y="8"/>
                      <a:pt x="7" y="8"/>
                    </a:cubicBezTo>
                    <a:cubicBezTo>
                      <a:pt x="7" y="8"/>
                      <a:pt x="7" y="7"/>
                      <a:pt x="7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7" name="íśľïďê">
              <a:extLst>
                <a:ext uri="{FF2B5EF4-FFF2-40B4-BE49-F238E27FC236}">
                  <a16:creationId xmlns:a16="http://schemas.microsoft.com/office/drawing/2014/main" id="{B1F506E4-E45F-412B-B2C2-FB6FFC8C7544}"/>
                </a:ext>
              </a:extLst>
            </p:cNvPr>
            <p:cNvGrpSpPr/>
            <p:nvPr/>
          </p:nvGrpSpPr>
          <p:grpSpPr>
            <a:xfrm>
              <a:off x="5156287" y="2481344"/>
              <a:ext cx="4169014" cy="1469307"/>
              <a:chOff x="5722938" y="3046413"/>
              <a:chExt cx="1662113" cy="585788"/>
            </a:xfrm>
            <a:grpFill/>
          </p:grpSpPr>
          <p:sp>
            <p:nvSpPr>
              <p:cNvPr id="38" name="îSľíḑè">
                <a:extLst>
                  <a:ext uri="{FF2B5EF4-FFF2-40B4-BE49-F238E27FC236}">
                    <a16:creationId xmlns:a16="http://schemas.microsoft.com/office/drawing/2014/main" id="{583F7C91-B73F-465E-954E-5564DF87A9D1}"/>
                  </a:ext>
                </a:extLst>
              </p:cNvPr>
              <p:cNvSpPr/>
              <p:nvPr/>
            </p:nvSpPr>
            <p:spPr bwMode="auto">
              <a:xfrm>
                <a:off x="7088188" y="3046413"/>
                <a:ext cx="296863" cy="561975"/>
              </a:xfrm>
              <a:custGeom>
                <a:avLst/>
                <a:gdLst>
                  <a:gd name="T0" fmla="*/ 19 w 90"/>
                  <a:gd name="T1" fmla="*/ 151 h 169"/>
                  <a:gd name="T2" fmla="*/ 55 w 90"/>
                  <a:gd name="T3" fmla="*/ 133 h 169"/>
                  <a:gd name="T4" fmla="*/ 43 w 90"/>
                  <a:gd name="T5" fmla="*/ 157 h 169"/>
                  <a:gd name="T6" fmla="*/ 19 w 90"/>
                  <a:gd name="T7" fmla="*/ 151 h 169"/>
                  <a:gd name="T8" fmla="*/ 2 w 90"/>
                  <a:gd name="T9" fmla="*/ 39 h 169"/>
                  <a:gd name="T10" fmla="*/ 3 w 90"/>
                  <a:gd name="T11" fmla="*/ 56 h 169"/>
                  <a:gd name="T12" fmla="*/ 34 w 90"/>
                  <a:gd name="T13" fmla="*/ 32 h 169"/>
                  <a:gd name="T14" fmla="*/ 38 w 90"/>
                  <a:gd name="T15" fmla="*/ 35 h 169"/>
                  <a:gd name="T16" fmla="*/ 47 w 90"/>
                  <a:gd name="T17" fmla="*/ 26 h 169"/>
                  <a:gd name="T18" fmla="*/ 58 w 90"/>
                  <a:gd name="T19" fmla="*/ 16 h 169"/>
                  <a:gd name="T20" fmla="*/ 9 w 90"/>
                  <a:gd name="T21" fmla="*/ 90 h 169"/>
                  <a:gd name="T22" fmla="*/ 9 w 90"/>
                  <a:gd name="T23" fmla="*/ 101 h 169"/>
                  <a:gd name="T24" fmla="*/ 31 w 90"/>
                  <a:gd name="T25" fmla="*/ 89 h 169"/>
                  <a:gd name="T26" fmla="*/ 26 w 90"/>
                  <a:gd name="T27" fmla="*/ 107 h 169"/>
                  <a:gd name="T28" fmla="*/ 30 w 90"/>
                  <a:gd name="T29" fmla="*/ 113 h 169"/>
                  <a:gd name="T30" fmla="*/ 53 w 90"/>
                  <a:gd name="T31" fmla="*/ 118 h 169"/>
                  <a:gd name="T32" fmla="*/ 2 w 90"/>
                  <a:gd name="T33" fmla="*/ 145 h 169"/>
                  <a:gd name="T34" fmla="*/ 48 w 90"/>
                  <a:gd name="T35" fmla="*/ 169 h 169"/>
                  <a:gd name="T36" fmla="*/ 64 w 90"/>
                  <a:gd name="T37" fmla="*/ 130 h 169"/>
                  <a:gd name="T38" fmla="*/ 82 w 90"/>
                  <a:gd name="T39" fmla="*/ 137 h 169"/>
                  <a:gd name="T40" fmla="*/ 90 w 90"/>
                  <a:gd name="T41" fmla="*/ 130 h 169"/>
                  <a:gd name="T42" fmla="*/ 62 w 90"/>
                  <a:gd name="T43" fmla="*/ 119 h 169"/>
                  <a:gd name="T44" fmla="*/ 45 w 90"/>
                  <a:gd name="T45" fmla="*/ 106 h 169"/>
                  <a:gd name="T46" fmla="*/ 47 w 90"/>
                  <a:gd name="T47" fmla="*/ 77 h 169"/>
                  <a:gd name="T48" fmla="*/ 25 w 90"/>
                  <a:gd name="T49" fmla="*/ 82 h 169"/>
                  <a:gd name="T50" fmla="*/ 71 w 90"/>
                  <a:gd name="T51" fmla="*/ 16 h 169"/>
                  <a:gd name="T52" fmla="*/ 59 w 90"/>
                  <a:gd name="T53" fmla="*/ 7 h 169"/>
                  <a:gd name="T54" fmla="*/ 41 w 90"/>
                  <a:gd name="T55" fmla="*/ 21 h 169"/>
                  <a:gd name="T56" fmla="*/ 30 w 90"/>
                  <a:gd name="T57" fmla="*/ 28 h 169"/>
                  <a:gd name="T58" fmla="*/ 17 w 90"/>
                  <a:gd name="T59" fmla="*/ 43 h 169"/>
                  <a:gd name="T60" fmla="*/ 2 w 90"/>
                  <a:gd name="T61" fmla="*/ 39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90" h="169">
                    <a:moveTo>
                      <a:pt x="19" y="151"/>
                    </a:moveTo>
                    <a:cubicBezTo>
                      <a:pt x="19" y="151"/>
                      <a:pt x="41" y="128"/>
                      <a:pt x="55" y="133"/>
                    </a:cubicBezTo>
                    <a:cubicBezTo>
                      <a:pt x="55" y="133"/>
                      <a:pt x="62" y="158"/>
                      <a:pt x="43" y="157"/>
                    </a:cubicBezTo>
                    <a:cubicBezTo>
                      <a:pt x="23" y="155"/>
                      <a:pt x="19" y="151"/>
                      <a:pt x="19" y="151"/>
                    </a:cubicBezTo>
                    <a:close/>
                    <a:moveTo>
                      <a:pt x="2" y="39"/>
                    </a:moveTo>
                    <a:cubicBezTo>
                      <a:pt x="0" y="46"/>
                      <a:pt x="3" y="56"/>
                      <a:pt x="3" y="56"/>
                    </a:cubicBezTo>
                    <a:cubicBezTo>
                      <a:pt x="6" y="75"/>
                      <a:pt x="34" y="32"/>
                      <a:pt x="34" y="32"/>
                    </a:cubicBezTo>
                    <a:cubicBezTo>
                      <a:pt x="35" y="35"/>
                      <a:pt x="38" y="35"/>
                      <a:pt x="38" y="35"/>
                    </a:cubicBezTo>
                    <a:cubicBezTo>
                      <a:pt x="52" y="37"/>
                      <a:pt x="47" y="26"/>
                      <a:pt x="47" y="26"/>
                    </a:cubicBezTo>
                    <a:cubicBezTo>
                      <a:pt x="49" y="21"/>
                      <a:pt x="58" y="16"/>
                      <a:pt x="58" y="16"/>
                    </a:cubicBezTo>
                    <a:cubicBezTo>
                      <a:pt x="44" y="53"/>
                      <a:pt x="9" y="90"/>
                      <a:pt x="9" y="90"/>
                    </a:cubicBezTo>
                    <a:cubicBezTo>
                      <a:pt x="9" y="101"/>
                      <a:pt x="9" y="101"/>
                      <a:pt x="9" y="101"/>
                    </a:cubicBezTo>
                    <a:cubicBezTo>
                      <a:pt x="12" y="114"/>
                      <a:pt x="31" y="89"/>
                      <a:pt x="31" y="89"/>
                    </a:cubicBezTo>
                    <a:cubicBezTo>
                      <a:pt x="26" y="107"/>
                      <a:pt x="26" y="107"/>
                      <a:pt x="26" y="107"/>
                    </a:cubicBezTo>
                    <a:cubicBezTo>
                      <a:pt x="24" y="115"/>
                      <a:pt x="30" y="113"/>
                      <a:pt x="30" y="113"/>
                    </a:cubicBezTo>
                    <a:cubicBezTo>
                      <a:pt x="53" y="112"/>
                      <a:pt x="53" y="118"/>
                      <a:pt x="53" y="118"/>
                    </a:cubicBezTo>
                    <a:cubicBezTo>
                      <a:pt x="12" y="121"/>
                      <a:pt x="2" y="145"/>
                      <a:pt x="2" y="145"/>
                    </a:cubicBezTo>
                    <a:cubicBezTo>
                      <a:pt x="6" y="156"/>
                      <a:pt x="25" y="161"/>
                      <a:pt x="48" y="169"/>
                    </a:cubicBezTo>
                    <a:cubicBezTo>
                      <a:pt x="71" y="168"/>
                      <a:pt x="64" y="130"/>
                      <a:pt x="64" y="130"/>
                    </a:cubicBezTo>
                    <a:cubicBezTo>
                      <a:pt x="79" y="129"/>
                      <a:pt x="82" y="137"/>
                      <a:pt x="82" y="137"/>
                    </a:cubicBezTo>
                    <a:cubicBezTo>
                      <a:pt x="90" y="130"/>
                      <a:pt x="90" y="130"/>
                      <a:pt x="90" y="130"/>
                    </a:cubicBezTo>
                    <a:cubicBezTo>
                      <a:pt x="79" y="115"/>
                      <a:pt x="62" y="119"/>
                      <a:pt x="62" y="119"/>
                    </a:cubicBezTo>
                    <a:cubicBezTo>
                      <a:pt x="60" y="107"/>
                      <a:pt x="45" y="106"/>
                      <a:pt x="45" y="106"/>
                    </a:cubicBezTo>
                    <a:cubicBezTo>
                      <a:pt x="35" y="105"/>
                      <a:pt x="44" y="92"/>
                      <a:pt x="47" y="77"/>
                    </a:cubicBezTo>
                    <a:cubicBezTo>
                      <a:pt x="47" y="64"/>
                      <a:pt x="25" y="82"/>
                      <a:pt x="25" y="82"/>
                    </a:cubicBezTo>
                    <a:cubicBezTo>
                      <a:pt x="43" y="66"/>
                      <a:pt x="66" y="31"/>
                      <a:pt x="71" y="16"/>
                    </a:cubicBezTo>
                    <a:cubicBezTo>
                      <a:pt x="75" y="0"/>
                      <a:pt x="59" y="7"/>
                      <a:pt x="59" y="7"/>
                    </a:cubicBezTo>
                    <a:cubicBezTo>
                      <a:pt x="59" y="7"/>
                      <a:pt x="42" y="20"/>
                      <a:pt x="41" y="21"/>
                    </a:cubicBezTo>
                    <a:cubicBezTo>
                      <a:pt x="32" y="21"/>
                      <a:pt x="30" y="28"/>
                      <a:pt x="30" y="28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7" y="54"/>
                      <a:pt x="2" y="39"/>
                      <a:pt x="2" y="3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9" name="îṥḻîďé">
                <a:extLst>
                  <a:ext uri="{FF2B5EF4-FFF2-40B4-BE49-F238E27FC236}">
                    <a16:creationId xmlns:a16="http://schemas.microsoft.com/office/drawing/2014/main" id="{034632B7-4F2C-48DB-BC75-4D325AECA7E7}"/>
                  </a:ext>
                </a:extLst>
              </p:cNvPr>
              <p:cNvSpPr/>
              <p:nvPr/>
            </p:nvSpPr>
            <p:spPr bwMode="auto">
              <a:xfrm>
                <a:off x="6802438" y="3471863"/>
                <a:ext cx="63500" cy="96838"/>
              </a:xfrm>
              <a:custGeom>
                <a:avLst/>
                <a:gdLst>
                  <a:gd name="T0" fmla="*/ 0 w 19"/>
                  <a:gd name="T1" fmla="*/ 0 h 29"/>
                  <a:gd name="T2" fmla="*/ 1 w 19"/>
                  <a:gd name="T3" fmla="*/ 29 h 29"/>
                  <a:gd name="T4" fmla="*/ 16 w 19"/>
                  <a:gd name="T5" fmla="*/ 13 h 29"/>
                  <a:gd name="T6" fmla="*/ 0 w 19"/>
                  <a:gd name="T7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29">
                    <a:moveTo>
                      <a:pt x="0" y="0"/>
                    </a:moveTo>
                    <a:cubicBezTo>
                      <a:pt x="0" y="0"/>
                      <a:pt x="9" y="19"/>
                      <a:pt x="1" y="29"/>
                    </a:cubicBezTo>
                    <a:cubicBezTo>
                      <a:pt x="1" y="29"/>
                      <a:pt x="13" y="27"/>
                      <a:pt x="16" y="13"/>
                    </a:cubicBezTo>
                    <a:cubicBezTo>
                      <a:pt x="19" y="0"/>
                      <a:pt x="4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iṣľíḍé">
                <a:extLst>
                  <a:ext uri="{FF2B5EF4-FFF2-40B4-BE49-F238E27FC236}">
                    <a16:creationId xmlns:a16="http://schemas.microsoft.com/office/drawing/2014/main" id="{77E427BA-9336-42BA-8F93-AFBE0BC83AD9}"/>
                  </a:ext>
                </a:extLst>
              </p:cNvPr>
              <p:cNvSpPr/>
              <p:nvPr/>
            </p:nvSpPr>
            <p:spPr bwMode="auto">
              <a:xfrm>
                <a:off x="6605588" y="3289301"/>
                <a:ext cx="223838" cy="309563"/>
              </a:xfrm>
              <a:custGeom>
                <a:avLst/>
                <a:gdLst>
                  <a:gd name="T0" fmla="*/ 26 w 68"/>
                  <a:gd name="T1" fmla="*/ 21 h 93"/>
                  <a:gd name="T2" fmla="*/ 30 w 68"/>
                  <a:gd name="T3" fmla="*/ 28 h 93"/>
                  <a:gd name="T4" fmla="*/ 42 w 68"/>
                  <a:gd name="T5" fmla="*/ 18 h 93"/>
                  <a:gd name="T6" fmla="*/ 37 w 68"/>
                  <a:gd name="T7" fmla="*/ 9 h 93"/>
                  <a:gd name="T8" fmla="*/ 46 w 68"/>
                  <a:gd name="T9" fmla="*/ 6 h 93"/>
                  <a:gd name="T10" fmla="*/ 53 w 68"/>
                  <a:gd name="T11" fmla="*/ 12 h 93"/>
                  <a:gd name="T12" fmla="*/ 62 w 68"/>
                  <a:gd name="T13" fmla="*/ 5 h 93"/>
                  <a:gd name="T14" fmla="*/ 68 w 68"/>
                  <a:gd name="T15" fmla="*/ 10 h 93"/>
                  <a:gd name="T16" fmla="*/ 53 w 68"/>
                  <a:gd name="T17" fmla="*/ 25 h 93"/>
                  <a:gd name="T18" fmla="*/ 27 w 68"/>
                  <a:gd name="T19" fmla="*/ 71 h 93"/>
                  <a:gd name="T20" fmla="*/ 0 w 68"/>
                  <a:gd name="T21" fmla="*/ 92 h 93"/>
                  <a:gd name="T22" fmla="*/ 0 w 68"/>
                  <a:gd name="T23" fmla="*/ 89 h 93"/>
                  <a:gd name="T24" fmla="*/ 31 w 68"/>
                  <a:gd name="T25" fmla="*/ 42 h 93"/>
                  <a:gd name="T26" fmla="*/ 21 w 68"/>
                  <a:gd name="T27" fmla="*/ 23 h 93"/>
                  <a:gd name="T28" fmla="*/ 26 w 68"/>
                  <a:gd name="T29" fmla="*/ 2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8" h="93">
                    <a:moveTo>
                      <a:pt x="26" y="21"/>
                    </a:moveTo>
                    <a:cubicBezTo>
                      <a:pt x="26" y="21"/>
                      <a:pt x="21" y="36"/>
                      <a:pt x="30" y="28"/>
                    </a:cubicBezTo>
                    <a:cubicBezTo>
                      <a:pt x="42" y="18"/>
                      <a:pt x="42" y="18"/>
                      <a:pt x="42" y="18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37" y="9"/>
                      <a:pt x="38" y="0"/>
                      <a:pt x="46" y="6"/>
                    </a:cubicBezTo>
                    <a:cubicBezTo>
                      <a:pt x="53" y="12"/>
                      <a:pt x="53" y="12"/>
                      <a:pt x="53" y="12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8" y="10"/>
                      <a:pt x="68" y="10"/>
                      <a:pt x="68" y="10"/>
                    </a:cubicBezTo>
                    <a:cubicBezTo>
                      <a:pt x="53" y="25"/>
                      <a:pt x="53" y="25"/>
                      <a:pt x="53" y="25"/>
                    </a:cubicBezTo>
                    <a:cubicBezTo>
                      <a:pt x="53" y="25"/>
                      <a:pt x="54" y="39"/>
                      <a:pt x="27" y="71"/>
                    </a:cubicBezTo>
                    <a:cubicBezTo>
                      <a:pt x="27" y="71"/>
                      <a:pt x="12" y="93"/>
                      <a:pt x="0" y="92"/>
                    </a:cubicBezTo>
                    <a:cubicBezTo>
                      <a:pt x="0" y="89"/>
                      <a:pt x="0" y="89"/>
                      <a:pt x="0" y="89"/>
                    </a:cubicBezTo>
                    <a:cubicBezTo>
                      <a:pt x="0" y="89"/>
                      <a:pt x="17" y="83"/>
                      <a:pt x="31" y="42"/>
                    </a:cubicBezTo>
                    <a:cubicBezTo>
                      <a:pt x="31" y="42"/>
                      <a:pt x="13" y="49"/>
                      <a:pt x="21" y="23"/>
                    </a:cubicBezTo>
                    <a:cubicBezTo>
                      <a:pt x="21" y="23"/>
                      <a:pt x="22" y="16"/>
                      <a:pt x="26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iSlidé">
                <a:extLst>
                  <a:ext uri="{FF2B5EF4-FFF2-40B4-BE49-F238E27FC236}">
                    <a16:creationId xmlns:a16="http://schemas.microsoft.com/office/drawing/2014/main" id="{8C2EF347-4586-4DCE-BA4E-21E22F7139B9}"/>
                  </a:ext>
                </a:extLst>
              </p:cNvPr>
              <p:cNvSpPr/>
              <p:nvPr/>
            </p:nvSpPr>
            <p:spPr bwMode="auto">
              <a:xfrm>
                <a:off x="6334125" y="3495676"/>
                <a:ext cx="79375" cy="76200"/>
              </a:xfrm>
              <a:custGeom>
                <a:avLst/>
                <a:gdLst>
                  <a:gd name="T0" fmla="*/ 0 w 24"/>
                  <a:gd name="T1" fmla="*/ 4 h 23"/>
                  <a:gd name="T2" fmla="*/ 21 w 24"/>
                  <a:gd name="T3" fmla="*/ 19 h 23"/>
                  <a:gd name="T4" fmla="*/ 18 w 24"/>
                  <a:gd name="T5" fmla="*/ 23 h 23"/>
                  <a:gd name="T6" fmla="*/ 0 w 24"/>
                  <a:gd name="T7" fmla="*/ 4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4" h="23">
                    <a:moveTo>
                      <a:pt x="0" y="4"/>
                    </a:moveTo>
                    <a:cubicBezTo>
                      <a:pt x="0" y="4"/>
                      <a:pt x="24" y="0"/>
                      <a:pt x="21" y="19"/>
                    </a:cubicBezTo>
                    <a:cubicBezTo>
                      <a:pt x="18" y="23"/>
                      <a:pt x="18" y="23"/>
                      <a:pt x="18" y="23"/>
                    </a:cubicBez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2" name="ïśľïdê">
                <a:extLst>
                  <a:ext uri="{FF2B5EF4-FFF2-40B4-BE49-F238E27FC236}">
                    <a16:creationId xmlns:a16="http://schemas.microsoft.com/office/drawing/2014/main" id="{7779A4E8-87D8-4496-A494-674B35972478}"/>
                  </a:ext>
                </a:extLst>
              </p:cNvPr>
              <p:cNvSpPr/>
              <p:nvPr/>
            </p:nvSpPr>
            <p:spPr bwMode="auto">
              <a:xfrm>
                <a:off x="6194425" y="3171826"/>
                <a:ext cx="225425" cy="460375"/>
              </a:xfrm>
              <a:custGeom>
                <a:avLst/>
                <a:gdLst>
                  <a:gd name="T0" fmla="*/ 3 w 68"/>
                  <a:gd name="T1" fmla="*/ 55 h 138"/>
                  <a:gd name="T2" fmla="*/ 24 w 68"/>
                  <a:gd name="T3" fmla="*/ 42 h 138"/>
                  <a:gd name="T4" fmla="*/ 38 w 68"/>
                  <a:gd name="T5" fmla="*/ 1 h 138"/>
                  <a:gd name="T6" fmla="*/ 44 w 68"/>
                  <a:gd name="T7" fmla="*/ 16 h 138"/>
                  <a:gd name="T8" fmla="*/ 37 w 68"/>
                  <a:gd name="T9" fmla="*/ 34 h 138"/>
                  <a:gd name="T10" fmla="*/ 55 w 68"/>
                  <a:gd name="T11" fmla="*/ 12 h 138"/>
                  <a:gd name="T12" fmla="*/ 58 w 68"/>
                  <a:gd name="T13" fmla="*/ 32 h 138"/>
                  <a:gd name="T14" fmla="*/ 24 w 68"/>
                  <a:gd name="T15" fmla="*/ 62 h 138"/>
                  <a:gd name="T16" fmla="*/ 18 w 68"/>
                  <a:gd name="T17" fmla="*/ 92 h 138"/>
                  <a:gd name="T18" fmla="*/ 27 w 68"/>
                  <a:gd name="T19" fmla="*/ 83 h 138"/>
                  <a:gd name="T20" fmla="*/ 34 w 68"/>
                  <a:gd name="T21" fmla="*/ 56 h 138"/>
                  <a:gd name="T22" fmla="*/ 47 w 68"/>
                  <a:gd name="T23" fmla="*/ 76 h 138"/>
                  <a:gd name="T24" fmla="*/ 39 w 68"/>
                  <a:gd name="T25" fmla="*/ 87 h 138"/>
                  <a:gd name="T26" fmla="*/ 40 w 68"/>
                  <a:gd name="T27" fmla="*/ 132 h 138"/>
                  <a:gd name="T28" fmla="*/ 22 w 68"/>
                  <a:gd name="T29" fmla="*/ 120 h 138"/>
                  <a:gd name="T30" fmla="*/ 12 w 68"/>
                  <a:gd name="T31" fmla="*/ 138 h 138"/>
                  <a:gd name="T32" fmla="*/ 2 w 68"/>
                  <a:gd name="T33" fmla="*/ 127 h 138"/>
                  <a:gd name="T34" fmla="*/ 27 w 68"/>
                  <a:gd name="T35" fmla="*/ 102 h 138"/>
                  <a:gd name="T36" fmla="*/ 26 w 68"/>
                  <a:gd name="T37" fmla="*/ 95 h 138"/>
                  <a:gd name="T38" fmla="*/ 15 w 68"/>
                  <a:gd name="T39" fmla="*/ 106 h 138"/>
                  <a:gd name="T40" fmla="*/ 5 w 68"/>
                  <a:gd name="T41" fmla="*/ 98 h 138"/>
                  <a:gd name="T42" fmla="*/ 16 w 68"/>
                  <a:gd name="T43" fmla="*/ 67 h 138"/>
                  <a:gd name="T44" fmla="*/ 3 w 68"/>
                  <a:gd name="T45" fmla="*/ 55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8" h="138">
                    <a:moveTo>
                      <a:pt x="3" y="55"/>
                    </a:moveTo>
                    <a:cubicBezTo>
                      <a:pt x="3" y="55"/>
                      <a:pt x="17" y="58"/>
                      <a:pt x="24" y="42"/>
                    </a:cubicBezTo>
                    <a:cubicBezTo>
                      <a:pt x="24" y="42"/>
                      <a:pt x="38" y="9"/>
                      <a:pt x="38" y="1"/>
                    </a:cubicBezTo>
                    <a:cubicBezTo>
                      <a:pt x="38" y="1"/>
                      <a:pt x="46" y="0"/>
                      <a:pt x="44" y="16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55" y="23"/>
                      <a:pt x="55" y="12"/>
                    </a:cubicBezTo>
                    <a:cubicBezTo>
                      <a:pt x="55" y="12"/>
                      <a:pt x="68" y="10"/>
                      <a:pt x="58" y="32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18" y="92"/>
                      <a:pt x="18" y="92"/>
                      <a:pt x="18" y="92"/>
                    </a:cubicBezTo>
                    <a:cubicBezTo>
                      <a:pt x="27" y="83"/>
                      <a:pt x="27" y="83"/>
                      <a:pt x="27" y="83"/>
                    </a:cubicBezTo>
                    <a:cubicBezTo>
                      <a:pt x="27" y="83"/>
                      <a:pt x="27" y="61"/>
                      <a:pt x="34" y="56"/>
                    </a:cubicBezTo>
                    <a:cubicBezTo>
                      <a:pt x="34" y="56"/>
                      <a:pt x="50" y="55"/>
                      <a:pt x="47" y="76"/>
                    </a:cubicBezTo>
                    <a:cubicBezTo>
                      <a:pt x="47" y="76"/>
                      <a:pt x="42" y="83"/>
                      <a:pt x="39" y="87"/>
                    </a:cubicBezTo>
                    <a:cubicBezTo>
                      <a:pt x="40" y="132"/>
                      <a:pt x="40" y="132"/>
                      <a:pt x="40" y="132"/>
                    </a:cubicBezTo>
                    <a:cubicBezTo>
                      <a:pt x="22" y="120"/>
                      <a:pt x="22" y="120"/>
                      <a:pt x="22" y="120"/>
                    </a:cubicBezTo>
                    <a:cubicBezTo>
                      <a:pt x="12" y="138"/>
                      <a:pt x="12" y="138"/>
                      <a:pt x="12" y="138"/>
                    </a:cubicBezTo>
                    <a:cubicBezTo>
                      <a:pt x="2" y="127"/>
                      <a:pt x="2" y="127"/>
                      <a:pt x="2" y="127"/>
                    </a:cubicBezTo>
                    <a:cubicBezTo>
                      <a:pt x="2" y="127"/>
                      <a:pt x="25" y="114"/>
                      <a:pt x="27" y="102"/>
                    </a:cubicBezTo>
                    <a:cubicBezTo>
                      <a:pt x="26" y="95"/>
                      <a:pt x="26" y="95"/>
                      <a:pt x="26" y="95"/>
                    </a:cubicBezTo>
                    <a:cubicBezTo>
                      <a:pt x="15" y="106"/>
                      <a:pt x="15" y="106"/>
                      <a:pt x="15" y="106"/>
                    </a:cubicBezTo>
                    <a:cubicBezTo>
                      <a:pt x="5" y="98"/>
                      <a:pt x="5" y="98"/>
                      <a:pt x="5" y="98"/>
                    </a:cubicBezTo>
                    <a:cubicBezTo>
                      <a:pt x="16" y="67"/>
                      <a:pt x="16" y="67"/>
                      <a:pt x="16" y="67"/>
                    </a:cubicBezTo>
                    <a:cubicBezTo>
                      <a:pt x="16" y="67"/>
                      <a:pt x="0" y="60"/>
                      <a:pt x="3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3" name="išḷíḍe">
                <a:extLst>
                  <a:ext uri="{FF2B5EF4-FFF2-40B4-BE49-F238E27FC236}">
                    <a16:creationId xmlns:a16="http://schemas.microsoft.com/office/drawing/2014/main" id="{7F476276-FE05-4EBA-9554-25580868476D}"/>
                  </a:ext>
                </a:extLst>
              </p:cNvPr>
              <p:cNvSpPr/>
              <p:nvPr/>
            </p:nvSpPr>
            <p:spPr bwMode="auto">
              <a:xfrm>
                <a:off x="5946775" y="3398838"/>
                <a:ext cx="96838" cy="100013"/>
              </a:xfrm>
              <a:custGeom>
                <a:avLst/>
                <a:gdLst>
                  <a:gd name="T0" fmla="*/ 0 w 29"/>
                  <a:gd name="T1" fmla="*/ 30 h 30"/>
                  <a:gd name="T2" fmla="*/ 14 w 29"/>
                  <a:gd name="T3" fmla="*/ 0 h 30"/>
                  <a:gd name="T4" fmla="*/ 29 w 29"/>
                  <a:gd name="T5" fmla="*/ 14 h 30"/>
                  <a:gd name="T6" fmla="*/ 0 w 29"/>
                  <a:gd name="T7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30">
                    <a:moveTo>
                      <a:pt x="0" y="3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9" y="14"/>
                      <a:pt x="9" y="29"/>
                      <a:pt x="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4" name="îṣḻîḓè">
                <a:extLst>
                  <a:ext uri="{FF2B5EF4-FFF2-40B4-BE49-F238E27FC236}">
                    <a16:creationId xmlns:a16="http://schemas.microsoft.com/office/drawing/2014/main" id="{ACC74B45-02FF-4F34-8E7E-F082B340D77C}"/>
                  </a:ext>
                </a:extLst>
              </p:cNvPr>
              <p:cNvSpPr/>
              <p:nvPr/>
            </p:nvSpPr>
            <p:spPr bwMode="auto">
              <a:xfrm>
                <a:off x="5722938" y="3419476"/>
                <a:ext cx="201613" cy="176213"/>
              </a:xfrm>
              <a:custGeom>
                <a:avLst/>
                <a:gdLst>
                  <a:gd name="T0" fmla="*/ 16 w 61"/>
                  <a:gd name="T1" fmla="*/ 38 h 53"/>
                  <a:gd name="T2" fmla="*/ 59 w 61"/>
                  <a:gd name="T3" fmla="*/ 0 h 53"/>
                  <a:gd name="T4" fmla="*/ 61 w 61"/>
                  <a:gd name="T5" fmla="*/ 4 h 53"/>
                  <a:gd name="T6" fmla="*/ 10 w 61"/>
                  <a:gd name="T7" fmla="*/ 53 h 53"/>
                  <a:gd name="T8" fmla="*/ 0 w 61"/>
                  <a:gd name="T9" fmla="*/ 41 h 53"/>
                  <a:gd name="T10" fmla="*/ 11 w 61"/>
                  <a:gd name="T11" fmla="*/ 8 h 53"/>
                  <a:gd name="T12" fmla="*/ 16 w 61"/>
                  <a:gd name="T13" fmla="*/ 38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1" h="53">
                    <a:moveTo>
                      <a:pt x="16" y="38"/>
                    </a:moveTo>
                    <a:cubicBezTo>
                      <a:pt x="59" y="0"/>
                      <a:pt x="59" y="0"/>
                      <a:pt x="59" y="0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4"/>
                      <a:pt x="40" y="40"/>
                      <a:pt x="10" y="53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1"/>
                      <a:pt x="11" y="18"/>
                      <a:pt x="11" y="8"/>
                    </a:cubicBezTo>
                    <a:cubicBezTo>
                      <a:pt x="11" y="8"/>
                      <a:pt x="27" y="6"/>
                      <a:pt x="16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iṣḷîḓé">
                <a:extLst>
                  <a:ext uri="{FF2B5EF4-FFF2-40B4-BE49-F238E27FC236}">
                    <a16:creationId xmlns:a16="http://schemas.microsoft.com/office/drawing/2014/main" id="{53C94A61-654E-4C9F-B270-BEE5DAF51C27}"/>
                  </a:ext>
                </a:extLst>
              </p:cNvPr>
              <p:cNvSpPr/>
              <p:nvPr/>
            </p:nvSpPr>
            <p:spPr bwMode="auto">
              <a:xfrm>
                <a:off x="5870575" y="3235326"/>
                <a:ext cx="60325" cy="177800"/>
              </a:xfrm>
              <a:custGeom>
                <a:avLst/>
                <a:gdLst>
                  <a:gd name="T0" fmla="*/ 0 w 18"/>
                  <a:gd name="T1" fmla="*/ 51 h 53"/>
                  <a:gd name="T2" fmla="*/ 1 w 18"/>
                  <a:gd name="T3" fmla="*/ 0 h 53"/>
                  <a:gd name="T4" fmla="*/ 15 w 18"/>
                  <a:gd name="T5" fmla="*/ 21 h 53"/>
                  <a:gd name="T6" fmla="*/ 0 w 18"/>
                  <a:gd name="T7" fmla="*/ 51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" h="53">
                    <a:moveTo>
                      <a:pt x="0" y="51"/>
                    </a:moveTo>
                    <a:cubicBezTo>
                      <a:pt x="0" y="51"/>
                      <a:pt x="8" y="16"/>
                      <a:pt x="1" y="0"/>
                    </a:cubicBezTo>
                    <a:cubicBezTo>
                      <a:pt x="1" y="0"/>
                      <a:pt x="18" y="4"/>
                      <a:pt x="15" y="21"/>
                    </a:cubicBezTo>
                    <a:cubicBezTo>
                      <a:pt x="11" y="39"/>
                      <a:pt x="11" y="53"/>
                      <a:pt x="0" y="5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8" name="ïṩ1îḑé">
              <a:extLst>
                <a:ext uri="{FF2B5EF4-FFF2-40B4-BE49-F238E27FC236}">
                  <a16:creationId xmlns:a16="http://schemas.microsoft.com/office/drawing/2014/main" id="{4CF24D40-3498-4DA2-8E14-09580AC415B4}"/>
                </a:ext>
              </a:extLst>
            </p:cNvPr>
            <p:cNvGrpSpPr/>
            <p:nvPr/>
          </p:nvGrpSpPr>
          <p:grpSpPr>
            <a:xfrm>
              <a:off x="5112548" y="4078070"/>
              <a:ext cx="4180976" cy="274494"/>
              <a:chOff x="5705475" y="3682999"/>
              <a:chExt cx="1666875" cy="109436"/>
            </a:xfrm>
            <a:grpFill/>
          </p:grpSpPr>
          <p:sp>
            <p:nvSpPr>
              <p:cNvPr id="19" name="îṣḷidê">
                <a:extLst>
                  <a:ext uri="{FF2B5EF4-FFF2-40B4-BE49-F238E27FC236}">
                    <a16:creationId xmlns:a16="http://schemas.microsoft.com/office/drawing/2014/main" id="{E6464D9B-1147-40C6-99A2-5C95750CB15A}"/>
                  </a:ext>
                </a:extLst>
              </p:cNvPr>
              <p:cNvSpPr/>
              <p:nvPr/>
            </p:nvSpPr>
            <p:spPr bwMode="auto">
              <a:xfrm>
                <a:off x="5705475" y="3683001"/>
                <a:ext cx="63500" cy="92075"/>
              </a:xfrm>
              <a:custGeom>
                <a:avLst/>
                <a:gdLst>
                  <a:gd name="T0" fmla="*/ 19 w 19"/>
                  <a:gd name="T1" fmla="*/ 20 h 28"/>
                  <a:gd name="T2" fmla="*/ 16 w 19"/>
                  <a:gd name="T3" fmla="*/ 25 h 28"/>
                  <a:gd name="T4" fmla="*/ 9 w 19"/>
                  <a:gd name="T5" fmla="*/ 28 h 28"/>
                  <a:gd name="T6" fmla="*/ 2 w 19"/>
                  <a:gd name="T7" fmla="*/ 25 h 28"/>
                  <a:gd name="T8" fmla="*/ 0 w 19"/>
                  <a:gd name="T9" fmla="*/ 20 h 28"/>
                  <a:gd name="T10" fmla="*/ 0 w 19"/>
                  <a:gd name="T11" fmla="*/ 19 h 28"/>
                  <a:gd name="T12" fmla="*/ 4 w 19"/>
                  <a:gd name="T13" fmla="*/ 19 h 28"/>
                  <a:gd name="T14" fmla="*/ 4 w 19"/>
                  <a:gd name="T15" fmla="*/ 20 h 28"/>
                  <a:gd name="T16" fmla="*/ 6 w 19"/>
                  <a:gd name="T17" fmla="*/ 23 h 28"/>
                  <a:gd name="T18" fmla="*/ 9 w 19"/>
                  <a:gd name="T19" fmla="*/ 24 h 28"/>
                  <a:gd name="T20" fmla="*/ 14 w 19"/>
                  <a:gd name="T21" fmla="*/ 23 h 28"/>
                  <a:gd name="T22" fmla="*/ 15 w 19"/>
                  <a:gd name="T23" fmla="*/ 20 h 28"/>
                  <a:gd name="T24" fmla="*/ 13 w 19"/>
                  <a:gd name="T25" fmla="*/ 17 h 28"/>
                  <a:gd name="T26" fmla="*/ 9 w 19"/>
                  <a:gd name="T27" fmla="*/ 14 h 28"/>
                  <a:gd name="T28" fmla="*/ 3 w 19"/>
                  <a:gd name="T29" fmla="*/ 11 h 28"/>
                  <a:gd name="T30" fmla="*/ 1 w 19"/>
                  <a:gd name="T31" fmla="*/ 7 h 28"/>
                  <a:gd name="T32" fmla="*/ 3 w 19"/>
                  <a:gd name="T33" fmla="*/ 2 h 28"/>
                  <a:gd name="T34" fmla="*/ 9 w 19"/>
                  <a:gd name="T35" fmla="*/ 0 h 28"/>
                  <a:gd name="T36" fmla="*/ 16 w 19"/>
                  <a:gd name="T37" fmla="*/ 2 h 28"/>
                  <a:gd name="T38" fmla="*/ 18 w 19"/>
                  <a:gd name="T39" fmla="*/ 7 h 28"/>
                  <a:gd name="T40" fmla="*/ 14 w 19"/>
                  <a:gd name="T41" fmla="*/ 7 h 28"/>
                  <a:gd name="T42" fmla="*/ 13 w 19"/>
                  <a:gd name="T43" fmla="*/ 4 h 28"/>
                  <a:gd name="T44" fmla="*/ 9 w 19"/>
                  <a:gd name="T45" fmla="*/ 3 h 28"/>
                  <a:gd name="T46" fmla="*/ 6 w 19"/>
                  <a:gd name="T47" fmla="*/ 4 h 28"/>
                  <a:gd name="T48" fmla="*/ 5 w 19"/>
                  <a:gd name="T49" fmla="*/ 7 h 28"/>
                  <a:gd name="T50" fmla="*/ 6 w 19"/>
                  <a:gd name="T51" fmla="*/ 9 h 28"/>
                  <a:gd name="T52" fmla="*/ 11 w 19"/>
                  <a:gd name="T53" fmla="*/ 12 h 28"/>
                  <a:gd name="T54" fmla="*/ 17 w 19"/>
                  <a:gd name="T55" fmla="*/ 15 h 28"/>
                  <a:gd name="T56" fmla="*/ 19 w 19"/>
                  <a:gd name="T57" fmla="*/ 2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9" h="28">
                    <a:moveTo>
                      <a:pt x="19" y="20"/>
                    </a:moveTo>
                    <a:cubicBezTo>
                      <a:pt x="19" y="22"/>
                      <a:pt x="18" y="24"/>
                      <a:pt x="16" y="25"/>
                    </a:cubicBezTo>
                    <a:cubicBezTo>
                      <a:pt x="15" y="27"/>
                      <a:pt x="12" y="28"/>
                      <a:pt x="9" y="28"/>
                    </a:cubicBezTo>
                    <a:cubicBezTo>
                      <a:pt x="6" y="28"/>
                      <a:pt x="4" y="27"/>
                      <a:pt x="2" y="25"/>
                    </a:cubicBezTo>
                    <a:cubicBezTo>
                      <a:pt x="1" y="24"/>
                      <a:pt x="0" y="22"/>
                      <a:pt x="0" y="20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4" y="21"/>
                      <a:pt x="5" y="22"/>
                      <a:pt x="6" y="23"/>
                    </a:cubicBezTo>
                    <a:cubicBezTo>
                      <a:pt x="7" y="24"/>
                      <a:pt x="8" y="24"/>
                      <a:pt x="9" y="24"/>
                    </a:cubicBezTo>
                    <a:cubicBezTo>
                      <a:pt x="11" y="24"/>
                      <a:pt x="13" y="24"/>
                      <a:pt x="14" y="23"/>
                    </a:cubicBezTo>
                    <a:cubicBezTo>
                      <a:pt x="15" y="22"/>
                      <a:pt x="15" y="21"/>
                      <a:pt x="15" y="20"/>
                    </a:cubicBezTo>
                    <a:cubicBezTo>
                      <a:pt x="15" y="19"/>
                      <a:pt x="14" y="18"/>
                      <a:pt x="13" y="17"/>
                    </a:cubicBezTo>
                    <a:cubicBezTo>
                      <a:pt x="12" y="16"/>
                      <a:pt x="11" y="15"/>
                      <a:pt x="9" y="14"/>
                    </a:cubicBezTo>
                    <a:cubicBezTo>
                      <a:pt x="6" y="13"/>
                      <a:pt x="4" y="12"/>
                      <a:pt x="3" y="11"/>
                    </a:cubicBezTo>
                    <a:cubicBezTo>
                      <a:pt x="1" y="10"/>
                      <a:pt x="1" y="9"/>
                      <a:pt x="1" y="7"/>
                    </a:cubicBezTo>
                    <a:cubicBezTo>
                      <a:pt x="1" y="5"/>
                      <a:pt x="2" y="3"/>
                      <a:pt x="3" y="2"/>
                    </a:cubicBezTo>
                    <a:cubicBezTo>
                      <a:pt x="5" y="0"/>
                      <a:pt x="7" y="0"/>
                      <a:pt x="9" y="0"/>
                    </a:cubicBezTo>
                    <a:cubicBezTo>
                      <a:pt x="13" y="0"/>
                      <a:pt x="15" y="0"/>
                      <a:pt x="16" y="2"/>
                    </a:cubicBezTo>
                    <a:cubicBezTo>
                      <a:pt x="17" y="4"/>
                      <a:pt x="18" y="5"/>
                      <a:pt x="18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6"/>
                      <a:pt x="14" y="5"/>
                      <a:pt x="13" y="4"/>
                    </a:cubicBezTo>
                    <a:cubicBezTo>
                      <a:pt x="12" y="3"/>
                      <a:pt x="11" y="3"/>
                      <a:pt x="9" y="3"/>
                    </a:cubicBezTo>
                    <a:cubicBezTo>
                      <a:pt x="8" y="3"/>
                      <a:pt x="7" y="3"/>
                      <a:pt x="6" y="4"/>
                    </a:cubicBezTo>
                    <a:cubicBezTo>
                      <a:pt x="5" y="5"/>
                      <a:pt x="5" y="5"/>
                      <a:pt x="5" y="7"/>
                    </a:cubicBezTo>
                    <a:cubicBezTo>
                      <a:pt x="5" y="8"/>
                      <a:pt x="5" y="8"/>
                      <a:pt x="6" y="9"/>
                    </a:cubicBezTo>
                    <a:cubicBezTo>
                      <a:pt x="6" y="10"/>
                      <a:pt x="8" y="11"/>
                      <a:pt x="11" y="12"/>
                    </a:cubicBezTo>
                    <a:cubicBezTo>
                      <a:pt x="13" y="13"/>
                      <a:pt x="15" y="14"/>
                      <a:pt x="17" y="15"/>
                    </a:cubicBezTo>
                    <a:cubicBezTo>
                      <a:pt x="18" y="16"/>
                      <a:pt x="19" y="18"/>
                      <a:pt x="19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0" name="íṣḻïḑè">
                <a:extLst>
                  <a:ext uri="{FF2B5EF4-FFF2-40B4-BE49-F238E27FC236}">
                    <a16:creationId xmlns:a16="http://schemas.microsoft.com/office/drawing/2014/main" id="{E44D0FD8-BA9E-49AA-AB64-A773F84B6898}"/>
                  </a:ext>
                </a:extLst>
              </p:cNvPr>
              <p:cNvSpPr/>
              <p:nvPr/>
            </p:nvSpPr>
            <p:spPr bwMode="auto">
              <a:xfrm>
                <a:off x="5799138" y="3683001"/>
                <a:ext cx="58738" cy="88900"/>
              </a:xfrm>
              <a:custGeom>
                <a:avLst/>
                <a:gdLst>
                  <a:gd name="T0" fmla="*/ 37 w 37"/>
                  <a:gd name="T1" fmla="*/ 56 h 56"/>
                  <a:gd name="T2" fmla="*/ 29 w 37"/>
                  <a:gd name="T3" fmla="*/ 56 h 56"/>
                  <a:gd name="T4" fmla="*/ 29 w 37"/>
                  <a:gd name="T5" fmla="*/ 29 h 56"/>
                  <a:gd name="T6" fmla="*/ 8 w 37"/>
                  <a:gd name="T7" fmla="*/ 29 h 56"/>
                  <a:gd name="T8" fmla="*/ 8 w 37"/>
                  <a:gd name="T9" fmla="*/ 56 h 56"/>
                  <a:gd name="T10" fmla="*/ 0 w 37"/>
                  <a:gd name="T11" fmla="*/ 56 h 56"/>
                  <a:gd name="T12" fmla="*/ 0 w 37"/>
                  <a:gd name="T13" fmla="*/ 0 h 56"/>
                  <a:gd name="T14" fmla="*/ 8 w 37"/>
                  <a:gd name="T15" fmla="*/ 0 h 56"/>
                  <a:gd name="T16" fmla="*/ 8 w 37"/>
                  <a:gd name="T17" fmla="*/ 23 h 56"/>
                  <a:gd name="T18" fmla="*/ 29 w 37"/>
                  <a:gd name="T19" fmla="*/ 23 h 56"/>
                  <a:gd name="T20" fmla="*/ 29 w 37"/>
                  <a:gd name="T21" fmla="*/ 0 h 56"/>
                  <a:gd name="T22" fmla="*/ 37 w 37"/>
                  <a:gd name="T23" fmla="*/ 0 h 56"/>
                  <a:gd name="T24" fmla="*/ 37 w 37"/>
                  <a:gd name="T25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7" h="56">
                    <a:moveTo>
                      <a:pt x="37" y="56"/>
                    </a:moveTo>
                    <a:lnTo>
                      <a:pt x="29" y="56"/>
                    </a:lnTo>
                    <a:lnTo>
                      <a:pt x="29" y="29"/>
                    </a:lnTo>
                    <a:lnTo>
                      <a:pt x="8" y="29"/>
                    </a:lnTo>
                    <a:lnTo>
                      <a:pt x="8" y="56"/>
                    </a:lnTo>
                    <a:lnTo>
                      <a:pt x="0" y="56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8" y="23"/>
                    </a:lnTo>
                    <a:lnTo>
                      <a:pt x="29" y="23"/>
                    </a:lnTo>
                    <a:lnTo>
                      <a:pt x="29" y="0"/>
                    </a:lnTo>
                    <a:lnTo>
                      <a:pt x="37" y="0"/>
                    </a:lnTo>
                    <a:lnTo>
                      <a:pt x="37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1" name="iṧľiḍe">
                <a:extLst>
                  <a:ext uri="{FF2B5EF4-FFF2-40B4-BE49-F238E27FC236}">
                    <a16:creationId xmlns:a16="http://schemas.microsoft.com/office/drawing/2014/main" id="{49DDBFDB-335B-4325-AF48-5124B9B83624}"/>
                  </a:ext>
                </a:extLst>
              </p:cNvPr>
              <p:cNvSpPr/>
              <p:nvPr/>
            </p:nvSpPr>
            <p:spPr bwMode="auto">
              <a:xfrm>
                <a:off x="5884863" y="3683001"/>
                <a:ext cx="68263" cy="88900"/>
              </a:xfrm>
              <a:custGeom>
                <a:avLst/>
                <a:gdLst>
                  <a:gd name="T0" fmla="*/ 43 w 43"/>
                  <a:gd name="T1" fmla="*/ 56 h 56"/>
                  <a:gd name="T2" fmla="*/ 35 w 43"/>
                  <a:gd name="T3" fmla="*/ 56 h 56"/>
                  <a:gd name="T4" fmla="*/ 29 w 43"/>
                  <a:gd name="T5" fmla="*/ 40 h 56"/>
                  <a:gd name="T6" fmla="*/ 14 w 43"/>
                  <a:gd name="T7" fmla="*/ 40 h 56"/>
                  <a:gd name="T8" fmla="*/ 8 w 43"/>
                  <a:gd name="T9" fmla="*/ 56 h 56"/>
                  <a:gd name="T10" fmla="*/ 0 w 43"/>
                  <a:gd name="T11" fmla="*/ 56 h 56"/>
                  <a:gd name="T12" fmla="*/ 18 w 43"/>
                  <a:gd name="T13" fmla="*/ 0 h 56"/>
                  <a:gd name="T14" fmla="*/ 25 w 43"/>
                  <a:gd name="T15" fmla="*/ 0 h 56"/>
                  <a:gd name="T16" fmla="*/ 43 w 43"/>
                  <a:gd name="T17" fmla="*/ 56 h 56"/>
                  <a:gd name="T18" fmla="*/ 43 w 43"/>
                  <a:gd name="T19" fmla="*/ 56 h 56"/>
                  <a:gd name="T20" fmla="*/ 27 w 43"/>
                  <a:gd name="T21" fmla="*/ 33 h 56"/>
                  <a:gd name="T22" fmla="*/ 23 w 43"/>
                  <a:gd name="T23" fmla="*/ 12 h 56"/>
                  <a:gd name="T24" fmla="*/ 21 w 43"/>
                  <a:gd name="T25" fmla="*/ 12 h 56"/>
                  <a:gd name="T26" fmla="*/ 14 w 43"/>
                  <a:gd name="T27" fmla="*/ 33 h 56"/>
                  <a:gd name="T28" fmla="*/ 27 w 43"/>
                  <a:gd name="T29" fmla="*/ 33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3" h="56">
                    <a:moveTo>
                      <a:pt x="43" y="56"/>
                    </a:moveTo>
                    <a:lnTo>
                      <a:pt x="35" y="56"/>
                    </a:lnTo>
                    <a:lnTo>
                      <a:pt x="29" y="40"/>
                    </a:lnTo>
                    <a:lnTo>
                      <a:pt x="14" y="40"/>
                    </a:lnTo>
                    <a:lnTo>
                      <a:pt x="8" y="56"/>
                    </a:lnTo>
                    <a:lnTo>
                      <a:pt x="0" y="56"/>
                    </a:lnTo>
                    <a:lnTo>
                      <a:pt x="18" y="0"/>
                    </a:lnTo>
                    <a:lnTo>
                      <a:pt x="25" y="0"/>
                    </a:lnTo>
                    <a:lnTo>
                      <a:pt x="43" y="56"/>
                    </a:lnTo>
                    <a:lnTo>
                      <a:pt x="43" y="56"/>
                    </a:lnTo>
                    <a:close/>
                    <a:moveTo>
                      <a:pt x="27" y="33"/>
                    </a:moveTo>
                    <a:lnTo>
                      <a:pt x="23" y="12"/>
                    </a:lnTo>
                    <a:lnTo>
                      <a:pt x="21" y="12"/>
                    </a:lnTo>
                    <a:lnTo>
                      <a:pt x="14" y="33"/>
                    </a:lnTo>
                    <a:lnTo>
                      <a:pt x="27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ïšliḓê">
                <a:extLst>
                  <a:ext uri="{FF2B5EF4-FFF2-40B4-BE49-F238E27FC236}">
                    <a16:creationId xmlns:a16="http://schemas.microsoft.com/office/drawing/2014/main" id="{5AFF4B30-CA81-40C2-8373-09C2BF4F3143}"/>
                  </a:ext>
                </a:extLst>
              </p:cNvPr>
              <p:cNvSpPr/>
              <p:nvPr/>
            </p:nvSpPr>
            <p:spPr bwMode="auto">
              <a:xfrm>
                <a:off x="5976938" y="3683001"/>
                <a:ext cx="63500" cy="88900"/>
              </a:xfrm>
              <a:custGeom>
                <a:avLst/>
                <a:gdLst>
                  <a:gd name="T0" fmla="*/ 40 w 40"/>
                  <a:gd name="T1" fmla="*/ 56 h 56"/>
                  <a:gd name="T2" fmla="*/ 29 w 40"/>
                  <a:gd name="T3" fmla="*/ 56 h 56"/>
                  <a:gd name="T4" fmla="*/ 10 w 40"/>
                  <a:gd name="T5" fmla="*/ 14 h 56"/>
                  <a:gd name="T6" fmla="*/ 8 w 40"/>
                  <a:gd name="T7" fmla="*/ 14 h 56"/>
                  <a:gd name="T8" fmla="*/ 8 w 40"/>
                  <a:gd name="T9" fmla="*/ 56 h 56"/>
                  <a:gd name="T10" fmla="*/ 0 w 40"/>
                  <a:gd name="T11" fmla="*/ 56 h 56"/>
                  <a:gd name="T12" fmla="*/ 0 w 40"/>
                  <a:gd name="T13" fmla="*/ 0 h 56"/>
                  <a:gd name="T14" fmla="*/ 10 w 40"/>
                  <a:gd name="T15" fmla="*/ 0 h 56"/>
                  <a:gd name="T16" fmla="*/ 31 w 40"/>
                  <a:gd name="T17" fmla="*/ 42 h 56"/>
                  <a:gd name="T18" fmla="*/ 31 w 40"/>
                  <a:gd name="T19" fmla="*/ 42 h 56"/>
                  <a:gd name="T20" fmla="*/ 31 w 40"/>
                  <a:gd name="T21" fmla="*/ 0 h 56"/>
                  <a:gd name="T22" fmla="*/ 40 w 40"/>
                  <a:gd name="T23" fmla="*/ 0 h 56"/>
                  <a:gd name="T24" fmla="*/ 40 w 40"/>
                  <a:gd name="T25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0" h="56">
                    <a:moveTo>
                      <a:pt x="40" y="56"/>
                    </a:moveTo>
                    <a:lnTo>
                      <a:pt x="29" y="56"/>
                    </a:lnTo>
                    <a:lnTo>
                      <a:pt x="10" y="14"/>
                    </a:lnTo>
                    <a:lnTo>
                      <a:pt x="8" y="14"/>
                    </a:lnTo>
                    <a:lnTo>
                      <a:pt x="8" y="56"/>
                    </a:lnTo>
                    <a:lnTo>
                      <a:pt x="0" y="56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31" y="42"/>
                    </a:lnTo>
                    <a:lnTo>
                      <a:pt x="31" y="42"/>
                    </a:lnTo>
                    <a:lnTo>
                      <a:pt x="31" y="0"/>
                    </a:lnTo>
                    <a:lnTo>
                      <a:pt x="40" y="0"/>
                    </a:lnTo>
                    <a:lnTo>
                      <a:pt x="40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3" name="îṥlïďé">
                <a:extLst>
                  <a:ext uri="{FF2B5EF4-FFF2-40B4-BE49-F238E27FC236}">
                    <a16:creationId xmlns:a16="http://schemas.microsoft.com/office/drawing/2014/main" id="{D7F513DE-5227-4385-913C-FD94A6A110D4}"/>
                  </a:ext>
                </a:extLst>
              </p:cNvPr>
              <p:cNvSpPr/>
              <p:nvPr/>
            </p:nvSpPr>
            <p:spPr bwMode="auto">
              <a:xfrm>
                <a:off x="6069014" y="3682999"/>
                <a:ext cx="95855" cy="109436"/>
              </a:xfrm>
              <a:custGeom>
                <a:avLst/>
                <a:gdLst>
                  <a:gd name="T0" fmla="*/ 19 w 19"/>
                  <a:gd name="T1" fmla="*/ 14 h 27"/>
                  <a:gd name="T2" fmla="*/ 15 w 19"/>
                  <a:gd name="T3" fmla="*/ 24 h 27"/>
                  <a:gd name="T4" fmla="*/ 6 w 19"/>
                  <a:gd name="T5" fmla="*/ 27 h 27"/>
                  <a:gd name="T6" fmla="*/ 0 w 19"/>
                  <a:gd name="T7" fmla="*/ 27 h 27"/>
                  <a:gd name="T8" fmla="*/ 0 w 19"/>
                  <a:gd name="T9" fmla="*/ 0 h 27"/>
                  <a:gd name="T10" fmla="*/ 6 w 19"/>
                  <a:gd name="T11" fmla="*/ 0 h 27"/>
                  <a:gd name="T12" fmla="*/ 16 w 19"/>
                  <a:gd name="T13" fmla="*/ 3 h 27"/>
                  <a:gd name="T14" fmla="*/ 19 w 19"/>
                  <a:gd name="T15" fmla="*/ 14 h 27"/>
                  <a:gd name="T16" fmla="*/ 15 w 19"/>
                  <a:gd name="T17" fmla="*/ 14 h 27"/>
                  <a:gd name="T18" fmla="*/ 12 w 19"/>
                  <a:gd name="T19" fmla="*/ 5 h 27"/>
                  <a:gd name="T20" fmla="*/ 6 w 19"/>
                  <a:gd name="T21" fmla="*/ 3 h 27"/>
                  <a:gd name="T22" fmla="*/ 4 w 19"/>
                  <a:gd name="T23" fmla="*/ 3 h 27"/>
                  <a:gd name="T24" fmla="*/ 4 w 19"/>
                  <a:gd name="T25" fmla="*/ 24 h 27"/>
                  <a:gd name="T26" fmla="*/ 6 w 19"/>
                  <a:gd name="T27" fmla="*/ 24 h 27"/>
                  <a:gd name="T28" fmla="*/ 12 w 19"/>
                  <a:gd name="T29" fmla="*/ 22 h 27"/>
                  <a:gd name="T30" fmla="*/ 15 w 19"/>
                  <a:gd name="T3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9" h="27">
                    <a:moveTo>
                      <a:pt x="19" y="14"/>
                    </a:moveTo>
                    <a:cubicBezTo>
                      <a:pt x="19" y="19"/>
                      <a:pt x="18" y="22"/>
                      <a:pt x="15" y="24"/>
                    </a:cubicBezTo>
                    <a:cubicBezTo>
                      <a:pt x="13" y="26"/>
                      <a:pt x="10" y="27"/>
                      <a:pt x="6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10" y="0"/>
                      <a:pt x="14" y="1"/>
                      <a:pt x="16" y="3"/>
                    </a:cubicBezTo>
                    <a:cubicBezTo>
                      <a:pt x="18" y="5"/>
                      <a:pt x="19" y="9"/>
                      <a:pt x="19" y="14"/>
                    </a:cubicBezTo>
                    <a:close/>
                    <a:moveTo>
                      <a:pt x="15" y="14"/>
                    </a:moveTo>
                    <a:cubicBezTo>
                      <a:pt x="15" y="10"/>
                      <a:pt x="14" y="7"/>
                      <a:pt x="12" y="5"/>
                    </a:cubicBezTo>
                    <a:cubicBezTo>
                      <a:pt x="11" y="4"/>
                      <a:pt x="9" y="3"/>
                      <a:pt x="6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9" y="24"/>
                      <a:pt x="11" y="23"/>
                      <a:pt x="12" y="22"/>
                    </a:cubicBezTo>
                    <a:cubicBezTo>
                      <a:pt x="14" y="20"/>
                      <a:pt x="15" y="18"/>
                      <a:pt x="15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ï$ľîḋè">
                <a:extLst>
                  <a:ext uri="{FF2B5EF4-FFF2-40B4-BE49-F238E27FC236}">
                    <a16:creationId xmlns:a16="http://schemas.microsoft.com/office/drawing/2014/main" id="{2E2CDD4D-8BA3-4E03-AC3E-820CD74F1660}"/>
                  </a:ext>
                </a:extLst>
              </p:cNvPr>
              <p:cNvSpPr/>
              <p:nvPr/>
            </p:nvSpPr>
            <p:spPr bwMode="auto">
              <a:xfrm>
                <a:off x="6157913" y="3683001"/>
                <a:ext cx="66675" cy="92075"/>
              </a:xfrm>
              <a:custGeom>
                <a:avLst/>
                <a:gdLst>
                  <a:gd name="T0" fmla="*/ 20 w 20"/>
                  <a:gd name="T1" fmla="*/ 13 h 28"/>
                  <a:gd name="T2" fmla="*/ 17 w 20"/>
                  <a:gd name="T3" fmla="*/ 24 h 28"/>
                  <a:gd name="T4" fmla="*/ 10 w 20"/>
                  <a:gd name="T5" fmla="*/ 28 h 28"/>
                  <a:gd name="T6" fmla="*/ 2 w 20"/>
                  <a:gd name="T7" fmla="*/ 24 h 28"/>
                  <a:gd name="T8" fmla="*/ 0 w 20"/>
                  <a:gd name="T9" fmla="*/ 13 h 28"/>
                  <a:gd name="T10" fmla="*/ 2 w 20"/>
                  <a:gd name="T11" fmla="*/ 3 h 28"/>
                  <a:gd name="T12" fmla="*/ 10 w 20"/>
                  <a:gd name="T13" fmla="*/ 0 h 28"/>
                  <a:gd name="T14" fmla="*/ 17 w 20"/>
                  <a:gd name="T15" fmla="*/ 3 h 28"/>
                  <a:gd name="T16" fmla="*/ 20 w 20"/>
                  <a:gd name="T17" fmla="*/ 13 h 28"/>
                  <a:gd name="T18" fmla="*/ 15 w 20"/>
                  <a:gd name="T19" fmla="*/ 13 h 28"/>
                  <a:gd name="T20" fmla="*/ 14 w 20"/>
                  <a:gd name="T21" fmla="*/ 5 h 28"/>
                  <a:gd name="T22" fmla="*/ 10 w 20"/>
                  <a:gd name="T23" fmla="*/ 3 h 28"/>
                  <a:gd name="T24" fmla="*/ 6 w 20"/>
                  <a:gd name="T25" fmla="*/ 5 h 28"/>
                  <a:gd name="T26" fmla="*/ 4 w 20"/>
                  <a:gd name="T27" fmla="*/ 13 h 28"/>
                  <a:gd name="T28" fmla="*/ 6 w 20"/>
                  <a:gd name="T29" fmla="*/ 22 h 28"/>
                  <a:gd name="T30" fmla="*/ 10 w 20"/>
                  <a:gd name="T31" fmla="*/ 24 h 28"/>
                  <a:gd name="T32" fmla="*/ 14 w 20"/>
                  <a:gd name="T33" fmla="*/ 22 h 28"/>
                  <a:gd name="T34" fmla="*/ 15 w 20"/>
                  <a:gd name="T35" fmla="*/ 13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0" h="28">
                    <a:moveTo>
                      <a:pt x="20" y="13"/>
                    </a:moveTo>
                    <a:cubicBezTo>
                      <a:pt x="20" y="18"/>
                      <a:pt x="19" y="22"/>
                      <a:pt x="17" y="24"/>
                    </a:cubicBezTo>
                    <a:cubicBezTo>
                      <a:pt x="15" y="26"/>
                      <a:pt x="13" y="28"/>
                      <a:pt x="10" y="28"/>
                    </a:cubicBezTo>
                    <a:cubicBezTo>
                      <a:pt x="7" y="28"/>
                      <a:pt x="4" y="26"/>
                      <a:pt x="2" y="24"/>
                    </a:cubicBezTo>
                    <a:cubicBezTo>
                      <a:pt x="1" y="22"/>
                      <a:pt x="0" y="18"/>
                      <a:pt x="0" y="13"/>
                    </a:cubicBezTo>
                    <a:cubicBezTo>
                      <a:pt x="0" y="8"/>
                      <a:pt x="1" y="5"/>
                      <a:pt x="2" y="3"/>
                    </a:cubicBezTo>
                    <a:cubicBezTo>
                      <a:pt x="4" y="1"/>
                      <a:pt x="7" y="0"/>
                      <a:pt x="10" y="0"/>
                    </a:cubicBezTo>
                    <a:cubicBezTo>
                      <a:pt x="13" y="0"/>
                      <a:pt x="15" y="1"/>
                      <a:pt x="17" y="3"/>
                    </a:cubicBezTo>
                    <a:cubicBezTo>
                      <a:pt x="19" y="5"/>
                      <a:pt x="20" y="8"/>
                      <a:pt x="20" y="13"/>
                    </a:cubicBezTo>
                    <a:close/>
                    <a:moveTo>
                      <a:pt x="15" y="13"/>
                    </a:moveTo>
                    <a:cubicBezTo>
                      <a:pt x="15" y="9"/>
                      <a:pt x="15" y="6"/>
                      <a:pt x="14" y="5"/>
                    </a:cubicBezTo>
                    <a:cubicBezTo>
                      <a:pt x="13" y="3"/>
                      <a:pt x="11" y="3"/>
                      <a:pt x="10" y="3"/>
                    </a:cubicBezTo>
                    <a:cubicBezTo>
                      <a:pt x="8" y="3"/>
                      <a:pt x="7" y="3"/>
                      <a:pt x="6" y="5"/>
                    </a:cubicBezTo>
                    <a:cubicBezTo>
                      <a:pt x="5" y="6"/>
                      <a:pt x="4" y="9"/>
                      <a:pt x="4" y="13"/>
                    </a:cubicBezTo>
                    <a:cubicBezTo>
                      <a:pt x="4" y="18"/>
                      <a:pt x="5" y="21"/>
                      <a:pt x="6" y="22"/>
                    </a:cubicBezTo>
                    <a:cubicBezTo>
                      <a:pt x="7" y="24"/>
                      <a:pt x="8" y="24"/>
                      <a:pt x="10" y="24"/>
                    </a:cubicBezTo>
                    <a:cubicBezTo>
                      <a:pt x="11" y="24"/>
                      <a:pt x="13" y="24"/>
                      <a:pt x="14" y="22"/>
                    </a:cubicBezTo>
                    <a:cubicBezTo>
                      <a:pt x="15" y="21"/>
                      <a:pt x="15" y="18"/>
                      <a:pt x="1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išḷîďê">
                <a:extLst>
                  <a:ext uri="{FF2B5EF4-FFF2-40B4-BE49-F238E27FC236}">
                    <a16:creationId xmlns:a16="http://schemas.microsoft.com/office/drawing/2014/main" id="{8A1CCE4A-15DD-4C42-8513-D9535FDDF03C}"/>
                  </a:ext>
                </a:extLst>
              </p:cNvPr>
              <p:cNvSpPr/>
              <p:nvPr/>
            </p:nvSpPr>
            <p:spPr bwMode="auto">
              <a:xfrm>
                <a:off x="6251575" y="3683001"/>
                <a:ext cx="58738" cy="88900"/>
              </a:xfrm>
              <a:custGeom>
                <a:avLst/>
                <a:gdLst>
                  <a:gd name="T0" fmla="*/ 37 w 37"/>
                  <a:gd name="T1" fmla="*/ 56 h 56"/>
                  <a:gd name="T2" fmla="*/ 29 w 37"/>
                  <a:gd name="T3" fmla="*/ 56 h 56"/>
                  <a:gd name="T4" fmla="*/ 8 w 37"/>
                  <a:gd name="T5" fmla="*/ 14 h 56"/>
                  <a:gd name="T6" fmla="*/ 8 w 37"/>
                  <a:gd name="T7" fmla="*/ 14 h 56"/>
                  <a:gd name="T8" fmla="*/ 8 w 37"/>
                  <a:gd name="T9" fmla="*/ 56 h 56"/>
                  <a:gd name="T10" fmla="*/ 0 w 37"/>
                  <a:gd name="T11" fmla="*/ 56 h 56"/>
                  <a:gd name="T12" fmla="*/ 0 w 37"/>
                  <a:gd name="T13" fmla="*/ 0 h 56"/>
                  <a:gd name="T14" fmla="*/ 8 w 37"/>
                  <a:gd name="T15" fmla="*/ 0 h 56"/>
                  <a:gd name="T16" fmla="*/ 29 w 37"/>
                  <a:gd name="T17" fmla="*/ 42 h 56"/>
                  <a:gd name="T18" fmla="*/ 29 w 37"/>
                  <a:gd name="T19" fmla="*/ 42 h 56"/>
                  <a:gd name="T20" fmla="*/ 29 w 37"/>
                  <a:gd name="T21" fmla="*/ 0 h 56"/>
                  <a:gd name="T22" fmla="*/ 37 w 37"/>
                  <a:gd name="T23" fmla="*/ 0 h 56"/>
                  <a:gd name="T24" fmla="*/ 37 w 37"/>
                  <a:gd name="T25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7" h="56">
                    <a:moveTo>
                      <a:pt x="37" y="56"/>
                    </a:moveTo>
                    <a:lnTo>
                      <a:pt x="29" y="56"/>
                    </a:lnTo>
                    <a:lnTo>
                      <a:pt x="8" y="14"/>
                    </a:lnTo>
                    <a:lnTo>
                      <a:pt x="8" y="14"/>
                    </a:lnTo>
                    <a:lnTo>
                      <a:pt x="8" y="56"/>
                    </a:lnTo>
                    <a:lnTo>
                      <a:pt x="0" y="56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29" y="42"/>
                    </a:lnTo>
                    <a:lnTo>
                      <a:pt x="29" y="42"/>
                    </a:lnTo>
                    <a:lnTo>
                      <a:pt x="29" y="0"/>
                    </a:lnTo>
                    <a:lnTo>
                      <a:pt x="37" y="0"/>
                    </a:lnTo>
                    <a:lnTo>
                      <a:pt x="37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íŝḻîḑê">
                <a:extLst>
                  <a:ext uri="{FF2B5EF4-FFF2-40B4-BE49-F238E27FC236}">
                    <a16:creationId xmlns:a16="http://schemas.microsoft.com/office/drawing/2014/main" id="{971CEEAB-A34D-47A0-AD83-73613FE91380}"/>
                  </a:ext>
                </a:extLst>
              </p:cNvPr>
              <p:cNvSpPr/>
              <p:nvPr/>
            </p:nvSpPr>
            <p:spPr bwMode="auto">
              <a:xfrm>
                <a:off x="6340475" y="3683001"/>
                <a:ext cx="63500" cy="92075"/>
              </a:xfrm>
              <a:custGeom>
                <a:avLst/>
                <a:gdLst>
                  <a:gd name="T0" fmla="*/ 19 w 19"/>
                  <a:gd name="T1" fmla="*/ 28 h 28"/>
                  <a:gd name="T2" fmla="*/ 16 w 19"/>
                  <a:gd name="T3" fmla="*/ 28 h 28"/>
                  <a:gd name="T4" fmla="*/ 15 w 19"/>
                  <a:gd name="T5" fmla="*/ 25 h 28"/>
                  <a:gd name="T6" fmla="*/ 13 w 19"/>
                  <a:gd name="T7" fmla="*/ 27 h 28"/>
                  <a:gd name="T8" fmla="*/ 10 w 19"/>
                  <a:gd name="T9" fmla="*/ 28 h 28"/>
                  <a:gd name="T10" fmla="*/ 3 w 19"/>
                  <a:gd name="T11" fmla="*/ 24 h 28"/>
                  <a:gd name="T12" fmla="*/ 0 w 19"/>
                  <a:gd name="T13" fmla="*/ 14 h 28"/>
                  <a:gd name="T14" fmla="*/ 3 w 19"/>
                  <a:gd name="T15" fmla="*/ 3 h 28"/>
                  <a:gd name="T16" fmla="*/ 10 w 19"/>
                  <a:gd name="T17" fmla="*/ 0 h 28"/>
                  <a:gd name="T18" fmla="*/ 16 w 19"/>
                  <a:gd name="T19" fmla="*/ 2 h 28"/>
                  <a:gd name="T20" fmla="*/ 19 w 19"/>
                  <a:gd name="T21" fmla="*/ 9 h 28"/>
                  <a:gd name="T22" fmla="*/ 15 w 19"/>
                  <a:gd name="T23" fmla="*/ 9 h 28"/>
                  <a:gd name="T24" fmla="*/ 13 w 19"/>
                  <a:gd name="T25" fmla="*/ 4 h 28"/>
                  <a:gd name="T26" fmla="*/ 10 w 19"/>
                  <a:gd name="T27" fmla="*/ 3 h 28"/>
                  <a:gd name="T28" fmla="*/ 6 w 19"/>
                  <a:gd name="T29" fmla="*/ 5 h 28"/>
                  <a:gd name="T30" fmla="*/ 4 w 19"/>
                  <a:gd name="T31" fmla="*/ 14 h 28"/>
                  <a:gd name="T32" fmla="*/ 6 w 19"/>
                  <a:gd name="T33" fmla="*/ 22 h 28"/>
                  <a:gd name="T34" fmla="*/ 10 w 19"/>
                  <a:gd name="T35" fmla="*/ 24 h 28"/>
                  <a:gd name="T36" fmla="*/ 14 w 19"/>
                  <a:gd name="T37" fmla="*/ 23 h 28"/>
                  <a:gd name="T38" fmla="*/ 15 w 19"/>
                  <a:gd name="T39" fmla="*/ 18 h 28"/>
                  <a:gd name="T40" fmla="*/ 15 w 19"/>
                  <a:gd name="T41" fmla="*/ 17 h 28"/>
                  <a:gd name="T42" fmla="*/ 10 w 19"/>
                  <a:gd name="T43" fmla="*/ 17 h 28"/>
                  <a:gd name="T44" fmla="*/ 10 w 19"/>
                  <a:gd name="T45" fmla="*/ 13 h 28"/>
                  <a:gd name="T46" fmla="*/ 19 w 19"/>
                  <a:gd name="T47" fmla="*/ 13 h 28"/>
                  <a:gd name="T48" fmla="*/ 19 w 19"/>
                  <a:gd name="T49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9" h="28">
                    <a:moveTo>
                      <a:pt x="19" y="28"/>
                    </a:moveTo>
                    <a:cubicBezTo>
                      <a:pt x="16" y="28"/>
                      <a:pt x="16" y="28"/>
                      <a:pt x="16" y="28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5" y="26"/>
                      <a:pt x="14" y="26"/>
                      <a:pt x="13" y="27"/>
                    </a:cubicBezTo>
                    <a:cubicBezTo>
                      <a:pt x="12" y="27"/>
                      <a:pt x="11" y="28"/>
                      <a:pt x="10" y="28"/>
                    </a:cubicBezTo>
                    <a:cubicBezTo>
                      <a:pt x="7" y="28"/>
                      <a:pt x="5" y="26"/>
                      <a:pt x="3" y="24"/>
                    </a:cubicBezTo>
                    <a:cubicBezTo>
                      <a:pt x="1" y="22"/>
                      <a:pt x="0" y="19"/>
                      <a:pt x="0" y="14"/>
                    </a:cubicBezTo>
                    <a:cubicBezTo>
                      <a:pt x="0" y="9"/>
                      <a:pt x="1" y="6"/>
                      <a:pt x="3" y="3"/>
                    </a:cubicBezTo>
                    <a:cubicBezTo>
                      <a:pt x="4" y="1"/>
                      <a:pt x="7" y="0"/>
                      <a:pt x="10" y="0"/>
                    </a:cubicBezTo>
                    <a:cubicBezTo>
                      <a:pt x="13" y="0"/>
                      <a:pt x="15" y="1"/>
                      <a:pt x="16" y="2"/>
                    </a:cubicBezTo>
                    <a:cubicBezTo>
                      <a:pt x="18" y="4"/>
                      <a:pt x="19" y="6"/>
                      <a:pt x="19" y="9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5" y="7"/>
                      <a:pt x="14" y="5"/>
                      <a:pt x="13" y="4"/>
                    </a:cubicBezTo>
                    <a:cubicBezTo>
                      <a:pt x="13" y="3"/>
                      <a:pt x="11" y="3"/>
                      <a:pt x="10" y="3"/>
                    </a:cubicBezTo>
                    <a:cubicBezTo>
                      <a:pt x="8" y="3"/>
                      <a:pt x="7" y="4"/>
                      <a:pt x="6" y="5"/>
                    </a:cubicBezTo>
                    <a:cubicBezTo>
                      <a:pt x="5" y="7"/>
                      <a:pt x="4" y="10"/>
                      <a:pt x="4" y="14"/>
                    </a:cubicBezTo>
                    <a:cubicBezTo>
                      <a:pt x="4" y="18"/>
                      <a:pt x="5" y="21"/>
                      <a:pt x="6" y="22"/>
                    </a:cubicBezTo>
                    <a:cubicBezTo>
                      <a:pt x="7" y="24"/>
                      <a:pt x="9" y="24"/>
                      <a:pt x="10" y="24"/>
                    </a:cubicBezTo>
                    <a:cubicBezTo>
                      <a:pt x="12" y="24"/>
                      <a:pt x="13" y="24"/>
                      <a:pt x="14" y="23"/>
                    </a:cubicBezTo>
                    <a:cubicBezTo>
                      <a:pt x="15" y="22"/>
                      <a:pt x="15" y="20"/>
                      <a:pt x="15" y="18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9" y="13"/>
                      <a:pt x="19" y="13"/>
                      <a:pt x="19" y="13"/>
                    </a:cubicBezTo>
                    <a:lnTo>
                      <a:pt x="19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ïs1îḓê">
                <a:extLst>
                  <a:ext uri="{FF2B5EF4-FFF2-40B4-BE49-F238E27FC236}">
                    <a16:creationId xmlns:a16="http://schemas.microsoft.com/office/drawing/2014/main" id="{E9E026E9-AC15-4251-9F53-9B3A3D2120D2}"/>
                  </a:ext>
                </a:extLst>
              </p:cNvPr>
              <p:cNvSpPr/>
              <p:nvPr/>
            </p:nvSpPr>
            <p:spPr bwMode="auto">
              <a:xfrm>
                <a:off x="6492875" y="3683001"/>
                <a:ext cx="58738" cy="92075"/>
              </a:xfrm>
              <a:custGeom>
                <a:avLst/>
                <a:gdLst>
                  <a:gd name="T0" fmla="*/ 18 w 18"/>
                  <a:gd name="T1" fmla="*/ 19 h 28"/>
                  <a:gd name="T2" fmla="*/ 16 w 18"/>
                  <a:gd name="T3" fmla="*/ 25 h 28"/>
                  <a:gd name="T4" fmla="*/ 9 w 18"/>
                  <a:gd name="T5" fmla="*/ 28 h 28"/>
                  <a:gd name="T6" fmla="*/ 2 w 18"/>
                  <a:gd name="T7" fmla="*/ 25 h 28"/>
                  <a:gd name="T8" fmla="*/ 0 w 18"/>
                  <a:gd name="T9" fmla="*/ 19 h 28"/>
                  <a:gd name="T10" fmla="*/ 0 w 18"/>
                  <a:gd name="T11" fmla="*/ 0 h 28"/>
                  <a:gd name="T12" fmla="*/ 4 w 18"/>
                  <a:gd name="T13" fmla="*/ 0 h 28"/>
                  <a:gd name="T14" fmla="*/ 4 w 18"/>
                  <a:gd name="T15" fmla="*/ 19 h 28"/>
                  <a:gd name="T16" fmla="*/ 5 w 18"/>
                  <a:gd name="T17" fmla="*/ 23 h 28"/>
                  <a:gd name="T18" fmla="*/ 9 w 18"/>
                  <a:gd name="T19" fmla="*/ 24 h 28"/>
                  <a:gd name="T20" fmla="*/ 13 w 18"/>
                  <a:gd name="T21" fmla="*/ 23 h 28"/>
                  <a:gd name="T22" fmla="*/ 14 w 18"/>
                  <a:gd name="T23" fmla="*/ 19 h 28"/>
                  <a:gd name="T24" fmla="*/ 14 w 18"/>
                  <a:gd name="T25" fmla="*/ 0 h 28"/>
                  <a:gd name="T26" fmla="*/ 18 w 18"/>
                  <a:gd name="T27" fmla="*/ 0 h 28"/>
                  <a:gd name="T28" fmla="*/ 18 w 18"/>
                  <a:gd name="T29" fmla="*/ 19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8" h="28">
                    <a:moveTo>
                      <a:pt x="18" y="19"/>
                    </a:moveTo>
                    <a:cubicBezTo>
                      <a:pt x="18" y="22"/>
                      <a:pt x="18" y="24"/>
                      <a:pt x="16" y="25"/>
                    </a:cubicBezTo>
                    <a:cubicBezTo>
                      <a:pt x="15" y="27"/>
                      <a:pt x="12" y="28"/>
                      <a:pt x="9" y="28"/>
                    </a:cubicBezTo>
                    <a:cubicBezTo>
                      <a:pt x="6" y="28"/>
                      <a:pt x="4" y="27"/>
                      <a:pt x="2" y="25"/>
                    </a:cubicBezTo>
                    <a:cubicBezTo>
                      <a:pt x="1" y="24"/>
                      <a:pt x="0" y="22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21"/>
                      <a:pt x="5" y="22"/>
                      <a:pt x="5" y="23"/>
                    </a:cubicBezTo>
                    <a:cubicBezTo>
                      <a:pt x="6" y="24"/>
                      <a:pt x="8" y="24"/>
                      <a:pt x="9" y="24"/>
                    </a:cubicBezTo>
                    <a:cubicBezTo>
                      <a:pt x="11" y="24"/>
                      <a:pt x="12" y="24"/>
                      <a:pt x="13" y="23"/>
                    </a:cubicBezTo>
                    <a:cubicBezTo>
                      <a:pt x="14" y="22"/>
                      <a:pt x="14" y="21"/>
                      <a:pt x="14" y="19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8" y="0"/>
                      <a:pt x="18" y="0"/>
                      <a:pt x="18" y="0"/>
                    </a:cubicBezTo>
                    <a:lnTo>
                      <a:pt x="18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îṩḷídè">
                <a:extLst>
                  <a:ext uri="{FF2B5EF4-FFF2-40B4-BE49-F238E27FC236}">
                    <a16:creationId xmlns:a16="http://schemas.microsoft.com/office/drawing/2014/main" id="{8D719820-5EE2-44CB-ADE7-FBF794D06C97}"/>
                  </a:ext>
                </a:extLst>
              </p:cNvPr>
              <p:cNvSpPr/>
              <p:nvPr/>
            </p:nvSpPr>
            <p:spPr bwMode="auto">
              <a:xfrm>
                <a:off x="6697663" y="3683001"/>
                <a:ext cx="12700" cy="889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0" name="ïśľiďé">
                <a:extLst>
                  <a:ext uri="{FF2B5EF4-FFF2-40B4-BE49-F238E27FC236}">
                    <a16:creationId xmlns:a16="http://schemas.microsoft.com/office/drawing/2014/main" id="{F1A537BC-8CE6-4592-B04D-5C3F51F74AAA}"/>
                  </a:ext>
                </a:extLst>
              </p:cNvPr>
              <p:cNvSpPr/>
              <p:nvPr/>
            </p:nvSpPr>
            <p:spPr bwMode="auto">
              <a:xfrm>
                <a:off x="6759575" y="3683001"/>
                <a:ext cx="69850" cy="92075"/>
              </a:xfrm>
              <a:custGeom>
                <a:avLst/>
                <a:gdLst>
                  <a:gd name="T0" fmla="*/ 44 w 44"/>
                  <a:gd name="T1" fmla="*/ 0 h 58"/>
                  <a:gd name="T2" fmla="*/ 25 w 44"/>
                  <a:gd name="T3" fmla="*/ 58 h 58"/>
                  <a:gd name="T4" fmla="*/ 19 w 44"/>
                  <a:gd name="T5" fmla="*/ 58 h 58"/>
                  <a:gd name="T6" fmla="*/ 0 w 44"/>
                  <a:gd name="T7" fmla="*/ 0 h 58"/>
                  <a:gd name="T8" fmla="*/ 9 w 44"/>
                  <a:gd name="T9" fmla="*/ 0 h 58"/>
                  <a:gd name="T10" fmla="*/ 21 w 44"/>
                  <a:gd name="T11" fmla="*/ 44 h 58"/>
                  <a:gd name="T12" fmla="*/ 21 w 44"/>
                  <a:gd name="T13" fmla="*/ 44 h 58"/>
                  <a:gd name="T14" fmla="*/ 36 w 44"/>
                  <a:gd name="T15" fmla="*/ 0 h 58"/>
                  <a:gd name="T16" fmla="*/ 44 w 44"/>
                  <a:gd name="T17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4" h="58">
                    <a:moveTo>
                      <a:pt x="44" y="0"/>
                    </a:moveTo>
                    <a:lnTo>
                      <a:pt x="25" y="58"/>
                    </a:lnTo>
                    <a:lnTo>
                      <a:pt x="19" y="58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21" y="44"/>
                    </a:lnTo>
                    <a:lnTo>
                      <a:pt x="21" y="44"/>
                    </a:lnTo>
                    <a:lnTo>
                      <a:pt x="36" y="0"/>
                    </a:lnTo>
                    <a:lnTo>
                      <a:pt x="4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í$ḻíďe">
                <a:extLst>
                  <a:ext uri="{FF2B5EF4-FFF2-40B4-BE49-F238E27FC236}">
                    <a16:creationId xmlns:a16="http://schemas.microsoft.com/office/drawing/2014/main" id="{1F055E10-2CFA-402D-B4BE-6C484B6F726F}"/>
                  </a:ext>
                </a:extLst>
              </p:cNvPr>
              <p:cNvSpPr/>
              <p:nvPr/>
            </p:nvSpPr>
            <p:spPr bwMode="auto">
              <a:xfrm>
                <a:off x="6856413" y="3683001"/>
                <a:ext cx="58738" cy="88900"/>
              </a:xfrm>
              <a:custGeom>
                <a:avLst/>
                <a:gdLst>
                  <a:gd name="T0" fmla="*/ 37 w 37"/>
                  <a:gd name="T1" fmla="*/ 56 h 56"/>
                  <a:gd name="T2" fmla="*/ 0 w 37"/>
                  <a:gd name="T3" fmla="*/ 56 h 56"/>
                  <a:gd name="T4" fmla="*/ 0 w 37"/>
                  <a:gd name="T5" fmla="*/ 0 h 56"/>
                  <a:gd name="T6" fmla="*/ 35 w 37"/>
                  <a:gd name="T7" fmla="*/ 0 h 56"/>
                  <a:gd name="T8" fmla="*/ 35 w 37"/>
                  <a:gd name="T9" fmla="*/ 6 h 56"/>
                  <a:gd name="T10" fmla="*/ 8 w 37"/>
                  <a:gd name="T11" fmla="*/ 6 h 56"/>
                  <a:gd name="T12" fmla="*/ 8 w 37"/>
                  <a:gd name="T13" fmla="*/ 23 h 56"/>
                  <a:gd name="T14" fmla="*/ 33 w 37"/>
                  <a:gd name="T15" fmla="*/ 23 h 56"/>
                  <a:gd name="T16" fmla="*/ 33 w 37"/>
                  <a:gd name="T17" fmla="*/ 29 h 56"/>
                  <a:gd name="T18" fmla="*/ 8 w 37"/>
                  <a:gd name="T19" fmla="*/ 29 h 56"/>
                  <a:gd name="T20" fmla="*/ 8 w 37"/>
                  <a:gd name="T21" fmla="*/ 50 h 56"/>
                  <a:gd name="T22" fmla="*/ 37 w 37"/>
                  <a:gd name="T23" fmla="*/ 50 h 56"/>
                  <a:gd name="T24" fmla="*/ 37 w 37"/>
                  <a:gd name="T25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7" h="56">
                    <a:moveTo>
                      <a:pt x="37" y="56"/>
                    </a:moveTo>
                    <a:lnTo>
                      <a:pt x="0" y="56"/>
                    </a:lnTo>
                    <a:lnTo>
                      <a:pt x="0" y="0"/>
                    </a:lnTo>
                    <a:lnTo>
                      <a:pt x="35" y="0"/>
                    </a:lnTo>
                    <a:lnTo>
                      <a:pt x="35" y="6"/>
                    </a:lnTo>
                    <a:lnTo>
                      <a:pt x="8" y="6"/>
                    </a:lnTo>
                    <a:lnTo>
                      <a:pt x="8" y="23"/>
                    </a:lnTo>
                    <a:lnTo>
                      <a:pt x="33" y="23"/>
                    </a:lnTo>
                    <a:lnTo>
                      <a:pt x="33" y="29"/>
                    </a:lnTo>
                    <a:lnTo>
                      <a:pt x="8" y="29"/>
                    </a:lnTo>
                    <a:lnTo>
                      <a:pt x="8" y="50"/>
                    </a:lnTo>
                    <a:lnTo>
                      <a:pt x="37" y="50"/>
                    </a:lnTo>
                    <a:lnTo>
                      <a:pt x="37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ïs1ídê">
                <a:extLst>
                  <a:ext uri="{FF2B5EF4-FFF2-40B4-BE49-F238E27FC236}">
                    <a16:creationId xmlns:a16="http://schemas.microsoft.com/office/drawing/2014/main" id="{C087F13B-04DA-4831-9592-B08E3C555064}"/>
                  </a:ext>
                </a:extLst>
              </p:cNvPr>
              <p:cNvSpPr/>
              <p:nvPr/>
            </p:nvSpPr>
            <p:spPr bwMode="auto">
              <a:xfrm>
                <a:off x="6945313" y="3683001"/>
                <a:ext cx="63500" cy="88900"/>
              </a:xfrm>
              <a:custGeom>
                <a:avLst/>
                <a:gdLst>
                  <a:gd name="T0" fmla="*/ 19 w 19"/>
                  <a:gd name="T1" fmla="*/ 27 h 27"/>
                  <a:gd name="T2" fmla="*/ 15 w 19"/>
                  <a:gd name="T3" fmla="*/ 27 h 27"/>
                  <a:gd name="T4" fmla="*/ 9 w 19"/>
                  <a:gd name="T5" fmla="*/ 15 h 27"/>
                  <a:gd name="T6" fmla="*/ 4 w 19"/>
                  <a:gd name="T7" fmla="*/ 15 h 27"/>
                  <a:gd name="T8" fmla="*/ 4 w 19"/>
                  <a:gd name="T9" fmla="*/ 27 h 27"/>
                  <a:gd name="T10" fmla="*/ 0 w 19"/>
                  <a:gd name="T11" fmla="*/ 27 h 27"/>
                  <a:gd name="T12" fmla="*/ 0 w 19"/>
                  <a:gd name="T13" fmla="*/ 0 h 27"/>
                  <a:gd name="T14" fmla="*/ 9 w 19"/>
                  <a:gd name="T15" fmla="*/ 0 h 27"/>
                  <a:gd name="T16" fmla="*/ 16 w 19"/>
                  <a:gd name="T17" fmla="*/ 2 h 27"/>
                  <a:gd name="T18" fmla="*/ 19 w 19"/>
                  <a:gd name="T19" fmla="*/ 8 h 27"/>
                  <a:gd name="T20" fmla="*/ 17 w 19"/>
                  <a:gd name="T21" fmla="*/ 13 h 27"/>
                  <a:gd name="T22" fmla="*/ 13 w 19"/>
                  <a:gd name="T23" fmla="*/ 15 h 27"/>
                  <a:gd name="T24" fmla="*/ 19 w 19"/>
                  <a:gd name="T25" fmla="*/ 27 h 27"/>
                  <a:gd name="T26" fmla="*/ 14 w 19"/>
                  <a:gd name="T27" fmla="*/ 8 h 27"/>
                  <a:gd name="T28" fmla="*/ 13 w 19"/>
                  <a:gd name="T29" fmla="*/ 4 h 27"/>
                  <a:gd name="T30" fmla="*/ 8 w 19"/>
                  <a:gd name="T31" fmla="*/ 3 h 27"/>
                  <a:gd name="T32" fmla="*/ 4 w 19"/>
                  <a:gd name="T33" fmla="*/ 3 h 27"/>
                  <a:gd name="T34" fmla="*/ 4 w 19"/>
                  <a:gd name="T35" fmla="*/ 12 h 27"/>
                  <a:gd name="T36" fmla="*/ 9 w 19"/>
                  <a:gd name="T37" fmla="*/ 12 h 27"/>
                  <a:gd name="T38" fmla="*/ 13 w 19"/>
                  <a:gd name="T39" fmla="*/ 11 h 27"/>
                  <a:gd name="T40" fmla="*/ 14 w 19"/>
                  <a:gd name="T41" fmla="*/ 8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9" h="27">
                    <a:moveTo>
                      <a:pt x="19" y="27"/>
                    </a:moveTo>
                    <a:cubicBezTo>
                      <a:pt x="15" y="27"/>
                      <a:pt x="15" y="27"/>
                      <a:pt x="15" y="27"/>
                    </a:cubicBezTo>
                    <a:cubicBezTo>
                      <a:pt x="9" y="15"/>
                      <a:pt x="9" y="15"/>
                      <a:pt x="9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12" y="0"/>
                      <a:pt x="14" y="1"/>
                      <a:pt x="16" y="2"/>
                    </a:cubicBezTo>
                    <a:cubicBezTo>
                      <a:pt x="18" y="3"/>
                      <a:pt x="19" y="5"/>
                      <a:pt x="19" y="8"/>
                    </a:cubicBezTo>
                    <a:cubicBezTo>
                      <a:pt x="19" y="10"/>
                      <a:pt x="18" y="12"/>
                      <a:pt x="17" y="13"/>
                    </a:cubicBezTo>
                    <a:cubicBezTo>
                      <a:pt x="16" y="14"/>
                      <a:pt x="14" y="15"/>
                      <a:pt x="13" y="15"/>
                    </a:cubicBezTo>
                    <a:cubicBezTo>
                      <a:pt x="19" y="27"/>
                      <a:pt x="19" y="27"/>
                      <a:pt x="19" y="27"/>
                    </a:cubicBezTo>
                    <a:close/>
                    <a:moveTo>
                      <a:pt x="14" y="8"/>
                    </a:moveTo>
                    <a:cubicBezTo>
                      <a:pt x="14" y="6"/>
                      <a:pt x="14" y="5"/>
                      <a:pt x="13" y="4"/>
                    </a:cubicBezTo>
                    <a:cubicBezTo>
                      <a:pt x="12" y="3"/>
                      <a:pt x="10" y="3"/>
                      <a:pt x="8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11" y="12"/>
                      <a:pt x="12" y="12"/>
                      <a:pt x="13" y="11"/>
                    </a:cubicBezTo>
                    <a:cubicBezTo>
                      <a:pt x="14" y="11"/>
                      <a:pt x="14" y="9"/>
                      <a:pt x="14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í$ļíḋê">
                <a:extLst>
                  <a:ext uri="{FF2B5EF4-FFF2-40B4-BE49-F238E27FC236}">
                    <a16:creationId xmlns:a16="http://schemas.microsoft.com/office/drawing/2014/main" id="{898E2424-A94E-4BE8-B296-4E14EF6AAAEF}"/>
                  </a:ext>
                </a:extLst>
              </p:cNvPr>
              <p:cNvSpPr/>
              <p:nvPr/>
            </p:nvSpPr>
            <p:spPr bwMode="auto">
              <a:xfrm>
                <a:off x="7034213" y="3683001"/>
                <a:ext cx="63500" cy="92075"/>
              </a:xfrm>
              <a:custGeom>
                <a:avLst/>
                <a:gdLst>
                  <a:gd name="T0" fmla="*/ 19 w 19"/>
                  <a:gd name="T1" fmla="*/ 20 h 28"/>
                  <a:gd name="T2" fmla="*/ 17 w 19"/>
                  <a:gd name="T3" fmla="*/ 25 h 28"/>
                  <a:gd name="T4" fmla="*/ 10 w 19"/>
                  <a:gd name="T5" fmla="*/ 28 h 28"/>
                  <a:gd name="T6" fmla="*/ 3 w 19"/>
                  <a:gd name="T7" fmla="*/ 25 h 28"/>
                  <a:gd name="T8" fmla="*/ 0 w 19"/>
                  <a:gd name="T9" fmla="*/ 20 h 28"/>
                  <a:gd name="T10" fmla="*/ 0 w 19"/>
                  <a:gd name="T11" fmla="*/ 19 h 28"/>
                  <a:gd name="T12" fmla="*/ 4 w 19"/>
                  <a:gd name="T13" fmla="*/ 19 h 28"/>
                  <a:gd name="T14" fmla="*/ 4 w 19"/>
                  <a:gd name="T15" fmla="*/ 20 h 28"/>
                  <a:gd name="T16" fmla="*/ 6 w 19"/>
                  <a:gd name="T17" fmla="*/ 23 h 28"/>
                  <a:gd name="T18" fmla="*/ 10 w 19"/>
                  <a:gd name="T19" fmla="*/ 24 h 28"/>
                  <a:gd name="T20" fmla="*/ 14 w 19"/>
                  <a:gd name="T21" fmla="*/ 23 h 28"/>
                  <a:gd name="T22" fmla="*/ 15 w 19"/>
                  <a:gd name="T23" fmla="*/ 20 h 28"/>
                  <a:gd name="T24" fmla="*/ 13 w 19"/>
                  <a:gd name="T25" fmla="*/ 17 h 28"/>
                  <a:gd name="T26" fmla="*/ 9 w 19"/>
                  <a:gd name="T27" fmla="*/ 14 h 28"/>
                  <a:gd name="T28" fmla="*/ 3 w 19"/>
                  <a:gd name="T29" fmla="*/ 11 h 28"/>
                  <a:gd name="T30" fmla="*/ 1 w 19"/>
                  <a:gd name="T31" fmla="*/ 7 h 28"/>
                  <a:gd name="T32" fmla="*/ 3 w 19"/>
                  <a:gd name="T33" fmla="*/ 2 h 28"/>
                  <a:gd name="T34" fmla="*/ 10 w 19"/>
                  <a:gd name="T35" fmla="*/ 0 h 28"/>
                  <a:gd name="T36" fmla="*/ 16 w 19"/>
                  <a:gd name="T37" fmla="*/ 2 h 28"/>
                  <a:gd name="T38" fmla="*/ 18 w 19"/>
                  <a:gd name="T39" fmla="*/ 7 h 28"/>
                  <a:gd name="T40" fmla="*/ 14 w 19"/>
                  <a:gd name="T41" fmla="*/ 7 h 28"/>
                  <a:gd name="T42" fmla="*/ 13 w 19"/>
                  <a:gd name="T43" fmla="*/ 4 h 28"/>
                  <a:gd name="T44" fmla="*/ 10 w 19"/>
                  <a:gd name="T45" fmla="*/ 3 h 28"/>
                  <a:gd name="T46" fmla="*/ 6 w 19"/>
                  <a:gd name="T47" fmla="*/ 4 h 28"/>
                  <a:gd name="T48" fmla="*/ 5 w 19"/>
                  <a:gd name="T49" fmla="*/ 7 h 28"/>
                  <a:gd name="T50" fmla="*/ 6 w 19"/>
                  <a:gd name="T51" fmla="*/ 9 h 28"/>
                  <a:gd name="T52" fmla="*/ 11 w 19"/>
                  <a:gd name="T53" fmla="*/ 12 h 28"/>
                  <a:gd name="T54" fmla="*/ 17 w 19"/>
                  <a:gd name="T55" fmla="*/ 15 h 28"/>
                  <a:gd name="T56" fmla="*/ 19 w 19"/>
                  <a:gd name="T57" fmla="*/ 2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9" h="28">
                    <a:moveTo>
                      <a:pt x="19" y="20"/>
                    </a:moveTo>
                    <a:cubicBezTo>
                      <a:pt x="19" y="22"/>
                      <a:pt x="18" y="24"/>
                      <a:pt x="17" y="25"/>
                    </a:cubicBezTo>
                    <a:cubicBezTo>
                      <a:pt x="15" y="27"/>
                      <a:pt x="13" y="28"/>
                      <a:pt x="10" y="28"/>
                    </a:cubicBezTo>
                    <a:cubicBezTo>
                      <a:pt x="7" y="28"/>
                      <a:pt x="4" y="27"/>
                      <a:pt x="3" y="25"/>
                    </a:cubicBezTo>
                    <a:cubicBezTo>
                      <a:pt x="1" y="24"/>
                      <a:pt x="0" y="22"/>
                      <a:pt x="0" y="20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4" y="21"/>
                      <a:pt x="5" y="22"/>
                      <a:pt x="6" y="23"/>
                    </a:cubicBezTo>
                    <a:cubicBezTo>
                      <a:pt x="7" y="24"/>
                      <a:pt x="8" y="24"/>
                      <a:pt x="10" y="24"/>
                    </a:cubicBezTo>
                    <a:cubicBezTo>
                      <a:pt x="11" y="24"/>
                      <a:pt x="13" y="24"/>
                      <a:pt x="14" y="23"/>
                    </a:cubicBezTo>
                    <a:cubicBezTo>
                      <a:pt x="15" y="22"/>
                      <a:pt x="15" y="21"/>
                      <a:pt x="15" y="20"/>
                    </a:cubicBezTo>
                    <a:cubicBezTo>
                      <a:pt x="15" y="19"/>
                      <a:pt x="15" y="18"/>
                      <a:pt x="13" y="17"/>
                    </a:cubicBezTo>
                    <a:cubicBezTo>
                      <a:pt x="12" y="16"/>
                      <a:pt x="11" y="15"/>
                      <a:pt x="9" y="14"/>
                    </a:cubicBezTo>
                    <a:cubicBezTo>
                      <a:pt x="6" y="13"/>
                      <a:pt x="4" y="12"/>
                      <a:pt x="3" y="11"/>
                    </a:cubicBezTo>
                    <a:cubicBezTo>
                      <a:pt x="1" y="10"/>
                      <a:pt x="1" y="9"/>
                      <a:pt x="1" y="7"/>
                    </a:cubicBezTo>
                    <a:cubicBezTo>
                      <a:pt x="1" y="5"/>
                      <a:pt x="2" y="3"/>
                      <a:pt x="3" y="2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3" y="0"/>
                      <a:pt x="15" y="0"/>
                      <a:pt x="16" y="2"/>
                    </a:cubicBezTo>
                    <a:cubicBezTo>
                      <a:pt x="18" y="4"/>
                      <a:pt x="18" y="5"/>
                      <a:pt x="18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6"/>
                      <a:pt x="14" y="5"/>
                      <a:pt x="13" y="4"/>
                    </a:cubicBezTo>
                    <a:cubicBezTo>
                      <a:pt x="12" y="3"/>
                      <a:pt x="11" y="3"/>
                      <a:pt x="10" y="3"/>
                    </a:cubicBezTo>
                    <a:cubicBezTo>
                      <a:pt x="8" y="3"/>
                      <a:pt x="7" y="3"/>
                      <a:pt x="6" y="4"/>
                    </a:cubicBezTo>
                    <a:cubicBezTo>
                      <a:pt x="5" y="5"/>
                      <a:pt x="5" y="5"/>
                      <a:pt x="5" y="7"/>
                    </a:cubicBezTo>
                    <a:cubicBezTo>
                      <a:pt x="5" y="8"/>
                      <a:pt x="5" y="8"/>
                      <a:pt x="6" y="9"/>
                    </a:cubicBezTo>
                    <a:cubicBezTo>
                      <a:pt x="7" y="10"/>
                      <a:pt x="8" y="11"/>
                      <a:pt x="11" y="12"/>
                    </a:cubicBezTo>
                    <a:cubicBezTo>
                      <a:pt x="14" y="13"/>
                      <a:pt x="16" y="14"/>
                      <a:pt x="17" y="15"/>
                    </a:cubicBezTo>
                    <a:cubicBezTo>
                      <a:pt x="18" y="16"/>
                      <a:pt x="19" y="18"/>
                      <a:pt x="19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îśľídè">
                <a:extLst>
                  <a:ext uri="{FF2B5EF4-FFF2-40B4-BE49-F238E27FC236}">
                    <a16:creationId xmlns:a16="http://schemas.microsoft.com/office/drawing/2014/main" id="{31B755ED-55A4-45AC-9B0C-70B67F6A3BDD}"/>
                  </a:ext>
                </a:extLst>
              </p:cNvPr>
              <p:cNvSpPr/>
              <p:nvPr/>
            </p:nvSpPr>
            <p:spPr bwMode="auto">
              <a:xfrm>
                <a:off x="7150100" y="3683001"/>
                <a:ext cx="12700" cy="889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işḷîḑe">
                <a:extLst>
                  <a:ext uri="{FF2B5EF4-FFF2-40B4-BE49-F238E27FC236}">
                    <a16:creationId xmlns:a16="http://schemas.microsoft.com/office/drawing/2014/main" id="{3DCBB421-CBF5-4685-84E4-AEBDF3B265CC}"/>
                  </a:ext>
                </a:extLst>
              </p:cNvPr>
              <p:cNvSpPr/>
              <p:nvPr/>
            </p:nvSpPr>
            <p:spPr bwMode="auto">
              <a:xfrm>
                <a:off x="7216775" y="3683001"/>
                <a:ext cx="61913" cy="88900"/>
              </a:xfrm>
              <a:custGeom>
                <a:avLst/>
                <a:gdLst>
                  <a:gd name="T0" fmla="*/ 39 w 39"/>
                  <a:gd name="T1" fmla="*/ 6 h 56"/>
                  <a:gd name="T2" fmla="*/ 25 w 39"/>
                  <a:gd name="T3" fmla="*/ 6 h 56"/>
                  <a:gd name="T4" fmla="*/ 25 w 39"/>
                  <a:gd name="T5" fmla="*/ 56 h 56"/>
                  <a:gd name="T6" fmla="*/ 14 w 39"/>
                  <a:gd name="T7" fmla="*/ 56 h 56"/>
                  <a:gd name="T8" fmla="*/ 14 w 39"/>
                  <a:gd name="T9" fmla="*/ 6 h 56"/>
                  <a:gd name="T10" fmla="*/ 0 w 39"/>
                  <a:gd name="T11" fmla="*/ 6 h 56"/>
                  <a:gd name="T12" fmla="*/ 0 w 39"/>
                  <a:gd name="T13" fmla="*/ 0 h 56"/>
                  <a:gd name="T14" fmla="*/ 39 w 39"/>
                  <a:gd name="T15" fmla="*/ 0 h 56"/>
                  <a:gd name="T16" fmla="*/ 39 w 39"/>
                  <a:gd name="T17" fmla="*/ 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9" h="56">
                    <a:moveTo>
                      <a:pt x="39" y="6"/>
                    </a:moveTo>
                    <a:lnTo>
                      <a:pt x="25" y="6"/>
                    </a:lnTo>
                    <a:lnTo>
                      <a:pt x="25" y="56"/>
                    </a:lnTo>
                    <a:lnTo>
                      <a:pt x="14" y="56"/>
                    </a:lnTo>
                    <a:lnTo>
                      <a:pt x="14" y="6"/>
                    </a:lnTo>
                    <a:lnTo>
                      <a:pt x="0" y="6"/>
                    </a:lnTo>
                    <a:lnTo>
                      <a:pt x="0" y="0"/>
                    </a:lnTo>
                    <a:lnTo>
                      <a:pt x="39" y="0"/>
                    </a:lnTo>
                    <a:lnTo>
                      <a:pt x="39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íṧlîḍé">
                <a:extLst>
                  <a:ext uri="{FF2B5EF4-FFF2-40B4-BE49-F238E27FC236}">
                    <a16:creationId xmlns:a16="http://schemas.microsoft.com/office/drawing/2014/main" id="{63B6AFD3-88CC-4304-B96B-B18132DD2423}"/>
                  </a:ext>
                </a:extLst>
              </p:cNvPr>
              <p:cNvSpPr/>
              <p:nvPr/>
            </p:nvSpPr>
            <p:spPr bwMode="auto">
              <a:xfrm>
                <a:off x="7302500" y="3683001"/>
                <a:ext cx="69850" cy="88900"/>
              </a:xfrm>
              <a:custGeom>
                <a:avLst/>
                <a:gdLst>
                  <a:gd name="T0" fmla="*/ 44 w 44"/>
                  <a:gd name="T1" fmla="*/ 0 h 56"/>
                  <a:gd name="T2" fmla="*/ 27 w 44"/>
                  <a:gd name="T3" fmla="*/ 31 h 56"/>
                  <a:gd name="T4" fmla="*/ 27 w 44"/>
                  <a:gd name="T5" fmla="*/ 56 h 56"/>
                  <a:gd name="T6" fmla="*/ 19 w 44"/>
                  <a:gd name="T7" fmla="*/ 56 h 56"/>
                  <a:gd name="T8" fmla="*/ 19 w 44"/>
                  <a:gd name="T9" fmla="*/ 31 h 56"/>
                  <a:gd name="T10" fmla="*/ 0 w 44"/>
                  <a:gd name="T11" fmla="*/ 0 h 56"/>
                  <a:gd name="T12" fmla="*/ 10 w 44"/>
                  <a:gd name="T13" fmla="*/ 0 h 56"/>
                  <a:gd name="T14" fmla="*/ 23 w 44"/>
                  <a:gd name="T15" fmla="*/ 25 h 56"/>
                  <a:gd name="T16" fmla="*/ 23 w 44"/>
                  <a:gd name="T17" fmla="*/ 25 h 56"/>
                  <a:gd name="T18" fmla="*/ 35 w 44"/>
                  <a:gd name="T19" fmla="*/ 0 h 56"/>
                  <a:gd name="T20" fmla="*/ 44 w 44"/>
                  <a:gd name="T21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4" h="56">
                    <a:moveTo>
                      <a:pt x="44" y="0"/>
                    </a:moveTo>
                    <a:lnTo>
                      <a:pt x="27" y="31"/>
                    </a:lnTo>
                    <a:lnTo>
                      <a:pt x="27" y="56"/>
                    </a:lnTo>
                    <a:lnTo>
                      <a:pt x="19" y="56"/>
                    </a:lnTo>
                    <a:lnTo>
                      <a:pt x="19" y="31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23" y="25"/>
                    </a:lnTo>
                    <a:lnTo>
                      <a:pt x="23" y="25"/>
                    </a:lnTo>
                    <a:lnTo>
                      <a:pt x="35" y="0"/>
                    </a:lnTo>
                    <a:lnTo>
                      <a:pt x="4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79" name="椭圆 78">
            <a:extLst>
              <a:ext uri="{FF2B5EF4-FFF2-40B4-BE49-F238E27FC236}">
                <a16:creationId xmlns:a16="http://schemas.microsoft.com/office/drawing/2014/main" id="{17A0839A-F82F-4AF3-BE0C-B059F11A609F}"/>
              </a:ext>
            </a:extLst>
          </p:cNvPr>
          <p:cNvSpPr/>
          <p:nvPr/>
        </p:nvSpPr>
        <p:spPr>
          <a:xfrm>
            <a:off x="1977651" y="4001128"/>
            <a:ext cx="915754" cy="927974"/>
          </a:xfrm>
          <a:prstGeom prst="ellipse">
            <a:avLst/>
          </a:prstGeom>
          <a:solidFill>
            <a:srgbClr val="F04049"/>
          </a:solidFill>
          <a:ln>
            <a:noFill/>
          </a:ln>
          <a:effectLst>
            <a:outerShdw blurRad="101600" dist="38100" dir="5400000" algn="t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zh-CN" sz="5400" b="1" dirty="0">
                <a:solidFill>
                  <a:schemeClr val="bg1"/>
                </a:solidFill>
                <a:effectLst>
                  <a:innerShdw blurRad="127000">
                    <a:schemeClr val="bg1">
                      <a:lumMod val="50000"/>
                      <a:alpha val="85000"/>
                    </a:schemeClr>
                  </a:innerShdw>
                </a:effectLst>
                <a:cs typeface="+mn-ea"/>
                <a:sym typeface="+mn-lt"/>
              </a:rPr>
              <a:t>3</a:t>
            </a:r>
            <a:endParaRPr lang="zh-CN" altLang="en-US" sz="5400" b="1" dirty="0">
              <a:solidFill>
                <a:schemeClr val="bg1"/>
              </a:solidFill>
              <a:effectLst>
                <a:innerShdw blurRad="127000">
                  <a:schemeClr val="bg1">
                    <a:lumMod val="50000"/>
                    <a:alpha val="85000"/>
                  </a:schemeClr>
                </a:innerShdw>
              </a:effectLst>
              <a:cs typeface="+mn-ea"/>
              <a:sym typeface="+mn-lt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AD6D6B3-BCF0-4E7E-9E0F-696945C0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1406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AAB6BC10-45DD-4477-83AF-883480AFB742}"/>
              </a:ext>
            </a:extLst>
          </p:cNvPr>
          <p:cNvGrpSpPr/>
          <p:nvPr/>
        </p:nvGrpSpPr>
        <p:grpSpPr>
          <a:xfrm>
            <a:off x="182880" y="406420"/>
            <a:ext cx="7410450" cy="523220"/>
            <a:chOff x="190500" y="383560"/>
            <a:chExt cx="7410450" cy="523220"/>
          </a:xfrm>
        </p:grpSpPr>
        <p:sp>
          <p:nvSpPr>
            <p:cNvPr id="36" name="平行四边形 35">
              <a:extLst>
                <a:ext uri="{FF2B5EF4-FFF2-40B4-BE49-F238E27FC236}">
                  <a16:creationId xmlns:a16="http://schemas.microsoft.com/office/drawing/2014/main" id="{F40A7694-6484-44E1-99C7-EDE95D900592}"/>
                </a:ext>
              </a:extLst>
            </p:cNvPr>
            <p:cNvSpPr/>
            <p:nvPr/>
          </p:nvSpPr>
          <p:spPr>
            <a:xfrm>
              <a:off x="190500" y="533400"/>
              <a:ext cx="845820" cy="373380"/>
            </a:xfrm>
            <a:prstGeom prst="parallelogram">
              <a:avLst/>
            </a:prstGeom>
            <a:solidFill>
              <a:srgbClr val="F04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FDB29133-41AD-4B3B-906E-5DEE9B7FE047}"/>
                </a:ext>
              </a:extLst>
            </p:cNvPr>
            <p:cNvSpPr txBox="1"/>
            <p:nvPr/>
          </p:nvSpPr>
          <p:spPr>
            <a:xfrm>
              <a:off x="506730" y="383560"/>
              <a:ext cx="70942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矩阵快速幂</a:t>
              </a:r>
            </a:p>
          </p:txBody>
        </p:sp>
      </p:grp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E5B60183-BC48-4A9B-803F-FE5CBF31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1BD527-6E22-C747-B740-C7F6631E8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53331"/>
            <a:ext cx="7886700" cy="4351338"/>
          </a:xfrm>
        </p:spPr>
        <p:txBody>
          <a:bodyPr/>
          <a:lstStyle/>
          <a:p>
            <a:pPr defTabSz="45720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lang="zh-CN" altLang="en-US" sz="2000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问题引入</a:t>
            </a:r>
            <a:endParaRPr lang="en-US" altLang="zh-CN" sz="2000" spc="1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685800" lvl="2" defTabSz="45720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lang="zh-CN" altLang="en-US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给定矩阵 </a:t>
            </a:r>
            <a:r>
              <a:rPr lang="en-US" altLang="zh-CN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，请快速计算出 </a:t>
            </a:r>
            <a:r>
              <a:rPr lang="en-US" altLang="zh-CN" spc="15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A^n</a:t>
            </a:r>
            <a:r>
              <a:rPr lang="zh-CN" altLang="en-US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</a:t>
            </a:r>
            <a:r>
              <a:rPr lang="zh-CN" altLang="en-US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个矩阵 </a:t>
            </a:r>
            <a:r>
              <a:rPr lang="en-US" altLang="zh-CN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</a:t>
            </a:r>
            <a:r>
              <a:rPr lang="zh-CN" altLang="en-US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相乘）的结果，输出的每个数都 </a:t>
            </a:r>
            <a:r>
              <a:rPr lang="en-US" altLang="zh-CN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% p</a:t>
            </a:r>
            <a:endParaRPr lang="zh-CN" altLang="en-US" spc="1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/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218534-E147-164E-B9A4-B332A55781EF}"/>
              </a:ext>
            </a:extLst>
          </p:cNvPr>
          <p:cNvSpPr/>
          <p:nvPr/>
        </p:nvSpPr>
        <p:spPr>
          <a:xfrm>
            <a:off x="0" y="0"/>
            <a:ext cx="9144000" cy="243840"/>
          </a:xfrm>
          <a:prstGeom prst="rect">
            <a:avLst/>
          </a:prstGeom>
          <a:solidFill>
            <a:srgbClr val="F040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课程脉络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矩阵乘法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求解线性递推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矩阵快速幂优化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例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388318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AAB6BC10-45DD-4477-83AF-883480AFB742}"/>
              </a:ext>
            </a:extLst>
          </p:cNvPr>
          <p:cNvGrpSpPr/>
          <p:nvPr/>
        </p:nvGrpSpPr>
        <p:grpSpPr>
          <a:xfrm>
            <a:off x="182880" y="406420"/>
            <a:ext cx="7410450" cy="523220"/>
            <a:chOff x="190500" y="383560"/>
            <a:chExt cx="7410450" cy="523220"/>
          </a:xfrm>
        </p:grpSpPr>
        <p:sp>
          <p:nvSpPr>
            <p:cNvPr id="36" name="平行四边形 35">
              <a:extLst>
                <a:ext uri="{FF2B5EF4-FFF2-40B4-BE49-F238E27FC236}">
                  <a16:creationId xmlns:a16="http://schemas.microsoft.com/office/drawing/2014/main" id="{F40A7694-6484-44E1-99C7-EDE95D900592}"/>
                </a:ext>
              </a:extLst>
            </p:cNvPr>
            <p:cNvSpPr/>
            <p:nvPr/>
          </p:nvSpPr>
          <p:spPr>
            <a:xfrm>
              <a:off x="190500" y="533400"/>
              <a:ext cx="845820" cy="373380"/>
            </a:xfrm>
            <a:prstGeom prst="parallelogram">
              <a:avLst/>
            </a:prstGeom>
            <a:solidFill>
              <a:srgbClr val="F04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FDB29133-41AD-4B3B-906E-5DEE9B7FE047}"/>
                </a:ext>
              </a:extLst>
            </p:cNvPr>
            <p:cNvSpPr txBox="1"/>
            <p:nvPr/>
          </p:nvSpPr>
          <p:spPr>
            <a:xfrm>
              <a:off x="506730" y="383560"/>
              <a:ext cx="70942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矩阵快速幂</a:t>
              </a:r>
            </a:p>
          </p:txBody>
        </p:sp>
      </p:grp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E5B60183-BC48-4A9B-803F-FE5CBF31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11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71BD527-6E22-C747-B740-C7F6631E8C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092220"/>
                <a:ext cx="7886700" cy="5629256"/>
              </a:xfrm>
            </p:spPr>
            <p:txBody>
              <a:bodyPr>
                <a:normAutofit fontScale="85000" lnSpcReduction="20000"/>
              </a:bodyPr>
              <a:lstStyle/>
              <a:p>
                <a:pPr defTabSz="457200" fontAlgn="base">
                  <a:lnSpc>
                    <a:spcPct val="150000"/>
                  </a:lnSpc>
                  <a:spcBef>
                    <a:spcPct val="0"/>
                  </a:spcBef>
                  <a:spcAft>
                    <a:spcPts val="1000"/>
                  </a:spcAft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sz="24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简单回顾</a:t>
                </a:r>
                <a:endParaRPr lang="en-US" altLang="zh-CN" sz="2400" spc="15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lvl="1" defTabSz="457200" fontAlgn="base">
                  <a:lnSpc>
                    <a:spcPct val="140000"/>
                  </a:lnSpc>
                  <a:spcBef>
                    <a:spcPct val="0"/>
                  </a:spcBef>
                  <a:spcAft>
                    <a:spcPts val="1000"/>
                  </a:spcAft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 spc="1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spc="15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200" spc="150">
                            <a:latin typeface="Cambria Math" panose="02040503050406030204" pitchFamily="18" charset="0"/>
                          </a:rPr>
                          <m:t>61</m:t>
                        </m:r>
                      </m:sup>
                    </m:sSup>
                    <m:r>
                      <a:rPr lang="en-US" altLang="zh-CN" sz="2200" spc="15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200" i="1" spc="1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spc="15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200" spc="150">
                            <a:latin typeface="Cambria Math" panose="02040503050406030204" pitchFamily="18" charset="0"/>
                          </a:rPr>
                          <m:t>32</m:t>
                        </m:r>
                      </m:sup>
                    </m:sSup>
                    <m:r>
                      <a:rPr lang="en-US" altLang="zh-CN" sz="2200" spc="15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2200" i="1" spc="1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spc="15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200" spc="150"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  <m:r>
                      <a:rPr lang="en-US" altLang="zh-CN" sz="2200" spc="15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2200" i="1" spc="1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spc="15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200" spc="15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altLang="zh-CN" sz="2200" spc="15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2200" i="1" spc="1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spc="15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200" spc="15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altLang="zh-CN" sz="2200" spc="15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2200" i="1" spc="1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spc="15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200" spc="15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zh-CN" altLang="en-US" sz="22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en-US" altLang="zh-CN" sz="22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(</a:t>
                </a:r>
                <a:r>
                  <a:rPr lang="zh-CN" altLang="en-US" sz="22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结合律</a:t>
                </a:r>
                <a:r>
                  <a:rPr lang="en-US" altLang="zh-CN" sz="22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)</a:t>
                </a:r>
              </a:p>
              <a:p>
                <a:pPr lvl="1" defTabSz="457200" fontAlgn="base">
                  <a:lnSpc>
                    <a:spcPct val="140000"/>
                  </a:lnSpc>
                  <a:spcBef>
                    <a:spcPct val="0"/>
                  </a:spcBef>
                  <a:spcAft>
                    <a:spcPts val="1000"/>
                  </a:spcAft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 spc="1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200" spc="15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200" spc="150">
                            <a:latin typeface="Cambria Math" panose="02040503050406030204" pitchFamily="18" charset="0"/>
                          </a:rPr>
                          <m:t>61</m:t>
                        </m:r>
                      </m:sup>
                    </m:sSup>
                    <m:r>
                      <a:rPr lang="en-US" altLang="zh-CN" sz="2200" spc="15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2200" i="1" spc="1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zh-CN" sz="2200" i="1" spc="15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spc="150">
                                <a:latin typeface="Cambria Math" panose="02040503050406030204" pitchFamily="18" charset="0"/>
                              </a:rPr>
                              <m:t>(2</m:t>
                            </m:r>
                          </m:e>
                          <m:sup>
                            <m:r>
                              <a:rPr lang="en-US" altLang="zh-CN" sz="2200" spc="150">
                                <a:latin typeface="Cambria Math" panose="02040503050406030204" pitchFamily="18" charset="0"/>
                              </a:rPr>
                              <m:t>32</m:t>
                            </m:r>
                          </m:sup>
                        </m:sSup>
                        <m:r>
                          <a:rPr lang="en-US" altLang="zh-CN" sz="2200" spc="15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200" spc="15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sz="2200" spc="15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2200" i="1" spc="1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zh-CN" sz="2200" i="1" spc="15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spc="150">
                                <a:latin typeface="Cambria Math" panose="02040503050406030204" pitchFamily="18" charset="0"/>
                              </a:rPr>
                              <m:t>(2</m:t>
                            </m:r>
                          </m:e>
                          <m:sup>
                            <m:r>
                              <a:rPr lang="en-US" altLang="zh-CN" sz="2200" spc="150">
                                <a:latin typeface="Cambria Math" panose="02040503050406030204" pitchFamily="18" charset="0"/>
                              </a:rPr>
                              <m:t>16</m:t>
                            </m:r>
                          </m:sup>
                        </m:sSup>
                        <m:r>
                          <a:rPr lang="en-US" altLang="zh-CN" sz="2200" spc="15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200" spc="15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sz="2200" spc="15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sz="22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 spc="1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zh-CN" sz="2200" i="1" spc="15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spc="150">
                                <a:latin typeface="Cambria Math" panose="02040503050406030204" pitchFamily="18" charset="0"/>
                              </a:rPr>
                              <m:t>(2</m:t>
                            </m:r>
                          </m:e>
                          <m:sup>
                            <m:r>
                              <a:rPr lang="en-US" altLang="zh-CN" sz="2200" spc="150"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  <m:r>
                          <a:rPr lang="en-US" altLang="zh-CN" sz="2200" spc="15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200" spc="15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sz="2200" spc="15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sz="22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 spc="1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zh-CN" sz="2200" i="1" spc="15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spc="150">
                                <a:latin typeface="Cambria Math" panose="02040503050406030204" pitchFamily="18" charset="0"/>
                              </a:rPr>
                              <m:t>(2</m:t>
                            </m:r>
                          </m:e>
                          <m:sup>
                            <m:r>
                              <a:rPr lang="en-US" altLang="zh-CN" sz="2200" spc="15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US" altLang="zh-CN" sz="2200" spc="15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200" spc="15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zh-CN" sz="2200" spc="15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sz="22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 spc="1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zh-CN" sz="2200" i="1" spc="15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spc="150">
                                <a:latin typeface="Cambria Math" panose="02040503050406030204" pitchFamily="18" charset="0"/>
                              </a:rPr>
                              <m:t>(2</m:t>
                            </m:r>
                          </m:e>
                          <m:sup>
                            <m:r>
                              <a:rPr lang="en-US" altLang="zh-CN" sz="2200" spc="15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200" spc="15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200" spc="15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zh-CN" sz="2200" spc="15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altLang="zh-CN" sz="22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 spc="1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p>
                          <m:sSupPr>
                            <m:ctrlPr>
                              <a:rPr lang="en-US" altLang="zh-CN" sz="2200" i="1" spc="15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200" spc="150">
                                <a:latin typeface="Cambria Math" panose="02040503050406030204" pitchFamily="18" charset="0"/>
                              </a:rPr>
                              <m:t>(2</m:t>
                            </m:r>
                          </m:e>
                          <m:sup>
                            <m:r>
                              <a:rPr lang="en-US" altLang="zh-CN" sz="2200" spc="15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US" altLang="zh-CN" sz="2200" spc="15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altLang="zh-CN" sz="2200" spc="15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lang="en-US" altLang="zh-CN" sz="2200" spc="15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571500" lvl="1" defTabSz="457200" fontAlgn="base">
                  <a:lnSpc>
                    <a:spcPct val="140000"/>
                  </a:lnSpc>
                  <a:spcBef>
                    <a:spcPct val="0"/>
                  </a:spcBef>
                  <a:spcAft>
                    <a:spcPts val="1000"/>
                  </a:spcAft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lang="en-US" altLang="zh-CN" sz="2200" spc="15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457200" lvl="1" indent="0">
                  <a:buNone/>
                </a:pPr>
                <a:endParaRPr lang="en-US" altLang="zh-CN" dirty="0"/>
              </a:p>
              <a:p>
                <a:pPr marL="457200" lvl="1" indent="0">
                  <a:buNone/>
                </a:pPr>
                <a:endParaRPr lang="en-US" altLang="zh-CN" dirty="0"/>
              </a:p>
              <a:p>
                <a:pPr marL="457200" lvl="1" indent="0">
                  <a:buNone/>
                </a:pPr>
                <a:endParaRPr lang="en-US" altLang="zh-CN" dirty="0"/>
              </a:p>
              <a:p>
                <a:pPr marL="457200" lvl="1" indent="0">
                  <a:buNone/>
                </a:pPr>
                <a:endParaRPr lang="en-US" altLang="zh-CN" dirty="0"/>
              </a:p>
              <a:p>
                <a:pPr marL="457200" lvl="1" indent="0">
                  <a:buNone/>
                </a:pPr>
                <a:endParaRPr lang="en-US" altLang="zh-CN" dirty="0"/>
              </a:p>
              <a:p>
                <a:pPr marL="457200" lvl="1" indent="0">
                  <a:buNone/>
                </a:pPr>
                <a:endParaRPr lang="en-US" altLang="zh-CN" dirty="0"/>
              </a:p>
              <a:p>
                <a:pPr marL="457200" lvl="1" indent="0">
                  <a:buNone/>
                </a:pPr>
                <a:endParaRPr lang="en-US" altLang="zh-CN" dirty="0"/>
              </a:p>
              <a:p>
                <a:pPr defTabSz="457200" fontAlgn="base">
                  <a:lnSpc>
                    <a:spcPct val="150000"/>
                  </a:lnSpc>
                  <a:spcBef>
                    <a:spcPct val="0"/>
                  </a:spcBef>
                  <a:spcAft>
                    <a:spcPts val="1000"/>
                  </a:spcAft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sz="24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快速幂利用了运算满足结合律这一性质，只要某种运算满足结合律，都可以使用快速幂。</a:t>
                </a:r>
                <a:endParaRPr lang="en-US" altLang="zh-CN" sz="2400" spc="15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lvl="1" defTabSz="457200" fontAlgn="base">
                  <a:lnSpc>
                    <a:spcPct val="150000"/>
                  </a:lnSpc>
                  <a:spcBef>
                    <a:spcPct val="0"/>
                  </a:spcBef>
                  <a:spcAft>
                    <a:spcPts val="1000"/>
                  </a:spcAft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spc="15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例如：</a:t>
                </a:r>
                <a:r>
                  <a:rPr lang="zh-CN" altLang="en-US" strike="sngStrike" spc="15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快</a:t>
                </a:r>
                <a:r>
                  <a:rPr lang="zh-CN" altLang="en-US" spc="15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龟速乘</a:t>
                </a:r>
                <a:r>
                  <a:rPr lang="en-US" altLang="zh-CN" spc="15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🐢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71BD527-6E22-C747-B740-C7F6631E8C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092220"/>
                <a:ext cx="7886700" cy="5629256"/>
              </a:xfrm>
              <a:blipFill>
                <a:blip r:embed="rId2"/>
                <a:stretch>
                  <a:fillRect l="-6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>
            <a:extLst>
              <a:ext uri="{FF2B5EF4-FFF2-40B4-BE49-F238E27FC236}">
                <a16:creationId xmlns:a16="http://schemas.microsoft.com/office/drawing/2014/main" id="{AD068EDB-D67D-3042-A613-61F92AEAB5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323" y="2664718"/>
            <a:ext cx="5651500" cy="22225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0D44D288-90B3-2C48-9785-53F2132E09CC}"/>
              </a:ext>
            </a:extLst>
          </p:cNvPr>
          <p:cNvSpPr/>
          <p:nvPr/>
        </p:nvSpPr>
        <p:spPr>
          <a:xfrm>
            <a:off x="0" y="0"/>
            <a:ext cx="9144000" cy="243840"/>
          </a:xfrm>
          <a:prstGeom prst="rect">
            <a:avLst/>
          </a:prstGeom>
          <a:solidFill>
            <a:srgbClr val="F040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课程脉络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矩阵乘法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求解线性递推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矩阵快速幂优化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例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33018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AAB6BC10-45DD-4477-83AF-883480AFB742}"/>
              </a:ext>
            </a:extLst>
          </p:cNvPr>
          <p:cNvGrpSpPr/>
          <p:nvPr/>
        </p:nvGrpSpPr>
        <p:grpSpPr>
          <a:xfrm>
            <a:off x="182880" y="406420"/>
            <a:ext cx="7410450" cy="523220"/>
            <a:chOff x="190500" y="383560"/>
            <a:chExt cx="7410450" cy="523220"/>
          </a:xfrm>
        </p:grpSpPr>
        <p:sp>
          <p:nvSpPr>
            <p:cNvPr id="36" name="平行四边形 35">
              <a:extLst>
                <a:ext uri="{FF2B5EF4-FFF2-40B4-BE49-F238E27FC236}">
                  <a16:creationId xmlns:a16="http://schemas.microsoft.com/office/drawing/2014/main" id="{F40A7694-6484-44E1-99C7-EDE95D900592}"/>
                </a:ext>
              </a:extLst>
            </p:cNvPr>
            <p:cNvSpPr/>
            <p:nvPr/>
          </p:nvSpPr>
          <p:spPr>
            <a:xfrm>
              <a:off x="190500" y="533400"/>
              <a:ext cx="845820" cy="373380"/>
            </a:xfrm>
            <a:prstGeom prst="parallelogram">
              <a:avLst/>
            </a:prstGeom>
            <a:solidFill>
              <a:srgbClr val="F04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FDB29133-41AD-4B3B-906E-5DEE9B7FE047}"/>
                </a:ext>
              </a:extLst>
            </p:cNvPr>
            <p:cNvSpPr txBox="1"/>
            <p:nvPr/>
          </p:nvSpPr>
          <p:spPr>
            <a:xfrm>
              <a:off x="506730" y="383560"/>
              <a:ext cx="70942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矩阵快速幂</a:t>
              </a:r>
            </a:p>
          </p:txBody>
        </p:sp>
      </p:grp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E5B60183-BC48-4A9B-803F-FE5CBF31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12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71BD527-6E22-C747-B740-C7F6631E8C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5790" y="1092220"/>
                <a:ext cx="7886700" cy="4916241"/>
              </a:xfrm>
            </p:spPr>
            <p:txBody>
              <a:bodyPr>
                <a:normAutofit/>
              </a:bodyPr>
              <a:lstStyle/>
              <a:p>
                <a:pPr defTabSz="45720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sz="20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矩阵乘法运算也满足结合律</a:t>
                </a:r>
                <a:endParaRPr lang="en-US" altLang="zh-CN" sz="2000" spc="15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defTabSz="45720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sz="20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矩阵快速幂！</a:t>
                </a:r>
                <a:endParaRPr lang="en-US" altLang="zh-CN" sz="2000" spc="15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lvl="1" defTabSz="45720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sz="20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矩阵乘法中的单位元为单位矩阵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000" spc="150" dirty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endParaRPr lang="en-US" altLang="zh-CN" sz="2000" spc="15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lvl="1" defTabSz="45720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sz="20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快速幂中的乘法替换成矩阵乘法</a:t>
                </a:r>
                <a:endParaRPr lang="en-US" altLang="zh-CN" sz="2000" spc="15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71BD527-6E22-C747-B740-C7F6631E8C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5790" y="1092220"/>
                <a:ext cx="7886700" cy="4916241"/>
              </a:xfrm>
              <a:blipFill>
                <a:blip r:embed="rId3"/>
                <a:stretch>
                  <a:fillRect l="-8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C4C803F4-C787-464A-B894-DFD3ACB61D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4661" y="3265524"/>
            <a:ext cx="5357525" cy="3273389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E9E89B8E-CCF8-F046-BA51-341AE5EA68B1}"/>
              </a:ext>
            </a:extLst>
          </p:cNvPr>
          <p:cNvSpPr/>
          <p:nvPr/>
        </p:nvSpPr>
        <p:spPr>
          <a:xfrm>
            <a:off x="0" y="0"/>
            <a:ext cx="9144000" cy="243840"/>
          </a:xfrm>
          <a:prstGeom prst="rect">
            <a:avLst/>
          </a:prstGeom>
          <a:solidFill>
            <a:srgbClr val="F040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课程脉络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矩阵乘法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求解线性递推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矩阵快速幂优化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例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950055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AAB6BC10-45DD-4477-83AF-883480AFB742}"/>
              </a:ext>
            </a:extLst>
          </p:cNvPr>
          <p:cNvGrpSpPr/>
          <p:nvPr/>
        </p:nvGrpSpPr>
        <p:grpSpPr>
          <a:xfrm>
            <a:off x="182880" y="406420"/>
            <a:ext cx="7410450" cy="523220"/>
            <a:chOff x="190500" y="383560"/>
            <a:chExt cx="7410450" cy="523220"/>
          </a:xfrm>
        </p:grpSpPr>
        <p:sp>
          <p:nvSpPr>
            <p:cNvPr id="36" name="平行四边形 35">
              <a:extLst>
                <a:ext uri="{FF2B5EF4-FFF2-40B4-BE49-F238E27FC236}">
                  <a16:creationId xmlns:a16="http://schemas.microsoft.com/office/drawing/2014/main" id="{F40A7694-6484-44E1-99C7-EDE95D900592}"/>
                </a:ext>
              </a:extLst>
            </p:cNvPr>
            <p:cNvSpPr/>
            <p:nvPr/>
          </p:nvSpPr>
          <p:spPr>
            <a:xfrm>
              <a:off x="190500" y="533400"/>
              <a:ext cx="845820" cy="373380"/>
            </a:xfrm>
            <a:prstGeom prst="parallelogram">
              <a:avLst/>
            </a:prstGeom>
            <a:solidFill>
              <a:srgbClr val="F04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FDB29133-41AD-4B3B-906E-5DEE9B7FE047}"/>
                </a:ext>
              </a:extLst>
            </p:cNvPr>
            <p:cNvSpPr txBox="1"/>
            <p:nvPr/>
          </p:nvSpPr>
          <p:spPr>
            <a:xfrm>
              <a:off x="506730" y="383560"/>
              <a:ext cx="70942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矩阵快速幂</a:t>
              </a:r>
            </a:p>
          </p:txBody>
        </p:sp>
      </p:grp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E5B60183-BC48-4A9B-803F-FE5CBF31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13</a:t>
            </a:fld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AF4064B-AF75-A74F-ADA0-DF0623C30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1245" y="556260"/>
            <a:ext cx="5112741" cy="6077759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E79A9943-4D62-474E-9BEF-8D88AC2C2863}"/>
              </a:ext>
            </a:extLst>
          </p:cNvPr>
          <p:cNvSpPr/>
          <p:nvPr/>
        </p:nvSpPr>
        <p:spPr>
          <a:xfrm>
            <a:off x="0" y="0"/>
            <a:ext cx="9144000" cy="243840"/>
          </a:xfrm>
          <a:prstGeom prst="rect">
            <a:avLst/>
          </a:prstGeom>
          <a:solidFill>
            <a:srgbClr val="F040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课程脉络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矩阵乘法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求解线性递推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矩阵快速幂优化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例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54592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占位符 4">
            <a:extLst>
              <a:ext uri="{FF2B5EF4-FFF2-40B4-BE49-F238E27FC236}">
                <a16:creationId xmlns:a16="http://schemas.microsoft.com/office/drawing/2014/main" id="{2782219E-605B-4A0D-8F55-E46229BF59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52"/>
          <a:stretch/>
        </p:blipFill>
        <p:spPr>
          <a:xfrm>
            <a:off x="7466" y="-4539"/>
            <a:ext cx="9136534" cy="3957342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461007BA-07C3-4DD8-8798-7D3173F7E471}"/>
              </a:ext>
            </a:extLst>
          </p:cNvPr>
          <p:cNvGrpSpPr/>
          <p:nvPr/>
        </p:nvGrpSpPr>
        <p:grpSpPr>
          <a:xfrm>
            <a:off x="802881" y="3220887"/>
            <a:ext cx="7648586" cy="2501388"/>
            <a:chOff x="1200150" y="3107981"/>
            <a:chExt cx="9791700" cy="328917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3F9A6B05-7ED5-4F7C-AA64-18A3F997F137}"/>
                </a:ext>
              </a:extLst>
            </p:cNvPr>
            <p:cNvSpPr/>
            <p:nvPr/>
          </p:nvSpPr>
          <p:spPr>
            <a:xfrm>
              <a:off x="1664486" y="3107981"/>
              <a:ext cx="8945408" cy="3174172"/>
            </a:xfrm>
            <a:prstGeom prst="roundRect">
              <a:avLst>
                <a:gd name="adj" fmla="val 3205"/>
              </a:avLst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C09A6EA4-4FF5-4E8E-AB8F-7349BE02CD5E}"/>
                </a:ext>
              </a:extLst>
            </p:cNvPr>
            <p:cNvSpPr/>
            <p:nvPr/>
          </p:nvSpPr>
          <p:spPr>
            <a:xfrm>
              <a:off x="1463942" y="3222979"/>
              <a:ext cx="9346497" cy="3174172"/>
            </a:xfrm>
            <a:prstGeom prst="roundRect">
              <a:avLst>
                <a:gd name="adj" fmla="val 3205"/>
              </a:avLst>
            </a:prstGeom>
            <a:solidFill>
              <a:schemeClr val="bg1">
                <a:alpha val="9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BA5C651A-F6BF-4D75-A3D1-DDEB8CCADD03}"/>
                </a:ext>
              </a:extLst>
            </p:cNvPr>
            <p:cNvSpPr/>
            <p:nvPr/>
          </p:nvSpPr>
          <p:spPr>
            <a:xfrm>
              <a:off x="1200150" y="3365257"/>
              <a:ext cx="9791700" cy="2757614"/>
            </a:xfrm>
            <a:prstGeom prst="roundRect">
              <a:avLst>
                <a:gd name="adj" fmla="val 3205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F8F8F8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0" tIns="72000" rIns="540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457167">
                <a:lnSpc>
                  <a:spcPct val="120000"/>
                </a:lnSpc>
              </a:pPr>
              <a:endParaRPr lang="zh-CN" altLang="en-US" sz="24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9" name="标题 74">
            <a:extLst>
              <a:ext uri="{FF2B5EF4-FFF2-40B4-BE49-F238E27FC236}">
                <a16:creationId xmlns:a16="http://schemas.microsoft.com/office/drawing/2014/main" id="{FE4E37FF-6DE5-4CC8-8FB8-6127CB98D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8169" y="4161391"/>
            <a:ext cx="3044051" cy="670536"/>
          </a:xfrm>
        </p:spPr>
        <p:txBody>
          <a:bodyPr>
            <a:normAutofit fontScale="90000"/>
          </a:bodyPr>
          <a:lstStyle/>
          <a:p>
            <a:pPr algn="dist"/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求解线性递推</a:t>
            </a:r>
            <a:b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Linear recursive</a:t>
            </a:r>
            <a:endParaRPr lang="zh-CN" altLang="en-US" sz="36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图表 9">
            <a:extLst>
              <a:ext uri="{FF2B5EF4-FFF2-40B4-BE49-F238E27FC236}">
                <a16:creationId xmlns:a16="http://schemas.microsoft.com/office/drawing/2014/main" id="{C2A16DD7-7E56-46E8-99BC-6C95E446C457}"/>
              </a:ext>
            </a:extLst>
          </p:cNvPr>
          <p:cNvGraphicFramePr/>
          <p:nvPr/>
        </p:nvGraphicFramePr>
        <p:xfrm>
          <a:off x="1381564" y="3754945"/>
          <a:ext cx="2179863" cy="1272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12" name="ba3e13bc-cc22-40db-8abb-361298693e2c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4872306A-C0C4-4EAA-A0CE-7D3D08B3D35A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7823002" y="73858"/>
            <a:ext cx="1228130" cy="313031"/>
            <a:chOff x="2866708" y="2481344"/>
            <a:chExt cx="6458593" cy="1879440"/>
          </a:xfrm>
          <a:solidFill>
            <a:schemeClr val="bg1"/>
          </a:solidFill>
        </p:grpSpPr>
        <p:grpSp>
          <p:nvGrpSpPr>
            <p:cNvPr id="16" name="ïSļïdè">
              <a:extLst>
                <a:ext uri="{FF2B5EF4-FFF2-40B4-BE49-F238E27FC236}">
                  <a16:creationId xmlns:a16="http://schemas.microsoft.com/office/drawing/2014/main" id="{FDADEC7D-9C4A-4753-B76D-1E0C37349221}"/>
                </a:ext>
              </a:extLst>
            </p:cNvPr>
            <p:cNvGrpSpPr/>
            <p:nvPr/>
          </p:nvGrpSpPr>
          <p:grpSpPr>
            <a:xfrm>
              <a:off x="2866708" y="2604783"/>
              <a:ext cx="1724148" cy="1756001"/>
              <a:chOff x="4810125" y="3095626"/>
              <a:chExt cx="687388" cy="700088"/>
            </a:xfrm>
            <a:grpFill/>
          </p:grpSpPr>
          <p:sp>
            <p:nvSpPr>
              <p:cNvPr id="46" name="íşḷidê">
                <a:extLst>
                  <a:ext uri="{FF2B5EF4-FFF2-40B4-BE49-F238E27FC236}">
                    <a16:creationId xmlns:a16="http://schemas.microsoft.com/office/drawing/2014/main" id="{D98EF6A1-CCEA-404A-AA7F-81F96F9A12C2}"/>
                  </a:ext>
                </a:extLst>
              </p:cNvPr>
              <p:cNvSpPr/>
              <p:nvPr/>
            </p:nvSpPr>
            <p:spPr bwMode="auto">
              <a:xfrm>
                <a:off x="4810125" y="3095626"/>
                <a:ext cx="687388" cy="700088"/>
              </a:xfrm>
              <a:custGeom>
                <a:avLst/>
                <a:gdLst>
                  <a:gd name="T0" fmla="*/ 104 w 208"/>
                  <a:gd name="T1" fmla="*/ 207 h 210"/>
                  <a:gd name="T2" fmla="*/ 4 w 208"/>
                  <a:gd name="T3" fmla="*/ 105 h 210"/>
                  <a:gd name="T4" fmla="*/ 104 w 208"/>
                  <a:gd name="T5" fmla="*/ 4 h 210"/>
                  <a:gd name="T6" fmla="*/ 204 w 208"/>
                  <a:gd name="T7" fmla="*/ 105 h 210"/>
                  <a:gd name="T8" fmla="*/ 104 w 208"/>
                  <a:gd name="T9" fmla="*/ 207 h 210"/>
                  <a:gd name="T10" fmla="*/ 104 w 208"/>
                  <a:gd name="T11" fmla="*/ 0 h 210"/>
                  <a:gd name="T12" fmla="*/ 0 w 208"/>
                  <a:gd name="T13" fmla="*/ 105 h 210"/>
                  <a:gd name="T14" fmla="*/ 104 w 208"/>
                  <a:gd name="T15" fmla="*/ 210 h 210"/>
                  <a:gd name="T16" fmla="*/ 208 w 208"/>
                  <a:gd name="T17" fmla="*/ 105 h 210"/>
                  <a:gd name="T18" fmla="*/ 104 w 208"/>
                  <a:gd name="T19" fmla="*/ 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8" h="210">
                    <a:moveTo>
                      <a:pt x="104" y="207"/>
                    </a:moveTo>
                    <a:cubicBezTo>
                      <a:pt x="49" y="207"/>
                      <a:pt x="4" y="161"/>
                      <a:pt x="4" y="105"/>
                    </a:cubicBezTo>
                    <a:cubicBezTo>
                      <a:pt x="4" y="49"/>
                      <a:pt x="49" y="4"/>
                      <a:pt x="104" y="4"/>
                    </a:cubicBezTo>
                    <a:cubicBezTo>
                      <a:pt x="159" y="4"/>
                      <a:pt x="204" y="49"/>
                      <a:pt x="204" y="105"/>
                    </a:cubicBezTo>
                    <a:cubicBezTo>
                      <a:pt x="204" y="161"/>
                      <a:pt x="159" y="207"/>
                      <a:pt x="104" y="207"/>
                    </a:cubicBezTo>
                    <a:close/>
                    <a:moveTo>
                      <a:pt x="104" y="0"/>
                    </a:moveTo>
                    <a:cubicBezTo>
                      <a:pt x="47" y="0"/>
                      <a:pt x="0" y="47"/>
                      <a:pt x="0" y="105"/>
                    </a:cubicBezTo>
                    <a:cubicBezTo>
                      <a:pt x="0" y="163"/>
                      <a:pt x="47" y="210"/>
                      <a:pt x="104" y="210"/>
                    </a:cubicBezTo>
                    <a:cubicBezTo>
                      <a:pt x="161" y="210"/>
                      <a:pt x="208" y="163"/>
                      <a:pt x="208" y="105"/>
                    </a:cubicBezTo>
                    <a:cubicBezTo>
                      <a:pt x="208" y="47"/>
                      <a:pt x="161" y="0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íSľïdé">
                <a:extLst>
                  <a:ext uri="{FF2B5EF4-FFF2-40B4-BE49-F238E27FC236}">
                    <a16:creationId xmlns:a16="http://schemas.microsoft.com/office/drawing/2014/main" id="{F254EC13-E0AC-4092-BAFE-B9D379CB19EC}"/>
                  </a:ext>
                </a:extLst>
              </p:cNvPr>
              <p:cNvSpPr/>
              <p:nvPr/>
            </p:nvSpPr>
            <p:spPr bwMode="auto">
              <a:xfrm>
                <a:off x="5384800" y="3559176"/>
                <a:ext cx="46038" cy="30163"/>
              </a:xfrm>
              <a:custGeom>
                <a:avLst/>
                <a:gdLst>
                  <a:gd name="T0" fmla="*/ 29 w 29"/>
                  <a:gd name="T1" fmla="*/ 13 h 19"/>
                  <a:gd name="T2" fmla="*/ 27 w 29"/>
                  <a:gd name="T3" fmla="*/ 19 h 19"/>
                  <a:gd name="T4" fmla="*/ 0 w 29"/>
                  <a:gd name="T5" fmla="*/ 6 h 19"/>
                  <a:gd name="T6" fmla="*/ 4 w 29"/>
                  <a:gd name="T7" fmla="*/ 0 h 19"/>
                  <a:gd name="T8" fmla="*/ 29 w 29"/>
                  <a:gd name="T9" fmla="*/ 13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19">
                    <a:moveTo>
                      <a:pt x="29" y="13"/>
                    </a:moveTo>
                    <a:lnTo>
                      <a:pt x="27" y="19"/>
                    </a:lnTo>
                    <a:lnTo>
                      <a:pt x="0" y="6"/>
                    </a:lnTo>
                    <a:lnTo>
                      <a:pt x="4" y="0"/>
                    </a:lnTo>
                    <a:lnTo>
                      <a:pt x="29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ïslíḋê">
                <a:extLst>
                  <a:ext uri="{FF2B5EF4-FFF2-40B4-BE49-F238E27FC236}">
                    <a16:creationId xmlns:a16="http://schemas.microsoft.com/office/drawing/2014/main" id="{CD9A8FD7-138F-4F51-8F50-1A7F398595E5}"/>
                  </a:ext>
                </a:extLst>
              </p:cNvPr>
              <p:cNvSpPr/>
              <p:nvPr/>
            </p:nvSpPr>
            <p:spPr bwMode="auto">
              <a:xfrm>
                <a:off x="5405438" y="3479801"/>
                <a:ext cx="49213" cy="42863"/>
              </a:xfrm>
              <a:custGeom>
                <a:avLst/>
                <a:gdLst>
                  <a:gd name="T0" fmla="*/ 31 w 31"/>
                  <a:gd name="T1" fmla="*/ 14 h 27"/>
                  <a:gd name="T2" fmla="*/ 29 w 31"/>
                  <a:gd name="T3" fmla="*/ 21 h 27"/>
                  <a:gd name="T4" fmla="*/ 19 w 31"/>
                  <a:gd name="T5" fmla="*/ 18 h 27"/>
                  <a:gd name="T6" fmla="*/ 0 w 31"/>
                  <a:gd name="T7" fmla="*/ 27 h 27"/>
                  <a:gd name="T8" fmla="*/ 2 w 31"/>
                  <a:gd name="T9" fmla="*/ 18 h 27"/>
                  <a:gd name="T10" fmla="*/ 14 w 31"/>
                  <a:gd name="T11" fmla="*/ 14 h 27"/>
                  <a:gd name="T12" fmla="*/ 4 w 31"/>
                  <a:gd name="T13" fmla="*/ 6 h 27"/>
                  <a:gd name="T14" fmla="*/ 4 w 31"/>
                  <a:gd name="T15" fmla="*/ 0 h 27"/>
                  <a:gd name="T16" fmla="*/ 19 w 31"/>
                  <a:gd name="T17" fmla="*/ 12 h 27"/>
                  <a:gd name="T18" fmla="*/ 31 w 31"/>
                  <a:gd name="T19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" h="27">
                    <a:moveTo>
                      <a:pt x="31" y="14"/>
                    </a:moveTo>
                    <a:lnTo>
                      <a:pt x="29" y="21"/>
                    </a:lnTo>
                    <a:lnTo>
                      <a:pt x="19" y="18"/>
                    </a:lnTo>
                    <a:lnTo>
                      <a:pt x="0" y="27"/>
                    </a:lnTo>
                    <a:lnTo>
                      <a:pt x="2" y="18"/>
                    </a:lnTo>
                    <a:lnTo>
                      <a:pt x="14" y="14"/>
                    </a:lnTo>
                    <a:lnTo>
                      <a:pt x="4" y="6"/>
                    </a:lnTo>
                    <a:lnTo>
                      <a:pt x="4" y="0"/>
                    </a:lnTo>
                    <a:lnTo>
                      <a:pt x="19" y="12"/>
                    </a:lnTo>
                    <a:lnTo>
                      <a:pt x="31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işļïḍè">
                <a:extLst>
                  <a:ext uri="{FF2B5EF4-FFF2-40B4-BE49-F238E27FC236}">
                    <a16:creationId xmlns:a16="http://schemas.microsoft.com/office/drawing/2014/main" id="{4830FFCB-3E89-4192-8203-0AAB5A627595}"/>
                  </a:ext>
                </a:extLst>
              </p:cNvPr>
              <p:cNvSpPr/>
              <p:nvPr/>
            </p:nvSpPr>
            <p:spPr bwMode="auto">
              <a:xfrm>
                <a:off x="5391150" y="3522663"/>
                <a:ext cx="50800" cy="36513"/>
              </a:xfrm>
              <a:custGeom>
                <a:avLst/>
                <a:gdLst>
                  <a:gd name="T0" fmla="*/ 32 w 32"/>
                  <a:gd name="T1" fmla="*/ 17 h 23"/>
                  <a:gd name="T2" fmla="*/ 32 w 32"/>
                  <a:gd name="T3" fmla="*/ 23 h 23"/>
                  <a:gd name="T4" fmla="*/ 9 w 32"/>
                  <a:gd name="T5" fmla="*/ 15 h 23"/>
                  <a:gd name="T6" fmla="*/ 7 w 32"/>
                  <a:gd name="T7" fmla="*/ 23 h 23"/>
                  <a:gd name="T8" fmla="*/ 0 w 32"/>
                  <a:gd name="T9" fmla="*/ 21 h 23"/>
                  <a:gd name="T10" fmla="*/ 9 w 32"/>
                  <a:gd name="T11" fmla="*/ 0 h 23"/>
                  <a:gd name="T12" fmla="*/ 13 w 32"/>
                  <a:gd name="T13" fmla="*/ 2 h 23"/>
                  <a:gd name="T14" fmla="*/ 11 w 32"/>
                  <a:gd name="T15" fmla="*/ 8 h 23"/>
                  <a:gd name="T16" fmla="*/ 32 w 32"/>
                  <a:gd name="T17" fmla="*/ 17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" h="23">
                    <a:moveTo>
                      <a:pt x="32" y="17"/>
                    </a:moveTo>
                    <a:lnTo>
                      <a:pt x="32" y="23"/>
                    </a:lnTo>
                    <a:lnTo>
                      <a:pt x="9" y="15"/>
                    </a:lnTo>
                    <a:lnTo>
                      <a:pt x="7" y="23"/>
                    </a:lnTo>
                    <a:lnTo>
                      <a:pt x="0" y="21"/>
                    </a:lnTo>
                    <a:lnTo>
                      <a:pt x="9" y="0"/>
                    </a:lnTo>
                    <a:lnTo>
                      <a:pt x="13" y="2"/>
                    </a:lnTo>
                    <a:lnTo>
                      <a:pt x="11" y="8"/>
                    </a:lnTo>
                    <a:lnTo>
                      <a:pt x="32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0" name="í$ļîḓé">
                <a:extLst>
                  <a:ext uri="{FF2B5EF4-FFF2-40B4-BE49-F238E27FC236}">
                    <a16:creationId xmlns:a16="http://schemas.microsoft.com/office/drawing/2014/main" id="{EF860E45-7BB8-4BAE-8E76-FF26B80DC424}"/>
                  </a:ext>
                </a:extLst>
              </p:cNvPr>
              <p:cNvSpPr/>
              <p:nvPr/>
            </p:nvSpPr>
            <p:spPr bwMode="auto">
              <a:xfrm>
                <a:off x="5368925" y="3579813"/>
                <a:ext cx="46038" cy="46038"/>
              </a:xfrm>
              <a:custGeom>
                <a:avLst/>
                <a:gdLst>
                  <a:gd name="T0" fmla="*/ 0 w 14"/>
                  <a:gd name="T1" fmla="*/ 6 h 14"/>
                  <a:gd name="T2" fmla="*/ 1 w 14"/>
                  <a:gd name="T3" fmla="*/ 3 h 14"/>
                  <a:gd name="T4" fmla="*/ 4 w 14"/>
                  <a:gd name="T5" fmla="*/ 1 h 14"/>
                  <a:gd name="T6" fmla="*/ 8 w 14"/>
                  <a:gd name="T7" fmla="*/ 1 h 14"/>
                  <a:gd name="T8" fmla="*/ 6 w 14"/>
                  <a:gd name="T9" fmla="*/ 4 h 14"/>
                  <a:gd name="T10" fmla="*/ 5 w 14"/>
                  <a:gd name="T11" fmla="*/ 3 h 14"/>
                  <a:gd name="T12" fmla="*/ 3 w 14"/>
                  <a:gd name="T13" fmla="*/ 5 h 14"/>
                  <a:gd name="T14" fmla="*/ 3 w 14"/>
                  <a:gd name="T15" fmla="*/ 6 h 14"/>
                  <a:gd name="T16" fmla="*/ 3 w 14"/>
                  <a:gd name="T17" fmla="*/ 7 h 14"/>
                  <a:gd name="T18" fmla="*/ 4 w 14"/>
                  <a:gd name="T19" fmla="*/ 7 h 14"/>
                  <a:gd name="T20" fmla="*/ 6 w 14"/>
                  <a:gd name="T21" fmla="*/ 6 h 14"/>
                  <a:gd name="T22" fmla="*/ 9 w 14"/>
                  <a:gd name="T23" fmla="*/ 4 h 14"/>
                  <a:gd name="T24" fmla="*/ 11 w 14"/>
                  <a:gd name="T25" fmla="*/ 3 h 14"/>
                  <a:gd name="T26" fmla="*/ 13 w 14"/>
                  <a:gd name="T27" fmla="*/ 4 h 14"/>
                  <a:gd name="T28" fmla="*/ 14 w 14"/>
                  <a:gd name="T29" fmla="*/ 6 h 14"/>
                  <a:gd name="T30" fmla="*/ 14 w 14"/>
                  <a:gd name="T31" fmla="*/ 8 h 14"/>
                  <a:gd name="T32" fmla="*/ 13 w 14"/>
                  <a:gd name="T33" fmla="*/ 11 h 14"/>
                  <a:gd name="T34" fmla="*/ 10 w 14"/>
                  <a:gd name="T35" fmla="*/ 14 h 14"/>
                  <a:gd name="T36" fmla="*/ 6 w 14"/>
                  <a:gd name="T37" fmla="*/ 13 h 14"/>
                  <a:gd name="T38" fmla="*/ 7 w 14"/>
                  <a:gd name="T39" fmla="*/ 11 h 14"/>
                  <a:gd name="T40" fmla="*/ 10 w 14"/>
                  <a:gd name="T41" fmla="*/ 11 h 14"/>
                  <a:gd name="T42" fmla="*/ 11 w 14"/>
                  <a:gd name="T43" fmla="*/ 10 h 14"/>
                  <a:gd name="T44" fmla="*/ 12 w 14"/>
                  <a:gd name="T45" fmla="*/ 8 h 14"/>
                  <a:gd name="T46" fmla="*/ 11 w 14"/>
                  <a:gd name="T47" fmla="*/ 6 h 14"/>
                  <a:gd name="T48" fmla="*/ 10 w 14"/>
                  <a:gd name="T49" fmla="*/ 6 h 14"/>
                  <a:gd name="T50" fmla="*/ 9 w 14"/>
                  <a:gd name="T51" fmla="*/ 7 h 14"/>
                  <a:gd name="T52" fmla="*/ 7 w 14"/>
                  <a:gd name="T53" fmla="*/ 8 h 14"/>
                  <a:gd name="T54" fmla="*/ 5 w 14"/>
                  <a:gd name="T55" fmla="*/ 10 h 14"/>
                  <a:gd name="T56" fmla="*/ 2 w 14"/>
                  <a:gd name="T57" fmla="*/ 9 h 14"/>
                  <a:gd name="T58" fmla="*/ 0 w 14"/>
                  <a:gd name="T59" fmla="*/ 8 h 14"/>
                  <a:gd name="T60" fmla="*/ 0 w 14"/>
                  <a:gd name="T61" fmla="*/ 6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4" h="14">
                    <a:moveTo>
                      <a:pt x="0" y="6"/>
                    </a:moveTo>
                    <a:cubicBezTo>
                      <a:pt x="0" y="5"/>
                      <a:pt x="1" y="4"/>
                      <a:pt x="1" y="3"/>
                    </a:cubicBezTo>
                    <a:cubicBezTo>
                      <a:pt x="2" y="2"/>
                      <a:pt x="3" y="1"/>
                      <a:pt x="4" y="1"/>
                    </a:cubicBezTo>
                    <a:cubicBezTo>
                      <a:pt x="5" y="0"/>
                      <a:pt x="7" y="1"/>
                      <a:pt x="8" y="1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3"/>
                      <a:pt x="5" y="3"/>
                      <a:pt x="5" y="3"/>
                    </a:cubicBezTo>
                    <a:cubicBezTo>
                      <a:pt x="4" y="4"/>
                      <a:pt x="4" y="4"/>
                      <a:pt x="3" y="5"/>
                    </a:cubicBezTo>
                    <a:cubicBezTo>
                      <a:pt x="3" y="5"/>
                      <a:pt x="2" y="6"/>
                      <a:pt x="3" y="6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3" y="7"/>
                      <a:pt x="4" y="7"/>
                      <a:pt x="4" y="7"/>
                    </a:cubicBezTo>
                    <a:cubicBezTo>
                      <a:pt x="4" y="7"/>
                      <a:pt x="5" y="7"/>
                      <a:pt x="6" y="6"/>
                    </a:cubicBezTo>
                    <a:cubicBezTo>
                      <a:pt x="7" y="5"/>
                      <a:pt x="8" y="4"/>
                      <a:pt x="9" y="4"/>
                    </a:cubicBezTo>
                    <a:cubicBezTo>
                      <a:pt x="9" y="4"/>
                      <a:pt x="10" y="3"/>
                      <a:pt x="11" y="3"/>
                    </a:cubicBezTo>
                    <a:cubicBezTo>
                      <a:pt x="11" y="3"/>
                      <a:pt x="12" y="4"/>
                      <a:pt x="13" y="4"/>
                    </a:cubicBezTo>
                    <a:cubicBezTo>
                      <a:pt x="13" y="5"/>
                      <a:pt x="14" y="5"/>
                      <a:pt x="14" y="6"/>
                    </a:cubicBezTo>
                    <a:cubicBezTo>
                      <a:pt x="14" y="7"/>
                      <a:pt x="14" y="7"/>
                      <a:pt x="14" y="8"/>
                    </a:cubicBezTo>
                    <a:cubicBezTo>
                      <a:pt x="14" y="9"/>
                      <a:pt x="14" y="10"/>
                      <a:pt x="13" y="11"/>
                    </a:cubicBezTo>
                    <a:cubicBezTo>
                      <a:pt x="12" y="12"/>
                      <a:pt x="11" y="13"/>
                      <a:pt x="10" y="14"/>
                    </a:cubicBezTo>
                    <a:cubicBezTo>
                      <a:pt x="9" y="14"/>
                      <a:pt x="7" y="14"/>
                      <a:pt x="6" y="13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8" y="11"/>
                      <a:pt x="9" y="11"/>
                      <a:pt x="10" y="11"/>
                    </a:cubicBezTo>
                    <a:cubicBezTo>
                      <a:pt x="10" y="11"/>
                      <a:pt x="11" y="10"/>
                      <a:pt x="11" y="10"/>
                    </a:cubicBezTo>
                    <a:cubicBezTo>
                      <a:pt x="12" y="9"/>
                      <a:pt x="12" y="8"/>
                      <a:pt x="12" y="8"/>
                    </a:cubicBezTo>
                    <a:cubicBezTo>
                      <a:pt x="12" y="7"/>
                      <a:pt x="12" y="7"/>
                      <a:pt x="11" y="6"/>
                    </a:cubicBezTo>
                    <a:cubicBezTo>
                      <a:pt x="11" y="6"/>
                      <a:pt x="11" y="6"/>
                      <a:pt x="10" y="6"/>
                    </a:cubicBezTo>
                    <a:cubicBezTo>
                      <a:pt x="10" y="6"/>
                      <a:pt x="10" y="6"/>
                      <a:pt x="9" y="7"/>
                    </a:cubicBezTo>
                    <a:cubicBezTo>
                      <a:pt x="9" y="7"/>
                      <a:pt x="8" y="7"/>
                      <a:pt x="7" y="8"/>
                    </a:cubicBezTo>
                    <a:cubicBezTo>
                      <a:pt x="6" y="9"/>
                      <a:pt x="5" y="10"/>
                      <a:pt x="5" y="10"/>
                    </a:cubicBezTo>
                    <a:cubicBezTo>
                      <a:pt x="4" y="10"/>
                      <a:pt x="3" y="10"/>
                      <a:pt x="2" y="9"/>
                    </a:cubicBezTo>
                    <a:cubicBezTo>
                      <a:pt x="1" y="9"/>
                      <a:pt x="1" y="9"/>
                      <a:pt x="0" y="8"/>
                    </a:cubicBezTo>
                    <a:cubicBezTo>
                      <a:pt x="0" y="7"/>
                      <a:pt x="0" y="7"/>
                      <a:pt x="0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íşļíḑè">
                <a:extLst>
                  <a:ext uri="{FF2B5EF4-FFF2-40B4-BE49-F238E27FC236}">
                    <a16:creationId xmlns:a16="http://schemas.microsoft.com/office/drawing/2014/main" id="{47A905E5-018C-47A3-9365-F9BA3A00BA5E}"/>
                  </a:ext>
                </a:extLst>
              </p:cNvPr>
              <p:cNvSpPr/>
              <p:nvPr/>
            </p:nvSpPr>
            <p:spPr bwMode="auto">
              <a:xfrm>
                <a:off x="5335588" y="3616326"/>
                <a:ext cx="60325" cy="52388"/>
              </a:xfrm>
              <a:custGeom>
                <a:avLst/>
                <a:gdLst>
                  <a:gd name="T0" fmla="*/ 12 w 18"/>
                  <a:gd name="T1" fmla="*/ 9 h 16"/>
                  <a:gd name="T2" fmla="*/ 10 w 18"/>
                  <a:gd name="T3" fmla="*/ 8 h 16"/>
                  <a:gd name="T4" fmla="*/ 9 w 18"/>
                  <a:gd name="T5" fmla="*/ 9 h 16"/>
                  <a:gd name="T6" fmla="*/ 8 w 18"/>
                  <a:gd name="T7" fmla="*/ 9 h 16"/>
                  <a:gd name="T8" fmla="*/ 8 w 18"/>
                  <a:gd name="T9" fmla="*/ 10 h 16"/>
                  <a:gd name="T10" fmla="*/ 12 w 18"/>
                  <a:gd name="T11" fmla="*/ 14 h 16"/>
                  <a:gd name="T12" fmla="*/ 10 w 18"/>
                  <a:gd name="T13" fmla="*/ 16 h 16"/>
                  <a:gd name="T14" fmla="*/ 0 w 18"/>
                  <a:gd name="T15" fmla="*/ 7 h 16"/>
                  <a:gd name="T16" fmla="*/ 4 w 18"/>
                  <a:gd name="T17" fmla="*/ 2 h 16"/>
                  <a:gd name="T18" fmla="*/ 6 w 18"/>
                  <a:gd name="T19" fmla="*/ 0 h 16"/>
                  <a:gd name="T20" fmla="*/ 8 w 18"/>
                  <a:gd name="T21" fmla="*/ 0 h 16"/>
                  <a:gd name="T22" fmla="*/ 10 w 18"/>
                  <a:gd name="T23" fmla="*/ 1 h 16"/>
                  <a:gd name="T24" fmla="*/ 12 w 18"/>
                  <a:gd name="T25" fmla="*/ 3 h 16"/>
                  <a:gd name="T26" fmla="*/ 11 w 18"/>
                  <a:gd name="T27" fmla="*/ 6 h 16"/>
                  <a:gd name="T28" fmla="*/ 12 w 18"/>
                  <a:gd name="T29" fmla="*/ 6 h 16"/>
                  <a:gd name="T30" fmla="*/ 15 w 18"/>
                  <a:gd name="T31" fmla="*/ 6 h 16"/>
                  <a:gd name="T32" fmla="*/ 18 w 18"/>
                  <a:gd name="T33" fmla="*/ 7 h 16"/>
                  <a:gd name="T34" fmla="*/ 16 w 18"/>
                  <a:gd name="T35" fmla="*/ 9 h 16"/>
                  <a:gd name="T36" fmla="*/ 12 w 18"/>
                  <a:gd name="T37" fmla="*/ 9 h 16"/>
                  <a:gd name="T38" fmla="*/ 9 w 18"/>
                  <a:gd name="T39" fmla="*/ 5 h 16"/>
                  <a:gd name="T40" fmla="*/ 9 w 18"/>
                  <a:gd name="T41" fmla="*/ 4 h 16"/>
                  <a:gd name="T42" fmla="*/ 8 w 18"/>
                  <a:gd name="T43" fmla="*/ 3 h 16"/>
                  <a:gd name="T44" fmla="*/ 7 w 18"/>
                  <a:gd name="T45" fmla="*/ 3 h 16"/>
                  <a:gd name="T46" fmla="*/ 6 w 18"/>
                  <a:gd name="T47" fmla="*/ 3 h 16"/>
                  <a:gd name="T48" fmla="*/ 5 w 18"/>
                  <a:gd name="T49" fmla="*/ 5 h 16"/>
                  <a:gd name="T50" fmla="*/ 3 w 18"/>
                  <a:gd name="T51" fmla="*/ 6 h 16"/>
                  <a:gd name="T52" fmla="*/ 6 w 18"/>
                  <a:gd name="T53" fmla="*/ 8 h 16"/>
                  <a:gd name="T54" fmla="*/ 7 w 18"/>
                  <a:gd name="T55" fmla="*/ 7 h 16"/>
                  <a:gd name="T56" fmla="*/ 9 w 18"/>
                  <a:gd name="T57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" h="16">
                    <a:moveTo>
                      <a:pt x="12" y="9"/>
                    </a:moveTo>
                    <a:cubicBezTo>
                      <a:pt x="11" y="8"/>
                      <a:pt x="10" y="8"/>
                      <a:pt x="10" y="8"/>
                    </a:cubicBezTo>
                    <a:cubicBezTo>
                      <a:pt x="10" y="8"/>
                      <a:pt x="9" y="8"/>
                      <a:pt x="9" y="9"/>
                    </a:cubicBezTo>
                    <a:cubicBezTo>
                      <a:pt x="9" y="9"/>
                      <a:pt x="8" y="9"/>
                      <a:pt x="8" y="9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12" y="14"/>
                      <a:pt x="12" y="14"/>
                      <a:pt x="12" y="14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1"/>
                      <a:pt x="6" y="1"/>
                      <a:pt x="6" y="0"/>
                    </a:cubicBezTo>
                    <a:cubicBezTo>
                      <a:pt x="7" y="0"/>
                      <a:pt x="8" y="0"/>
                      <a:pt x="8" y="0"/>
                    </a:cubicBezTo>
                    <a:cubicBezTo>
                      <a:pt x="9" y="0"/>
                      <a:pt x="10" y="1"/>
                      <a:pt x="10" y="1"/>
                    </a:cubicBezTo>
                    <a:cubicBezTo>
                      <a:pt x="11" y="2"/>
                      <a:pt x="11" y="3"/>
                      <a:pt x="12" y="3"/>
                    </a:cubicBezTo>
                    <a:cubicBezTo>
                      <a:pt x="12" y="4"/>
                      <a:pt x="11" y="5"/>
                      <a:pt x="11" y="6"/>
                    </a:cubicBezTo>
                    <a:cubicBezTo>
                      <a:pt x="11" y="6"/>
                      <a:pt x="12" y="6"/>
                      <a:pt x="12" y="6"/>
                    </a:cubicBezTo>
                    <a:cubicBezTo>
                      <a:pt x="13" y="6"/>
                      <a:pt x="14" y="6"/>
                      <a:pt x="15" y="6"/>
                    </a:cubicBezTo>
                    <a:cubicBezTo>
                      <a:pt x="18" y="7"/>
                      <a:pt x="18" y="7"/>
                      <a:pt x="18" y="7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2" y="9"/>
                      <a:pt x="12" y="9"/>
                      <a:pt x="12" y="9"/>
                    </a:cubicBezTo>
                    <a:close/>
                    <a:moveTo>
                      <a:pt x="9" y="5"/>
                    </a:moveTo>
                    <a:cubicBezTo>
                      <a:pt x="9" y="5"/>
                      <a:pt x="9" y="4"/>
                      <a:pt x="9" y="4"/>
                    </a:cubicBezTo>
                    <a:cubicBezTo>
                      <a:pt x="9" y="4"/>
                      <a:pt x="9" y="4"/>
                      <a:pt x="8" y="3"/>
                    </a:cubicBezTo>
                    <a:cubicBezTo>
                      <a:pt x="8" y="3"/>
                      <a:pt x="8" y="3"/>
                      <a:pt x="7" y="3"/>
                    </a:cubicBezTo>
                    <a:cubicBezTo>
                      <a:pt x="7" y="3"/>
                      <a:pt x="7" y="3"/>
                      <a:pt x="6" y="3"/>
                    </a:cubicBez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8" y="6"/>
                      <a:pt x="9" y="5"/>
                      <a:pt x="9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2" name="î$1îḋé">
                <a:extLst>
                  <a:ext uri="{FF2B5EF4-FFF2-40B4-BE49-F238E27FC236}">
                    <a16:creationId xmlns:a16="http://schemas.microsoft.com/office/drawing/2014/main" id="{B3C50769-1FD6-4599-9F0F-E27B386FCB4E}"/>
                  </a:ext>
                </a:extLst>
              </p:cNvPr>
              <p:cNvSpPr/>
              <p:nvPr/>
            </p:nvSpPr>
            <p:spPr bwMode="auto">
              <a:xfrm>
                <a:off x="5302250" y="3641726"/>
                <a:ext cx="57150" cy="57150"/>
              </a:xfrm>
              <a:custGeom>
                <a:avLst/>
                <a:gdLst>
                  <a:gd name="T0" fmla="*/ 19 w 36"/>
                  <a:gd name="T1" fmla="*/ 36 h 36"/>
                  <a:gd name="T2" fmla="*/ 0 w 36"/>
                  <a:gd name="T3" fmla="*/ 15 h 36"/>
                  <a:gd name="T4" fmla="*/ 17 w 36"/>
                  <a:gd name="T5" fmla="*/ 0 h 36"/>
                  <a:gd name="T6" fmla="*/ 19 w 36"/>
                  <a:gd name="T7" fmla="*/ 5 h 36"/>
                  <a:gd name="T8" fmla="*/ 9 w 36"/>
                  <a:gd name="T9" fmla="*/ 15 h 36"/>
                  <a:gd name="T10" fmla="*/ 13 w 36"/>
                  <a:gd name="T11" fmla="*/ 19 h 36"/>
                  <a:gd name="T12" fmla="*/ 23 w 36"/>
                  <a:gd name="T13" fmla="*/ 11 h 36"/>
                  <a:gd name="T14" fmla="*/ 25 w 36"/>
                  <a:gd name="T15" fmla="*/ 15 h 36"/>
                  <a:gd name="T16" fmla="*/ 15 w 36"/>
                  <a:gd name="T17" fmla="*/ 24 h 36"/>
                  <a:gd name="T18" fmla="*/ 19 w 36"/>
                  <a:gd name="T19" fmla="*/ 30 h 36"/>
                  <a:gd name="T20" fmla="*/ 31 w 36"/>
                  <a:gd name="T21" fmla="*/ 19 h 36"/>
                  <a:gd name="T22" fmla="*/ 36 w 36"/>
                  <a:gd name="T23" fmla="*/ 24 h 36"/>
                  <a:gd name="T24" fmla="*/ 19 w 36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" h="36">
                    <a:moveTo>
                      <a:pt x="19" y="36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19" y="5"/>
                    </a:lnTo>
                    <a:lnTo>
                      <a:pt x="9" y="15"/>
                    </a:lnTo>
                    <a:lnTo>
                      <a:pt x="13" y="19"/>
                    </a:lnTo>
                    <a:lnTo>
                      <a:pt x="23" y="11"/>
                    </a:lnTo>
                    <a:lnTo>
                      <a:pt x="25" y="15"/>
                    </a:lnTo>
                    <a:lnTo>
                      <a:pt x="15" y="24"/>
                    </a:lnTo>
                    <a:lnTo>
                      <a:pt x="19" y="30"/>
                    </a:lnTo>
                    <a:lnTo>
                      <a:pt x="31" y="19"/>
                    </a:lnTo>
                    <a:lnTo>
                      <a:pt x="36" y="24"/>
                    </a:lnTo>
                    <a:lnTo>
                      <a:pt x="19" y="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3" name="isļiḋê">
                <a:extLst>
                  <a:ext uri="{FF2B5EF4-FFF2-40B4-BE49-F238E27FC236}">
                    <a16:creationId xmlns:a16="http://schemas.microsoft.com/office/drawing/2014/main" id="{DF39C0CD-F391-4B36-8104-CF10B1316DDB}"/>
                  </a:ext>
                </a:extLst>
              </p:cNvPr>
              <p:cNvSpPr/>
              <p:nvPr/>
            </p:nvSpPr>
            <p:spPr bwMode="auto">
              <a:xfrm>
                <a:off x="5262563" y="3665538"/>
                <a:ext cx="46038" cy="53975"/>
              </a:xfrm>
              <a:custGeom>
                <a:avLst/>
                <a:gdLst>
                  <a:gd name="T0" fmla="*/ 23 w 29"/>
                  <a:gd name="T1" fmla="*/ 0 h 34"/>
                  <a:gd name="T2" fmla="*/ 29 w 29"/>
                  <a:gd name="T3" fmla="*/ 30 h 34"/>
                  <a:gd name="T4" fmla="*/ 23 w 29"/>
                  <a:gd name="T5" fmla="*/ 34 h 34"/>
                  <a:gd name="T6" fmla="*/ 0 w 29"/>
                  <a:gd name="T7" fmla="*/ 15 h 34"/>
                  <a:gd name="T8" fmla="*/ 7 w 29"/>
                  <a:gd name="T9" fmla="*/ 11 h 34"/>
                  <a:gd name="T10" fmla="*/ 23 w 29"/>
                  <a:gd name="T11" fmla="*/ 25 h 34"/>
                  <a:gd name="T12" fmla="*/ 19 w 29"/>
                  <a:gd name="T13" fmla="*/ 4 h 34"/>
                  <a:gd name="T14" fmla="*/ 23 w 29"/>
                  <a:gd name="T15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9" h="34">
                    <a:moveTo>
                      <a:pt x="23" y="0"/>
                    </a:moveTo>
                    <a:lnTo>
                      <a:pt x="29" y="30"/>
                    </a:lnTo>
                    <a:lnTo>
                      <a:pt x="23" y="34"/>
                    </a:lnTo>
                    <a:lnTo>
                      <a:pt x="0" y="15"/>
                    </a:lnTo>
                    <a:lnTo>
                      <a:pt x="7" y="11"/>
                    </a:lnTo>
                    <a:lnTo>
                      <a:pt x="23" y="25"/>
                    </a:lnTo>
                    <a:lnTo>
                      <a:pt x="19" y="4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4" name="íşḷíďè">
                <a:extLst>
                  <a:ext uri="{FF2B5EF4-FFF2-40B4-BE49-F238E27FC236}">
                    <a16:creationId xmlns:a16="http://schemas.microsoft.com/office/drawing/2014/main" id="{E3313441-9841-486D-9E6A-3820D270968E}"/>
                  </a:ext>
                </a:extLst>
              </p:cNvPr>
              <p:cNvSpPr/>
              <p:nvPr/>
            </p:nvSpPr>
            <p:spPr bwMode="auto">
              <a:xfrm>
                <a:off x="5249863" y="3689351"/>
                <a:ext cx="26988" cy="42863"/>
              </a:xfrm>
              <a:custGeom>
                <a:avLst/>
                <a:gdLst>
                  <a:gd name="T0" fmla="*/ 17 w 17"/>
                  <a:gd name="T1" fmla="*/ 25 h 27"/>
                  <a:gd name="T2" fmla="*/ 12 w 17"/>
                  <a:gd name="T3" fmla="*/ 27 h 27"/>
                  <a:gd name="T4" fmla="*/ 0 w 17"/>
                  <a:gd name="T5" fmla="*/ 2 h 27"/>
                  <a:gd name="T6" fmla="*/ 6 w 17"/>
                  <a:gd name="T7" fmla="*/ 0 h 27"/>
                  <a:gd name="T8" fmla="*/ 17 w 17"/>
                  <a:gd name="T9" fmla="*/ 2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7">
                    <a:moveTo>
                      <a:pt x="17" y="25"/>
                    </a:moveTo>
                    <a:lnTo>
                      <a:pt x="12" y="27"/>
                    </a:lnTo>
                    <a:lnTo>
                      <a:pt x="0" y="2"/>
                    </a:lnTo>
                    <a:lnTo>
                      <a:pt x="6" y="0"/>
                    </a:lnTo>
                    <a:lnTo>
                      <a:pt x="17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5" name="ïṩľíḓê">
                <a:extLst>
                  <a:ext uri="{FF2B5EF4-FFF2-40B4-BE49-F238E27FC236}">
                    <a16:creationId xmlns:a16="http://schemas.microsoft.com/office/drawing/2014/main" id="{F55D3F91-D03F-475E-BCF7-B3EEAC951C17}"/>
                  </a:ext>
                </a:extLst>
              </p:cNvPr>
              <p:cNvSpPr/>
              <p:nvPr/>
            </p:nvSpPr>
            <p:spPr bwMode="auto">
              <a:xfrm>
                <a:off x="5207000" y="3695701"/>
                <a:ext cx="46038" cy="53975"/>
              </a:xfrm>
              <a:custGeom>
                <a:avLst/>
                <a:gdLst>
                  <a:gd name="T0" fmla="*/ 23 w 29"/>
                  <a:gd name="T1" fmla="*/ 0 h 34"/>
                  <a:gd name="T2" fmla="*/ 29 w 29"/>
                  <a:gd name="T3" fmla="*/ 27 h 34"/>
                  <a:gd name="T4" fmla="*/ 25 w 29"/>
                  <a:gd name="T5" fmla="*/ 29 h 34"/>
                  <a:gd name="T6" fmla="*/ 8 w 29"/>
                  <a:gd name="T7" fmla="*/ 15 h 34"/>
                  <a:gd name="T8" fmla="*/ 12 w 29"/>
                  <a:gd name="T9" fmla="*/ 32 h 34"/>
                  <a:gd name="T10" fmla="*/ 8 w 29"/>
                  <a:gd name="T11" fmla="*/ 34 h 34"/>
                  <a:gd name="T12" fmla="*/ 0 w 29"/>
                  <a:gd name="T13" fmla="*/ 6 h 34"/>
                  <a:gd name="T14" fmla="*/ 6 w 29"/>
                  <a:gd name="T15" fmla="*/ 4 h 34"/>
                  <a:gd name="T16" fmla="*/ 23 w 29"/>
                  <a:gd name="T17" fmla="*/ 19 h 34"/>
                  <a:gd name="T18" fmla="*/ 17 w 29"/>
                  <a:gd name="T19" fmla="*/ 2 h 34"/>
                  <a:gd name="T20" fmla="*/ 23 w 29"/>
                  <a:gd name="T21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9" h="34">
                    <a:moveTo>
                      <a:pt x="23" y="0"/>
                    </a:moveTo>
                    <a:lnTo>
                      <a:pt x="29" y="27"/>
                    </a:lnTo>
                    <a:lnTo>
                      <a:pt x="25" y="29"/>
                    </a:lnTo>
                    <a:lnTo>
                      <a:pt x="8" y="15"/>
                    </a:lnTo>
                    <a:lnTo>
                      <a:pt x="12" y="32"/>
                    </a:lnTo>
                    <a:lnTo>
                      <a:pt x="8" y="34"/>
                    </a:lnTo>
                    <a:lnTo>
                      <a:pt x="0" y="6"/>
                    </a:lnTo>
                    <a:lnTo>
                      <a:pt x="6" y="4"/>
                    </a:lnTo>
                    <a:lnTo>
                      <a:pt x="23" y="19"/>
                    </a:lnTo>
                    <a:lnTo>
                      <a:pt x="17" y="2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6" name="íšlïḑe">
                <a:extLst>
                  <a:ext uri="{FF2B5EF4-FFF2-40B4-BE49-F238E27FC236}">
                    <a16:creationId xmlns:a16="http://schemas.microsoft.com/office/drawing/2014/main" id="{63DA53E3-4A5C-4ECF-A17F-7855ECDFA9E2}"/>
                  </a:ext>
                </a:extLst>
              </p:cNvPr>
              <p:cNvSpPr/>
              <p:nvPr/>
            </p:nvSpPr>
            <p:spPr bwMode="auto">
              <a:xfrm>
                <a:off x="5164138" y="3705226"/>
                <a:ext cx="36513" cy="50800"/>
              </a:xfrm>
              <a:custGeom>
                <a:avLst/>
                <a:gdLst>
                  <a:gd name="T0" fmla="*/ 9 w 11"/>
                  <a:gd name="T1" fmla="*/ 8 h 15"/>
                  <a:gd name="T2" fmla="*/ 8 w 11"/>
                  <a:gd name="T3" fmla="*/ 1 h 15"/>
                  <a:gd name="T4" fmla="*/ 11 w 11"/>
                  <a:gd name="T5" fmla="*/ 0 h 15"/>
                  <a:gd name="T6" fmla="*/ 11 w 11"/>
                  <a:gd name="T7" fmla="*/ 7 h 15"/>
                  <a:gd name="T8" fmla="*/ 11 w 11"/>
                  <a:gd name="T9" fmla="*/ 11 h 15"/>
                  <a:gd name="T10" fmla="*/ 11 w 11"/>
                  <a:gd name="T11" fmla="*/ 13 h 15"/>
                  <a:gd name="T12" fmla="*/ 9 w 11"/>
                  <a:gd name="T13" fmla="*/ 14 h 15"/>
                  <a:gd name="T14" fmla="*/ 7 w 11"/>
                  <a:gd name="T15" fmla="*/ 14 h 15"/>
                  <a:gd name="T16" fmla="*/ 4 w 11"/>
                  <a:gd name="T17" fmla="*/ 14 h 15"/>
                  <a:gd name="T18" fmla="*/ 2 w 11"/>
                  <a:gd name="T19" fmla="*/ 13 h 15"/>
                  <a:gd name="T20" fmla="*/ 1 w 11"/>
                  <a:gd name="T21" fmla="*/ 12 h 15"/>
                  <a:gd name="T22" fmla="*/ 1 w 11"/>
                  <a:gd name="T23" fmla="*/ 8 h 15"/>
                  <a:gd name="T24" fmla="*/ 0 w 11"/>
                  <a:gd name="T25" fmla="*/ 1 h 15"/>
                  <a:gd name="T26" fmla="*/ 3 w 11"/>
                  <a:gd name="T27" fmla="*/ 1 h 15"/>
                  <a:gd name="T28" fmla="*/ 3 w 11"/>
                  <a:gd name="T29" fmla="*/ 8 h 15"/>
                  <a:gd name="T30" fmla="*/ 4 w 11"/>
                  <a:gd name="T31" fmla="*/ 11 h 15"/>
                  <a:gd name="T32" fmla="*/ 4 w 11"/>
                  <a:gd name="T33" fmla="*/ 12 h 15"/>
                  <a:gd name="T34" fmla="*/ 6 w 11"/>
                  <a:gd name="T35" fmla="*/ 12 h 15"/>
                  <a:gd name="T36" fmla="*/ 8 w 11"/>
                  <a:gd name="T37" fmla="*/ 12 h 15"/>
                  <a:gd name="T38" fmla="*/ 9 w 11"/>
                  <a:gd name="T39" fmla="*/ 10 h 15"/>
                  <a:gd name="T40" fmla="*/ 9 w 11"/>
                  <a:gd name="T41" fmla="*/ 8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1" h="15">
                    <a:moveTo>
                      <a:pt x="9" y="8"/>
                    </a:moveTo>
                    <a:cubicBezTo>
                      <a:pt x="8" y="1"/>
                      <a:pt x="8" y="1"/>
                      <a:pt x="8" y="1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11" y="10"/>
                      <a:pt x="11" y="11"/>
                    </a:cubicBezTo>
                    <a:cubicBezTo>
                      <a:pt x="11" y="12"/>
                      <a:pt x="11" y="12"/>
                      <a:pt x="11" y="13"/>
                    </a:cubicBezTo>
                    <a:cubicBezTo>
                      <a:pt x="10" y="13"/>
                      <a:pt x="10" y="14"/>
                      <a:pt x="9" y="14"/>
                    </a:cubicBezTo>
                    <a:cubicBezTo>
                      <a:pt x="9" y="14"/>
                      <a:pt x="8" y="14"/>
                      <a:pt x="7" y="14"/>
                    </a:cubicBezTo>
                    <a:cubicBezTo>
                      <a:pt x="5" y="15"/>
                      <a:pt x="4" y="15"/>
                      <a:pt x="4" y="14"/>
                    </a:cubicBezTo>
                    <a:cubicBezTo>
                      <a:pt x="3" y="14"/>
                      <a:pt x="2" y="14"/>
                      <a:pt x="2" y="13"/>
                    </a:cubicBezTo>
                    <a:cubicBezTo>
                      <a:pt x="2" y="13"/>
                      <a:pt x="1" y="12"/>
                      <a:pt x="1" y="12"/>
                    </a:cubicBezTo>
                    <a:cubicBezTo>
                      <a:pt x="1" y="11"/>
                      <a:pt x="1" y="10"/>
                      <a:pt x="1" y="8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3" y="9"/>
                      <a:pt x="3" y="10"/>
                      <a:pt x="4" y="11"/>
                    </a:cubicBezTo>
                    <a:cubicBezTo>
                      <a:pt x="4" y="11"/>
                      <a:pt x="4" y="12"/>
                      <a:pt x="4" y="12"/>
                    </a:cubicBezTo>
                    <a:cubicBezTo>
                      <a:pt x="5" y="12"/>
                      <a:pt x="6" y="12"/>
                      <a:pt x="6" y="12"/>
                    </a:cubicBezTo>
                    <a:cubicBezTo>
                      <a:pt x="7" y="12"/>
                      <a:pt x="8" y="12"/>
                      <a:pt x="8" y="12"/>
                    </a:cubicBezTo>
                    <a:cubicBezTo>
                      <a:pt x="8" y="11"/>
                      <a:pt x="9" y="11"/>
                      <a:pt x="9" y="10"/>
                    </a:cubicBezTo>
                    <a:cubicBezTo>
                      <a:pt x="9" y="10"/>
                      <a:pt x="9" y="9"/>
                      <a:pt x="9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7" name="iṥļïḓê">
                <a:extLst>
                  <a:ext uri="{FF2B5EF4-FFF2-40B4-BE49-F238E27FC236}">
                    <a16:creationId xmlns:a16="http://schemas.microsoft.com/office/drawing/2014/main" id="{BBFF4709-8B5F-4C3A-A192-3FB0E46EF4CC}"/>
                  </a:ext>
                </a:extLst>
              </p:cNvPr>
              <p:cNvSpPr/>
              <p:nvPr/>
            </p:nvSpPr>
            <p:spPr bwMode="auto">
              <a:xfrm>
                <a:off x="5091113" y="3705226"/>
                <a:ext cx="42863" cy="47625"/>
              </a:xfrm>
              <a:custGeom>
                <a:avLst/>
                <a:gdLst>
                  <a:gd name="T0" fmla="*/ 9 w 13"/>
                  <a:gd name="T1" fmla="*/ 11 h 14"/>
                  <a:gd name="T2" fmla="*/ 10 w 13"/>
                  <a:gd name="T3" fmla="*/ 9 h 14"/>
                  <a:gd name="T4" fmla="*/ 7 w 13"/>
                  <a:gd name="T5" fmla="*/ 9 h 14"/>
                  <a:gd name="T6" fmla="*/ 7 w 13"/>
                  <a:gd name="T7" fmla="*/ 6 h 14"/>
                  <a:gd name="T8" fmla="*/ 13 w 13"/>
                  <a:gd name="T9" fmla="*/ 7 h 14"/>
                  <a:gd name="T10" fmla="*/ 12 w 13"/>
                  <a:gd name="T11" fmla="*/ 13 h 14"/>
                  <a:gd name="T12" fmla="*/ 9 w 13"/>
                  <a:gd name="T13" fmla="*/ 14 h 14"/>
                  <a:gd name="T14" fmla="*/ 6 w 13"/>
                  <a:gd name="T15" fmla="*/ 14 h 14"/>
                  <a:gd name="T16" fmla="*/ 2 w 13"/>
                  <a:gd name="T17" fmla="*/ 12 h 14"/>
                  <a:gd name="T18" fmla="*/ 0 w 13"/>
                  <a:gd name="T19" fmla="*/ 9 h 14"/>
                  <a:gd name="T20" fmla="*/ 0 w 13"/>
                  <a:gd name="T21" fmla="*/ 6 h 14"/>
                  <a:gd name="T22" fmla="*/ 2 w 13"/>
                  <a:gd name="T23" fmla="*/ 2 h 14"/>
                  <a:gd name="T24" fmla="*/ 5 w 13"/>
                  <a:gd name="T25" fmla="*/ 0 h 14"/>
                  <a:gd name="T26" fmla="*/ 8 w 13"/>
                  <a:gd name="T27" fmla="*/ 0 h 14"/>
                  <a:gd name="T28" fmla="*/ 12 w 13"/>
                  <a:gd name="T29" fmla="*/ 2 h 14"/>
                  <a:gd name="T30" fmla="*/ 13 w 13"/>
                  <a:gd name="T31" fmla="*/ 5 h 14"/>
                  <a:gd name="T32" fmla="*/ 10 w 13"/>
                  <a:gd name="T33" fmla="*/ 5 h 14"/>
                  <a:gd name="T34" fmla="*/ 9 w 13"/>
                  <a:gd name="T35" fmla="*/ 3 h 14"/>
                  <a:gd name="T36" fmla="*/ 8 w 13"/>
                  <a:gd name="T37" fmla="*/ 2 h 14"/>
                  <a:gd name="T38" fmla="*/ 5 w 13"/>
                  <a:gd name="T39" fmla="*/ 3 h 14"/>
                  <a:gd name="T40" fmla="*/ 3 w 13"/>
                  <a:gd name="T41" fmla="*/ 6 h 14"/>
                  <a:gd name="T42" fmla="*/ 4 w 13"/>
                  <a:gd name="T43" fmla="*/ 10 h 14"/>
                  <a:gd name="T44" fmla="*/ 6 w 13"/>
                  <a:gd name="T45" fmla="*/ 11 h 14"/>
                  <a:gd name="T46" fmla="*/ 8 w 13"/>
                  <a:gd name="T47" fmla="*/ 11 h 14"/>
                  <a:gd name="T48" fmla="*/ 9 w 13"/>
                  <a:gd name="T49" fmla="*/ 11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3" h="14">
                    <a:moveTo>
                      <a:pt x="9" y="11"/>
                    </a:moveTo>
                    <a:cubicBezTo>
                      <a:pt x="10" y="9"/>
                      <a:pt x="10" y="9"/>
                      <a:pt x="10" y="9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13"/>
                      <a:pt x="12" y="13"/>
                      <a:pt x="12" y="13"/>
                    </a:cubicBezTo>
                    <a:cubicBezTo>
                      <a:pt x="11" y="13"/>
                      <a:pt x="10" y="13"/>
                      <a:pt x="9" y="14"/>
                    </a:cubicBezTo>
                    <a:cubicBezTo>
                      <a:pt x="8" y="14"/>
                      <a:pt x="7" y="14"/>
                      <a:pt x="6" y="14"/>
                    </a:cubicBezTo>
                    <a:cubicBezTo>
                      <a:pt x="5" y="14"/>
                      <a:pt x="3" y="13"/>
                      <a:pt x="2" y="12"/>
                    </a:cubicBezTo>
                    <a:cubicBezTo>
                      <a:pt x="1" y="12"/>
                      <a:pt x="1" y="11"/>
                      <a:pt x="0" y="9"/>
                    </a:cubicBezTo>
                    <a:cubicBezTo>
                      <a:pt x="0" y="8"/>
                      <a:pt x="0" y="7"/>
                      <a:pt x="0" y="6"/>
                    </a:cubicBezTo>
                    <a:cubicBezTo>
                      <a:pt x="0" y="4"/>
                      <a:pt x="1" y="3"/>
                      <a:pt x="2" y="2"/>
                    </a:cubicBezTo>
                    <a:cubicBezTo>
                      <a:pt x="2" y="1"/>
                      <a:pt x="3" y="1"/>
                      <a:pt x="5" y="0"/>
                    </a:cubicBezTo>
                    <a:cubicBezTo>
                      <a:pt x="6" y="0"/>
                      <a:pt x="7" y="0"/>
                      <a:pt x="8" y="0"/>
                    </a:cubicBezTo>
                    <a:cubicBezTo>
                      <a:pt x="10" y="0"/>
                      <a:pt x="11" y="1"/>
                      <a:pt x="12" y="2"/>
                    </a:cubicBezTo>
                    <a:cubicBezTo>
                      <a:pt x="13" y="2"/>
                      <a:pt x="13" y="3"/>
                      <a:pt x="13" y="5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0" y="4"/>
                      <a:pt x="10" y="4"/>
                      <a:pt x="9" y="3"/>
                    </a:cubicBezTo>
                    <a:cubicBezTo>
                      <a:pt x="9" y="3"/>
                      <a:pt x="8" y="2"/>
                      <a:pt x="8" y="2"/>
                    </a:cubicBezTo>
                    <a:cubicBezTo>
                      <a:pt x="6" y="2"/>
                      <a:pt x="5" y="2"/>
                      <a:pt x="5" y="3"/>
                    </a:cubicBezTo>
                    <a:cubicBezTo>
                      <a:pt x="4" y="4"/>
                      <a:pt x="3" y="5"/>
                      <a:pt x="3" y="6"/>
                    </a:cubicBezTo>
                    <a:cubicBezTo>
                      <a:pt x="3" y="8"/>
                      <a:pt x="3" y="9"/>
                      <a:pt x="4" y="10"/>
                    </a:cubicBezTo>
                    <a:cubicBezTo>
                      <a:pt x="4" y="11"/>
                      <a:pt x="5" y="11"/>
                      <a:pt x="6" y="11"/>
                    </a:cubicBezTo>
                    <a:cubicBezTo>
                      <a:pt x="7" y="12"/>
                      <a:pt x="7" y="12"/>
                      <a:pt x="8" y="11"/>
                    </a:cubicBezTo>
                    <a:cubicBezTo>
                      <a:pt x="9" y="11"/>
                      <a:pt x="9" y="11"/>
                      <a:pt x="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8" name="îṩḷïḓè">
                <a:extLst>
                  <a:ext uri="{FF2B5EF4-FFF2-40B4-BE49-F238E27FC236}">
                    <a16:creationId xmlns:a16="http://schemas.microsoft.com/office/drawing/2014/main" id="{707FA54D-B4C7-497E-97AC-7EE62AA17D29}"/>
                  </a:ext>
                </a:extLst>
              </p:cNvPr>
              <p:cNvSpPr/>
              <p:nvPr/>
            </p:nvSpPr>
            <p:spPr bwMode="auto">
              <a:xfrm>
                <a:off x="5038725" y="3689351"/>
                <a:ext cx="49213" cy="52388"/>
              </a:xfrm>
              <a:custGeom>
                <a:avLst/>
                <a:gdLst>
                  <a:gd name="T0" fmla="*/ 21 w 31"/>
                  <a:gd name="T1" fmla="*/ 23 h 33"/>
                  <a:gd name="T2" fmla="*/ 27 w 31"/>
                  <a:gd name="T3" fmla="*/ 6 h 33"/>
                  <a:gd name="T4" fmla="*/ 31 w 31"/>
                  <a:gd name="T5" fmla="*/ 8 h 33"/>
                  <a:gd name="T6" fmla="*/ 23 w 31"/>
                  <a:gd name="T7" fmla="*/ 33 h 33"/>
                  <a:gd name="T8" fmla="*/ 16 w 31"/>
                  <a:gd name="T9" fmla="*/ 31 h 33"/>
                  <a:gd name="T10" fmla="*/ 12 w 31"/>
                  <a:gd name="T11" fmla="*/ 10 h 33"/>
                  <a:gd name="T12" fmla="*/ 6 w 31"/>
                  <a:gd name="T13" fmla="*/ 29 h 33"/>
                  <a:gd name="T14" fmla="*/ 0 w 31"/>
                  <a:gd name="T15" fmla="*/ 27 h 33"/>
                  <a:gd name="T16" fmla="*/ 10 w 31"/>
                  <a:gd name="T17" fmla="*/ 0 h 33"/>
                  <a:gd name="T18" fmla="*/ 14 w 31"/>
                  <a:gd name="T19" fmla="*/ 2 h 33"/>
                  <a:gd name="T20" fmla="*/ 21 w 31"/>
                  <a:gd name="T21" fmla="*/ 2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1" h="33">
                    <a:moveTo>
                      <a:pt x="21" y="23"/>
                    </a:moveTo>
                    <a:lnTo>
                      <a:pt x="27" y="6"/>
                    </a:lnTo>
                    <a:lnTo>
                      <a:pt x="31" y="8"/>
                    </a:lnTo>
                    <a:lnTo>
                      <a:pt x="23" y="33"/>
                    </a:lnTo>
                    <a:lnTo>
                      <a:pt x="16" y="31"/>
                    </a:lnTo>
                    <a:lnTo>
                      <a:pt x="12" y="10"/>
                    </a:lnTo>
                    <a:lnTo>
                      <a:pt x="6" y="29"/>
                    </a:lnTo>
                    <a:lnTo>
                      <a:pt x="0" y="27"/>
                    </a:lnTo>
                    <a:lnTo>
                      <a:pt x="10" y="0"/>
                    </a:lnTo>
                    <a:lnTo>
                      <a:pt x="14" y="2"/>
                    </a:lnTo>
                    <a:lnTo>
                      <a:pt x="21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9" name="ïśḻïdê">
                <a:extLst>
                  <a:ext uri="{FF2B5EF4-FFF2-40B4-BE49-F238E27FC236}">
                    <a16:creationId xmlns:a16="http://schemas.microsoft.com/office/drawing/2014/main" id="{72C9BFF9-DB34-4164-93D9-EA9400969614}"/>
                  </a:ext>
                </a:extLst>
              </p:cNvPr>
              <p:cNvSpPr/>
              <p:nvPr/>
            </p:nvSpPr>
            <p:spPr bwMode="auto">
              <a:xfrm>
                <a:off x="4995863" y="3671888"/>
                <a:ext cx="46038" cy="47625"/>
              </a:xfrm>
              <a:custGeom>
                <a:avLst/>
                <a:gdLst>
                  <a:gd name="T0" fmla="*/ 6 w 14"/>
                  <a:gd name="T1" fmla="*/ 3 h 14"/>
                  <a:gd name="T2" fmla="*/ 4 w 14"/>
                  <a:gd name="T3" fmla="*/ 5 h 14"/>
                  <a:gd name="T4" fmla="*/ 3 w 14"/>
                  <a:gd name="T5" fmla="*/ 9 h 14"/>
                  <a:gd name="T6" fmla="*/ 5 w 14"/>
                  <a:gd name="T7" fmla="*/ 11 h 14"/>
                  <a:gd name="T8" fmla="*/ 7 w 14"/>
                  <a:gd name="T9" fmla="*/ 11 h 14"/>
                  <a:gd name="T10" fmla="*/ 10 w 14"/>
                  <a:gd name="T11" fmla="*/ 9 h 14"/>
                  <a:gd name="T12" fmla="*/ 11 w 14"/>
                  <a:gd name="T13" fmla="*/ 6 h 14"/>
                  <a:gd name="T14" fmla="*/ 9 w 14"/>
                  <a:gd name="T15" fmla="*/ 3 h 14"/>
                  <a:gd name="T16" fmla="*/ 6 w 14"/>
                  <a:gd name="T17" fmla="*/ 3 h 14"/>
                  <a:gd name="T18" fmla="*/ 8 w 14"/>
                  <a:gd name="T19" fmla="*/ 14 h 14"/>
                  <a:gd name="T20" fmla="*/ 3 w 14"/>
                  <a:gd name="T21" fmla="*/ 13 h 14"/>
                  <a:gd name="T22" fmla="*/ 0 w 14"/>
                  <a:gd name="T23" fmla="*/ 9 h 14"/>
                  <a:gd name="T24" fmla="*/ 1 w 14"/>
                  <a:gd name="T25" fmla="*/ 4 h 14"/>
                  <a:gd name="T26" fmla="*/ 4 w 14"/>
                  <a:gd name="T27" fmla="*/ 1 h 14"/>
                  <a:gd name="T28" fmla="*/ 6 w 14"/>
                  <a:gd name="T29" fmla="*/ 0 h 14"/>
                  <a:gd name="T30" fmla="*/ 8 w 14"/>
                  <a:gd name="T31" fmla="*/ 0 h 14"/>
                  <a:gd name="T32" fmla="*/ 11 w 14"/>
                  <a:gd name="T33" fmla="*/ 1 h 14"/>
                  <a:gd name="T34" fmla="*/ 14 w 14"/>
                  <a:gd name="T35" fmla="*/ 5 h 14"/>
                  <a:gd name="T36" fmla="*/ 13 w 14"/>
                  <a:gd name="T37" fmla="*/ 11 h 14"/>
                  <a:gd name="T38" fmla="*/ 8 w 14"/>
                  <a:gd name="T39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4" h="14">
                    <a:moveTo>
                      <a:pt x="6" y="3"/>
                    </a:move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3" y="8"/>
                      <a:pt x="3" y="9"/>
                    </a:cubicBezTo>
                    <a:cubicBezTo>
                      <a:pt x="3" y="10"/>
                      <a:pt x="4" y="11"/>
                      <a:pt x="5" y="11"/>
                    </a:cubicBezTo>
                    <a:cubicBezTo>
                      <a:pt x="5" y="12"/>
                      <a:pt x="6" y="12"/>
                      <a:pt x="7" y="11"/>
                    </a:cubicBezTo>
                    <a:cubicBezTo>
                      <a:pt x="8" y="11"/>
                      <a:pt x="9" y="10"/>
                      <a:pt x="10" y="9"/>
                    </a:cubicBezTo>
                    <a:cubicBezTo>
                      <a:pt x="11" y="8"/>
                      <a:pt x="11" y="7"/>
                      <a:pt x="11" y="6"/>
                    </a:cubicBezTo>
                    <a:cubicBezTo>
                      <a:pt x="11" y="5"/>
                      <a:pt x="10" y="4"/>
                      <a:pt x="9" y="3"/>
                    </a:cubicBezTo>
                    <a:cubicBezTo>
                      <a:pt x="8" y="3"/>
                      <a:pt x="7" y="2"/>
                      <a:pt x="6" y="3"/>
                    </a:cubicBezTo>
                    <a:close/>
                    <a:moveTo>
                      <a:pt x="8" y="14"/>
                    </a:moveTo>
                    <a:cubicBezTo>
                      <a:pt x="7" y="14"/>
                      <a:pt x="5" y="14"/>
                      <a:pt x="3" y="13"/>
                    </a:cubicBezTo>
                    <a:cubicBezTo>
                      <a:pt x="2" y="12"/>
                      <a:pt x="1" y="11"/>
                      <a:pt x="0" y="9"/>
                    </a:cubicBezTo>
                    <a:cubicBezTo>
                      <a:pt x="0" y="7"/>
                      <a:pt x="0" y="6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4" y="1"/>
                      <a:pt x="5" y="0"/>
                      <a:pt x="6" y="0"/>
                    </a:cubicBezTo>
                    <a:cubicBezTo>
                      <a:pt x="6" y="0"/>
                      <a:pt x="7" y="0"/>
                      <a:pt x="8" y="0"/>
                    </a:cubicBezTo>
                    <a:cubicBezTo>
                      <a:pt x="9" y="0"/>
                      <a:pt x="10" y="1"/>
                      <a:pt x="11" y="1"/>
                    </a:cubicBezTo>
                    <a:cubicBezTo>
                      <a:pt x="12" y="2"/>
                      <a:pt x="13" y="4"/>
                      <a:pt x="14" y="5"/>
                    </a:cubicBezTo>
                    <a:cubicBezTo>
                      <a:pt x="14" y="7"/>
                      <a:pt x="14" y="9"/>
                      <a:pt x="13" y="11"/>
                    </a:cubicBezTo>
                    <a:cubicBezTo>
                      <a:pt x="11" y="12"/>
                      <a:pt x="10" y="13"/>
                      <a:pt x="8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ïSḻíḑe">
                <a:extLst>
                  <a:ext uri="{FF2B5EF4-FFF2-40B4-BE49-F238E27FC236}">
                    <a16:creationId xmlns:a16="http://schemas.microsoft.com/office/drawing/2014/main" id="{114C71F0-2E10-432B-8F4E-F9A3621ACE3A}"/>
                  </a:ext>
                </a:extLst>
              </p:cNvPr>
              <p:cNvSpPr/>
              <p:nvPr/>
            </p:nvSpPr>
            <p:spPr bwMode="auto">
              <a:xfrm>
                <a:off x="4948238" y="3638551"/>
                <a:ext cx="50800" cy="50800"/>
              </a:xfrm>
              <a:custGeom>
                <a:avLst/>
                <a:gdLst>
                  <a:gd name="T0" fmla="*/ 9 w 15"/>
                  <a:gd name="T1" fmla="*/ 3 h 15"/>
                  <a:gd name="T2" fmla="*/ 3 w 15"/>
                  <a:gd name="T3" fmla="*/ 10 h 15"/>
                  <a:gd name="T4" fmla="*/ 5 w 15"/>
                  <a:gd name="T5" fmla="*/ 11 h 15"/>
                  <a:gd name="T6" fmla="*/ 6 w 15"/>
                  <a:gd name="T7" fmla="*/ 12 h 15"/>
                  <a:gd name="T8" fmla="*/ 7 w 15"/>
                  <a:gd name="T9" fmla="*/ 13 h 15"/>
                  <a:gd name="T10" fmla="*/ 9 w 15"/>
                  <a:gd name="T11" fmla="*/ 12 h 15"/>
                  <a:gd name="T12" fmla="*/ 11 w 15"/>
                  <a:gd name="T13" fmla="*/ 10 h 15"/>
                  <a:gd name="T14" fmla="*/ 12 w 15"/>
                  <a:gd name="T15" fmla="*/ 8 h 15"/>
                  <a:gd name="T16" fmla="*/ 12 w 15"/>
                  <a:gd name="T17" fmla="*/ 7 h 15"/>
                  <a:gd name="T18" fmla="*/ 12 w 15"/>
                  <a:gd name="T19" fmla="*/ 6 h 15"/>
                  <a:gd name="T20" fmla="*/ 10 w 15"/>
                  <a:gd name="T21" fmla="*/ 4 h 15"/>
                  <a:gd name="T22" fmla="*/ 9 w 15"/>
                  <a:gd name="T23" fmla="*/ 3 h 15"/>
                  <a:gd name="T24" fmla="*/ 11 w 15"/>
                  <a:gd name="T25" fmla="*/ 14 h 15"/>
                  <a:gd name="T26" fmla="*/ 8 w 15"/>
                  <a:gd name="T27" fmla="*/ 15 h 15"/>
                  <a:gd name="T28" fmla="*/ 6 w 15"/>
                  <a:gd name="T29" fmla="*/ 15 h 15"/>
                  <a:gd name="T30" fmla="*/ 4 w 15"/>
                  <a:gd name="T31" fmla="*/ 13 h 15"/>
                  <a:gd name="T32" fmla="*/ 0 w 15"/>
                  <a:gd name="T33" fmla="*/ 10 h 15"/>
                  <a:gd name="T34" fmla="*/ 9 w 15"/>
                  <a:gd name="T35" fmla="*/ 0 h 15"/>
                  <a:gd name="T36" fmla="*/ 12 w 15"/>
                  <a:gd name="T37" fmla="*/ 3 h 15"/>
                  <a:gd name="T38" fmla="*/ 14 w 15"/>
                  <a:gd name="T39" fmla="*/ 5 h 15"/>
                  <a:gd name="T40" fmla="*/ 15 w 15"/>
                  <a:gd name="T41" fmla="*/ 7 h 15"/>
                  <a:gd name="T42" fmla="*/ 14 w 15"/>
                  <a:gd name="T43" fmla="*/ 10 h 15"/>
                  <a:gd name="T44" fmla="*/ 13 w 15"/>
                  <a:gd name="T45" fmla="*/ 12 h 15"/>
                  <a:gd name="T46" fmla="*/ 11 w 15"/>
                  <a:gd name="T47" fmla="*/ 14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5" h="15">
                    <a:moveTo>
                      <a:pt x="9" y="3"/>
                    </a:moveTo>
                    <a:cubicBezTo>
                      <a:pt x="3" y="10"/>
                      <a:pt x="3" y="10"/>
                      <a:pt x="3" y="10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5" y="12"/>
                      <a:pt x="6" y="12"/>
                      <a:pt x="6" y="12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3"/>
                      <a:pt x="8" y="13"/>
                      <a:pt x="9" y="12"/>
                    </a:cubicBezTo>
                    <a:cubicBezTo>
                      <a:pt x="9" y="12"/>
                      <a:pt x="10" y="11"/>
                      <a:pt x="11" y="10"/>
                    </a:cubicBezTo>
                    <a:cubicBezTo>
                      <a:pt x="11" y="10"/>
                      <a:pt x="12" y="9"/>
                      <a:pt x="12" y="8"/>
                    </a:cubicBezTo>
                    <a:cubicBezTo>
                      <a:pt x="12" y="8"/>
                      <a:pt x="12" y="7"/>
                      <a:pt x="12" y="7"/>
                    </a:cubicBezTo>
                    <a:cubicBezTo>
                      <a:pt x="12" y="7"/>
                      <a:pt x="12" y="6"/>
                      <a:pt x="12" y="6"/>
                    </a:cubicBezTo>
                    <a:cubicBezTo>
                      <a:pt x="11" y="5"/>
                      <a:pt x="11" y="5"/>
                      <a:pt x="10" y="4"/>
                    </a:cubicBezTo>
                    <a:cubicBezTo>
                      <a:pt x="9" y="3"/>
                      <a:pt x="9" y="3"/>
                      <a:pt x="9" y="3"/>
                    </a:cubicBezTo>
                    <a:close/>
                    <a:moveTo>
                      <a:pt x="11" y="14"/>
                    </a:moveTo>
                    <a:cubicBezTo>
                      <a:pt x="10" y="15"/>
                      <a:pt x="9" y="15"/>
                      <a:pt x="8" y="15"/>
                    </a:cubicBezTo>
                    <a:cubicBezTo>
                      <a:pt x="7" y="15"/>
                      <a:pt x="7" y="15"/>
                      <a:pt x="6" y="15"/>
                    </a:cubicBezTo>
                    <a:cubicBezTo>
                      <a:pt x="5" y="14"/>
                      <a:pt x="4" y="14"/>
                      <a:pt x="4" y="13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3" y="4"/>
                      <a:pt x="14" y="4"/>
                      <a:pt x="14" y="5"/>
                    </a:cubicBezTo>
                    <a:cubicBezTo>
                      <a:pt x="15" y="6"/>
                      <a:pt x="15" y="6"/>
                      <a:pt x="15" y="7"/>
                    </a:cubicBezTo>
                    <a:cubicBezTo>
                      <a:pt x="15" y="8"/>
                      <a:pt x="15" y="9"/>
                      <a:pt x="14" y="10"/>
                    </a:cubicBezTo>
                    <a:cubicBezTo>
                      <a:pt x="14" y="10"/>
                      <a:pt x="14" y="11"/>
                      <a:pt x="13" y="12"/>
                    </a:cubicBezTo>
                    <a:cubicBezTo>
                      <a:pt x="12" y="13"/>
                      <a:pt x="11" y="14"/>
                      <a:pt x="11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1" name="ïsľíḋè">
                <a:extLst>
                  <a:ext uri="{FF2B5EF4-FFF2-40B4-BE49-F238E27FC236}">
                    <a16:creationId xmlns:a16="http://schemas.microsoft.com/office/drawing/2014/main" id="{91F4A257-2A0F-4CD8-915C-0D17C78D509D}"/>
                  </a:ext>
                </a:extLst>
              </p:cNvPr>
              <p:cNvSpPr/>
              <p:nvPr/>
            </p:nvSpPr>
            <p:spPr bwMode="auto">
              <a:xfrm>
                <a:off x="4913313" y="3605213"/>
                <a:ext cx="58738" cy="57150"/>
              </a:xfrm>
              <a:custGeom>
                <a:avLst/>
                <a:gdLst>
                  <a:gd name="T0" fmla="*/ 37 w 37"/>
                  <a:gd name="T1" fmla="*/ 17 h 36"/>
                  <a:gd name="T2" fmla="*/ 14 w 37"/>
                  <a:gd name="T3" fmla="*/ 36 h 36"/>
                  <a:gd name="T4" fmla="*/ 10 w 37"/>
                  <a:gd name="T5" fmla="*/ 32 h 36"/>
                  <a:gd name="T6" fmla="*/ 18 w 37"/>
                  <a:gd name="T7" fmla="*/ 11 h 36"/>
                  <a:gd name="T8" fmla="*/ 4 w 37"/>
                  <a:gd name="T9" fmla="*/ 21 h 36"/>
                  <a:gd name="T10" fmla="*/ 0 w 37"/>
                  <a:gd name="T11" fmla="*/ 19 h 36"/>
                  <a:gd name="T12" fmla="*/ 20 w 37"/>
                  <a:gd name="T13" fmla="*/ 0 h 36"/>
                  <a:gd name="T14" fmla="*/ 25 w 37"/>
                  <a:gd name="T15" fmla="*/ 5 h 36"/>
                  <a:gd name="T16" fmla="*/ 18 w 37"/>
                  <a:gd name="T17" fmla="*/ 26 h 36"/>
                  <a:gd name="T18" fmla="*/ 33 w 37"/>
                  <a:gd name="T19" fmla="*/ 13 h 36"/>
                  <a:gd name="T20" fmla="*/ 37 w 37"/>
                  <a:gd name="T21" fmla="*/ 1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7" h="36">
                    <a:moveTo>
                      <a:pt x="37" y="17"/>
                    </a:moveTo>
                    <a:lnTo>
                      <a:pt x="14" y="36"/>
                    </a:lnTo>
                    <a:lnTo>
                      <a:pt x="10" y="32"/>
                    </a:lnTo>
                    <a:lnTo>
                      <a:pt x="18" y="11"/>
                    </a:lnTo>
                    <a:lnTo>
                      <a:pt x="4" y="21"/>
                    </a:lnTo>
                    <a:lnTo>
                      <a:pt x="0" y="19"/>
                    </a:lnTo>
                    <a:lnTo>
                      <a:pt x="20" y="0"/>
                    </a:lnTo>
                    <a:lnTo>
                      <a:pt x="25" y="5"/>
                    </a:lnTo>
                    <a:lnTo>
                      <a:pt x="18" y="26"/>
                    </a:lnTo>
                    <a:lnTo>
                      <a:pt x="33" y="13"/>
                    </a:lnTo>
                    <a:lnTo>
                      <a:pt x="37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2" name="iśļídé">
                <a:extLst>
                  <a:ext uri="{FF2B5EF4-FFF2-40B4-BE49-F238E27FC236}">
                    <a16:creationId xmlns:a16="http://schemas.microsoft.com/office/drawing/2014/main" id="{10EE661D-0A71-4477-BCFC-A73FF2DB2545}"/>
                  </a:ext>
                </a:extLst>
              </p:cNvPr>
              <p:cNvSpPr/>
              <p:nvPr/>
            </p:nvSpPr>
            <p:spPr bwMode="auto">
              <a:xfrm>
                <a:off x="4883150" y="3579813"/>
                <a:ext cx="52388" cy="46038"/>
              </a:xfrm>
              <a:custGeom>
                <a:avLst/>
                <a:gdLst>
                  <a:gd name="T0" fmla="*/ 0 w 33"/>
                  <a:gd name="T1" fmla="*/ 4 h 29"/>
                  <a:gd name="T2" fmla="*/ 31 w 33"/>
                  <a:gd name="T3" fmla="*/ 0 h 29"/>
                  <a:gd name="T4" fmla="*/ 33 w 33"/>
                  <a:gd name="T5" fmla="*/ 4 h 29"/>
                  <a:gd name="T6" fmla="*/ 14 w 33"/>
                  <a:gd name="T7" fmla="*/ 29 h 29"/>
                  <a:gd name="T8" fmla="*/ 10 w 33"/>
                  <a:gd name="T9" fmla="*/ 23 h 29"/>
                  <a:gd name="T10" fmla="*/ 16 w 33"/>
                  <a:gd name="T11" fmla="*/ 16 h 29"/>
                  <a:gd name="T12" fmla="*/ 10 w 33"/>
                  <a:gd name="T13" fmla="*/ 8 h 29"/>
                  <a:gd name="T14" fmla="*/ 4 w 33"/>
                  <a:gd name="T15" fmla="*/ 8 h 29"/>
                  <a:gd name="T16" fmla="*/ 0 w 33"/>
                  <a:gd name="T17" fmla="*/ 4 h 29"/>
                  <a:gd name="T18" fmla="*/ 0 w 33"/>
                  <a:gd name="T19" fmla="*/ 4 h 29"/>
                  <a:gd name="T20" fmla="*/ 19 w 33"/>
                  <a:gd name="T21" fmla="*/ 14 h 29"/>
                  <a:gd name="T22" fmla="*/ 27 w 33"/>
                  <a:gd name="T23" fmla="*/ 4 h 29"/>
                  <a:gd name="T24" fmla="*/ 14 w 33"/>
                  <a:gd name="T25" fmla="*/ 6 h 29"/>
                  <a:gd name="T26" fmla="*/ 19 w 33"/>
                  <a:gd name="T27" fmla="*/ 14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3" h="29">
                    <a:moveTo>
                      <a:pt x="0" y="4"/>
                    </a:moveTo>
                    <a:lnTo>
                      <a:pt x="31" y="0"/>
                    </a:lnTo>
                    <a:lnTo>
                      <a:pt x="33" y="4"/>
                    </a:lnTo>
                    <a:lnTo>
                      <a:pt x="14" y="29"/>
                    </a:lnTo>
                    <a:lnTo>
                      <a:pt x="10" y="23"/>
                    </a:lnTo>
                    <a:lnTo>
                      <a:pt x="16" y="16"/>
                    </a:lnTo>
                    <a:lnTo>
                      <a:pt x="10" y="8"/>
                    </a:lnTo>
                    <a:lnTo>
                      <a:pt x="4" y="8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  <a:moveTo>
                      <a:pt x="19" y="14"/>
                    </a:moveTo>
                    <a:lnTo>
                      <a:pt x="27" y="4"/>
                    </a:lnTo>
                    <a:lnTo>
                      <a:pt x="14" y="6"/>
                    </a:lnTo>
                    <a:lnTo>
                      <a:pt x="19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3" name="iṥlïḑé">
                <a:extLst>
                  <a:ext uri="{FF2B5EF4-FFF2-40B4-BE49-F238E27FC236}">
                    <a16:creationId xmlns:a16="http://schemas.microsoft.com/office/drawing/2014/main" id="{64D7C10C-C1B1-44FA-BB1E-78E008BACE0B}"/>
                  </a:ext>
                </a:extLst>
              </p:cNvPr>
              <p:cNvSpPr/>
              <p:nvPr/>
            </p:nvSpPr>
            <p:spPr bwMode="auto">
              <a:xfrm>
                <a:off x="4865688" y="3525838"/>
                <a:ext cx="53975" cy="49213"/>
              </a:xfrm>
              <a:custGeom>
                <a:avLst/>
                <a:gdLst>
                  <a:gd name="T0" fmla="*/ 15 w 34"/>
                  <a:gd name="T1" fmla="*/ 10 h 31"/>
                  <a:gd name="T2" fmla="*/ 2 w 34"/>
                  <a:gd name="T3" fmla="*/ 15 h 31"/>
                  <a:gd name="T4" fmla="*/ 0 w 34"/>
                  <a:gd name="T5" fmla="*/ 8 h 31"/>
                  <a:gd name="T6" fmla="*/ 27 w 34"/>
                  <a:gd name="T7" fmla="*/ 0 h 31"/>
                  <a:gd name="T8" fmla="*/ 30 w 34"/>
                  <a:gd name="T9" fmla="*/ 4 h 31"/>
                  <a:gd name="T10" fmla="*/ 19 w 34"/>
                  <a:gd name="T11" fmla="*/ 8 h 31"/>
                  <a:gd name="T12" fmla="*/ 21 w 34"/>
                  <a:gd name="T13" fmla="*/ 19 h 31"/>
                  <a:gd name="T14" fmla="*/ 34 w 34"/>
                  <a:gd name="T15" fmla="*/ 15 h 31"/>
                  <a:gd name="T16" fmla="*/ 34 w 34"/>
                  <a:gd name="T17" fmla="*/ 21 h 31"/>
                  <a:gd name="T18" fmla="*/ 9 w 34"/>
                  <a:gd name="T19" fmla="*/ 31 h 31"/>
                  <a:gd name="T20" fmla="*/ 7 w 34"/>
                  <a:gd name="T21" fmla="*/ 25 h 31"/>
                  <a:gd name="T22" fmla="*/ 17 w 34"/>
                  <a:gd name="T23" fmla="*/ 21 h 31"/>
                  <a:gd name="T24" fmla="*/ 15 w 34"/>
                  <a:gd name="T25" fmla="*/ 1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4" h="31">
                    <a:moveTo>
                      <a:pt x="15" y="10"/>
                    </a:moveTo>
                    <a:lnTo>
                      <a:pt x="2" y="15"/>
                    </a:lnTo>
                    <a:lnTo>
                      <a:pt x="0" y="8"/>
                    </a:lnTo>
                    <a:lnTo>
                      <a:pt x="27" y="0"/>
                    </a:lnTo>
                    <a:lnTo>
                      <a:pt x="30" y="4"/>
                    </a:lnTo>
                    <a:lnTo>
                      <a:pt x="19" y="8"/>
                    </a:lnTo>
                    <a:lnTo>
                      <a:pt x="21" y="19"/>
                    </a:lnTo>
                    <a:lnTo>
                      <a:pt x="34" y="15"/>
                    </a:lnTo>
                    <a:lnTo>
                      <a:pt x="34" y="21"/>
                    </a:lnTo>
                    <a:lnTo>
                      <a:pt x="9" y="31"/>
                    </a:lnTo>
                    <a:lnTo>
                      <a:pt x="7" y="25"/>
                    </a:lnTo>
                    <a:lnTo>
                      <a:pt x="17" y="21"/>
                    </a:lnTo>
                    <a:lnTo>
                      <a:pt x="15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4" name="îṧḷiḑé">
                <a:extLst>
                  <a:ext uri="{FF2B5EF4-FFF2-40B4-BE49-F238E27FC236}">
                    <a16:creationId xmlns:a16="http://schemas.microsoft.com/office/drawing/2014/main" id="{7539DE5E-FC79-4564-BE36-C204A33D1E11}"/>
                  </a:ext>
                </a:extLst>
              </p:cNvPr>
              <p:cNvSpPr/>
              <p:nvPr/>
            </p:nvSpPr>
            <p:spPr bwMode="auto">
              <a:xfrm>
                <a:off x="4856163" y="3486151"/>
                <a:ext cx="49213" cy="39688"/>
              </a:xfrm>
              <a:custGeom>
                <a:avLst/>
                <a:gdLst>
                  <a:gd name="T0" fmla="*/ 4 w 15"/>
                  <a:gd name="T1" fmla="*/ 1 h 12"/>
                  <a:gd name="T2" fmla="*/ 5 w 15"/>
                  <a:gd name="T3" fmla="*/ 3 h 12"/>
                  <a:gd name="T4" fmla="*/ 3 w 15"/>
                  <a:gd name="T5" fmla="*/ 4 h 12"/>
                  <a:gd name="T6" fmla="*/ 3 w 15"/>
                  <a:gd name="T7" fmla="*/ 6 h 12"/>
                  <a:gd name="T8" fmla="*/ 4 w 15"/>
                  <a:gd name="T9" fmla="*/ 8 h 12"/>
                  <a:gd name="T10" fmla="*/ 5 w 15"/>
                  <a:gd name="T11" fmla="*/ 9 h 12"/>
                  <a:gd name="T12" fmla="*/ 6 w 15"/>
                  <a:gd name="T13" fmla="*/ 8 h 12"/>
                  <a:gd name="T14" fmla="*/ 6 w 15"/>
                  <a:gd name="T15" fmla="*/ 7 h 12"/>
                  <a:gd name="T16" fmla="*/ 6 w 15"/>
                  <a:gd name="T17" fmla="*/ 5 h 12"/>
                  <a:gd name="T18" fmla="*/ 7 w 15"/>
                  <a:gd name="T19" fmla="*/ 2 h 12"/>
                  <a:gd name="T20" fmla="*/ 10 w 15"/>
                  <a:gd name="T21" fmla="*/ 0 h 12"/>
                  <a:gd name="T22" fmla="*/ 12 w 15"/>
                  <a:gd name="T23" fmla="*/ 0 h 12"/>
                  <a:gd name="T24" fmla="*/ 13 w 15"/>
                  <a:gd name="T25" fmla="*/ 2 h 12"/>
                  <a:gd name="T26" fmla="*/ 14 w 15"/>
                  <a:gd name="T27" fmla="*/ 4 h 12"/>
                  <a:gd name="T28" fmla="*/ 14 w 15"/>
                  <a:gd name="T29" fmla="*/ 8 h 12"/>
                  <a:gd name="T30" fmla="*/ 11 w 15"/>
                  <a:gd name="T31" fmla="*/ 10 h 12"/>
                  <a:gd name="T32" fmla="*/ 11 w 15"/>
                  <a:gd name="T33" fmla="*/ 7 h 12"/>
                  <a:gd name="T34" fmla="*/ 12 w 15"/>
                  <a:gd name="T35" fmla="*/ 6 h 12"/>
                  <a:gd name="T36" fmla="*/ 12 w 15"/>
                  <a:gd name="T37" fmla="*/ 5 h 12"/>
                  <a:gd name="T38" fmla="*/ 11 w 15"/>
                  <a:gd name="T39" fmla="*/ 3 h 12"/>
                  <a:gd name="T40" fmla="*/ 10 w 15"/>
                  <a:gd name="T41" fmla="*/ 3 h 12"/>
                  <a:gd name="T42" fmla="*/ 10 w 15"/>
                  <a:gd name="T43" fmla="*/ 3 h 12"/>
                  <a:gd name="T44" fmla="*/ 9 w 15"/>
                  <a:gd name="T45" fmla="*/ 6 h 12"/>
                  <a:gd name="T46" fmla="*/ 9 w 15"/>
                  <a:gd name="T47" fmla="*/ 9 h 12"/>
                  <a:gd name="T48" fmla="*/ 8 w 15"/>
                  <a:gd name="T49" fmla="*/ 10 h 12"/>
                  <a:gd name="T50" fmla="*/ 6 w 15"/>
                  <a:gd name="T51" fmla="*/ 11 h 12"/>
                  <a:gd name="T52" fmla="*/ 3 w 15"/>
                  <a:gd name="T53" fmla="*/ 11 h 12"/>
                  <a:gd name="T54" fmla="*/ 1 w 15"/>
                  <a:gd name="T55" fmla="*/ 10 h 12"/>
                  <a:gd name="T56" fmla="*/ 0 w 15"/>
                  <a:gd name="T57" fmla="*/ 7 h 12"/>
                  <a:gd name="T58" fmla="*/ 1 w 15"/>
                  <a:gd name="T59" fmla="*/ 3 h 12"/>
                  <a:gd name="T60" fmla="*/ 4 w 15"/>
                  <a:gd name="T61" fmla="*/ 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" h="12">
                    <a:moveTo>
                      <a:pt x="4" y="1"/>
                    </a:moveTo>
                    <a:cubicBezTo>
                      <a:pt x="5" y="3"/>
                      <a:pt x="5" y="3"/>
                      <a:pt x="5" y="3"/>
                    </a:cubicBezTo>
                    <a:cubicBezTo>
                      <a:pt x="4" y="3"/>
                      <a:pt x="3" y="4"/>
                      <a:pt x="3" y="4"/>
                    </a:cubicBezTo>
                    <a:cubicBezTo>
                      <a:pt x="3" y="5"/>
                      <a:pt x="3" y="6"/>
                      <a:pt x="3" y="6"/>
                    </a:cubicBezTo>
                    <a:cubicBezTo>
                      <a:pt x="3" y="7"/>
                      <a:pt x="3" y="8"/>
                      <a:pt x="4" y="8"/>
                    </a:cubicBezTo>
                    <a:cubicBezTo>
                      <a:pt x="4" y="9"/>
                      <a:pt x="5" y="9"/>
                      <a:pt x="5" y="9"/>
                    </a:cubicBezTo>
                    <a:cubicBezTo>
                      <a:pt x="5" y="9"/>
                      <a:pt x="6" y="8"/>
                      <a:pt x="6" y="8"/>
                    </a:cubicBezTo>
                    <a:cubicBezTo>
                      <a:pt x="6" y="8"/>
                      <a:pt x="6" y="8"/>
                      <a:pt x="6" y="7"/>
                    </a:cubicBezTo>
                    <a:cubicBezTo>
                      <a:pt x="6" y="7"/>
                      <a:pt x="6" y="6"/>
                      <a:pt x="6" y="5"/>
                    </a:cubicBezTo>
                    <a:cubicBezTo>
                      <a:pt x="7" y="3"/>
                      <a:pt x="7" y="2"/>
                      <a:pt x="7" y="2"/>
                    </a:cubicBezTo>
                    <a:cubicBezTo>
                      <a:pt x="8" y="1"/>
                      <a:pt x="9" y="0"/>
                      <a:pt x="10" y="0"/>
                    </a:cubicBezTo>
                    <a:cubicBezTo>
                      <a:pt x="10" y="0"/>
                      <a:pt x="11" y="0"/>
                      <a:pt x="12" y="0"/>
                    </a:cubicBezTo>
                    <a:cubicBezTo>
                      <a:pt x="12" y="1"/>
                      <a:pt x="13" y="1"/>
                      <a:pt x="13" y="2"/>
                    </a:cubicBezTo>
                    <a:cubicBezTo>
                      <a:pt x="14" y="2"/>
                      <a:pt x="14" y="3"/>
                      <a:pt x="14" y="4"/>
                    </a:cubicBezTo>
                    <a:cubicBezTo>
                      <a:pt x="15" y="6"/>
                      <a:pt x="14" y="7"/>
                      <a:pt x="14" y="8"/>
                    </a:cubicBezTo>
                    <a:cubicBezTo>
                      <a:pt x="13" y="9"/>
                      <a:pt x="12" y="10"/>
                      <a:pt x="11" y="10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1" y="7"/>
                      <a:pt x="12" y="7"/>
                      <a:pt x="12" y="6"/>
                    </a:cubicBezTo>
                    <a:cubicBezTo>
                      <a:pt x="12" y="6"/>
                      <a:pt x="12" y="5"/>
                      <a:pt x="12" y="5"/>
                    </a:cubicBezTo>
                    <a:cubicBezTo>
                      <a:pt x="12" y="4"/>
                      <a:pt x="12" y="3"/>
                      <a:pt x="11" y="3"/>
                    </a:cubicBezTo>
                    <a:cubicBezTo>
                      <a:pt x="11" y="3"/>
                      <a:pt x="11" y="2"/>
                      <a:pt x="10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9" y="3"/>
                      <a:pt x="9" y="4"/>
                      <a:pt x="9" y="6"/>
                    </a:cubicBezTo>
                    <a:cubicBezTo>
                      <a:pt x="9" y="7"/>
                      <a:pt x="9" y="8"/>
                      <a:pt x="9" y="9"/>
                    </a:cubicBezTo>
                    <a:cubicBezTo>
                      <a:pt x="8" y="9"/>
                      <a:pt x="8" y="10"/>
                      <a:pt x="8" y="10"/>
                    </a:cubicBezTo>
                    <a:cubicBezTo>
                      <a:pt x="7" y="11"/>
                      <a:pt x="6" y="11"/>
                      <a:pt x="6" y="11"/>
                    </a:cubicBezTo>
                    <a:cubicBezTo>
                      <a:pt x="5" y="12"/>
                      <a:pt x="4" y="11"/>
                      <a:pt x="3" y="11"/>
                    </a:cubicBezTo>
                    <a:cubicBezTo>
                      <a:pt x="3" y="11"/>
                      <a:pt x="2" y="10"/>
                      <a:pt x="1" y="10"/>
                    </a:cubicBezTo>
                    <a:cubicBezTo>
                      <a:pt x="1" y="9"/>
                      <a:pt x="1" y="8"/>
                      <a:pt x="0" y="7"/>
                    </a:cubicBezTo>
                    <a:cubicBezTo>
                      <a:pt x="0" y="5"/>
                      <a:pt x="0" y="4"/>
                      <a:pt x="1" y="3"/>
                    </a:cubicBezTo>
                    <a:cubicBezTo>
                      <a:pt x="2" y="2"/>
                      <a:pt x="3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5" name="ïṣḷîďé">
                <a:extLst>
                  <a:ext uri="{FF2B5EF4-FFF2-40B4-BE49-F238E27FC236}">
                    <a16:creationId xmlns:a16="http://schemas.microsoft.com/office/drawing/2014/main" id="{A365E589-706F-4B3F-B387-7E7476A019D5}"/>
                  </a:ext>
                </a:extLst>
              </p:cNvPr>
              <p:cNvSpPr/>
              <p:nvPr/>
            </p:nvSpPr>
            <p:spPr bwMode="auto">
              <a:xfrm>
                <a:off x="4916488" y="3205163"/>
                <a:ext cx="474663" cy="477838"/>
              </a:xfrm>
              <a:custGeom>
                <a:avLst/>
                <a:gdLst>
                  <a:gd name="T0" fmla="*/ 72 w 144"/>
                  <a:gd name="T1" fmla="*/ 143 h 143"/>
                  <a:gd name="T2" fmla="*/ 0 w 144"/>
                  <a:gd name="T3" fmla="*/ 72 h 143"/>
                  <a:gd name="T4" fmla="*/ 72 w 144"/>
                  <a:gd name="T5" fmla="*/ 0 h 143"/>
                  <a:gd name="T6" fmla="*/ 144 w 144"/>
                  <a:gd name="T7" fmla="*/ 72 h 143"/>
                  <a:gd name="T8" fmla="*/ 72 w 144"/>
                  <a:gd name="T9" fmla="*/ 143 h 143"/>
                  <a:gd name="T10" fmla="*/ 3 w 144"/>
                  <a:gd name="T11" fmla="*/ 72 h 143"/>
                  <a:gd name="T12" fmla="*/ 10 w 144"/>
                  <a:gd name="T13" fmla="*/ 102 h 143"/>
                  <a:gd name="T14" fmla="*/ 133 w 144"/>
                  <a:gd name="T15" fmla="*/ 102 h 143"/>
                  <a:gd name="T16" fmla="*/ 141 w 144"/>
                  <a:gd name="T17" fmla="*/ 72 h 143"/>
                  <a:gd name="T18" fmla="*/ 72 w 144"/>
                  <a:gd name="T19" fmla="*/ 3 h 143"/>
                  <a:gd name="T20" fmla="*/ 3 w 144"/>
                  <a:gd name="T21" fmla="*/ 72 h 143"/>
                  <a:gd name="T22" fmla="*/ 132 w 144"/>
                  <a:gd name="T23" fmla="*/ 106 h 143"/>
                  <a:gd name="T24" fmla="*/ 12 w 144"/>
                  <a:gd name="T25" fmla="*/ 106 h 143"/>
                  <a:gd name="T26" fmla="*/ 72 w 144"/>
                  <a:gd name="T27" fmla="*/ 140 h 143"/>
                  <a:gd name="T28" fmla="*/ 132 w 144"/>
                  <a:gd name="T29" fmla="*/ 106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4" h="143">
                    <a:moveTo>
                      <a:pt x="72" y="143"/>
                    </a:moveTo>
                    <a:cubicBezTo>
                      <a:pt x="32" y="143"/>
                      <a:pt x="0" y="111"/>
                      <a:pt x="0" y="72"/>
                    </a:cubicBezTo>
                    <a:cubicBezTo>
                      <a:pt x="0" y="32"/>
                      <a:pt x="32" y="0"/>
                      <a:pt x="72" y="0"/>
                    </a:cubicBezTo>
                    <a:cubicBezTo>
                      <a:pt x="111" y="0"/>
                      <a:pt x="144" y="32"/>
                      <a:pt x="144" y="72"/>
                    </a:cubicBezTo>
                    <a:cubicBezTo>
                      <a:pt x="144" y="111"/>
                      <a:pt x="111" y="143"/>
                      <a:pt x="72" y="143"/>
                    </a:cubicBezTo>
                    <a:close/>
                    <a:moveTo>
                      <a:pt x="3" y="72"/>
                    </a:moveTo>
                    <a:cubicBezTo>
                      <a:pt x="3" y="83"/>
                      <a:pt x="6" y="93"/>
                      <a:pt x="10" y="102"/>
                    </a:cubicBezTo>
                    <a:cubicBezTo>
                      <a:pt x="133" y="102"/>
                      <a:pt x="133" y="102"/>
                      <a:pt x="133" y="102"/>
                    </a:cubicBezTo>
                    <a:cubicBezTo>
                      <a:pt x="138" y="93"/>
                      <a:pt x="141" y="83"/>
                      <a:pt x="141" y="72"/>
                    </a:cubicBezTo>
                    <a:cubicBezTo>
                      <a:pt x="141" y="34"/>
                      <a:pt x="110" y="3"/>
                      <a:pt x="72" y="3"/>
                    </a:cubicBezTo>
                    <a:cubicBezTo>
                      <a:pt x="34" y="3"/>
                      <a:pt x="3" y="34"/>
                      <a:pt x="3" y="72"/>
                    </a:cubicBezTo>
                    <a:close/>
                    <a:moveTo>
                      <a:pt x="132" y="106"/>
                    </a:moveTo>
                    <a:cubicBezTo>
                      <a:pt x="12" y="106"/>
                      <a:pt x="12" y="106"/>
                      <a:pt x="12" y="106"/>
                    </a:cubicBezTo>
                    <a:cubicBezTo>
                      <a:pt x="24" y="126"/>
                      <a:pt x="46" y="140"/>
                      <a:pt x="72" y="140"/>
                    </a:cubicBezTo>
                    <a:cubicBezTo>
                      <a:pt x="97" y="140"/>
                      <a:pt x="120" y="126"/>
                      <a:pt x="132" y="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6" name="iṧḻîďé">
                <a:extLst>
                  <a:ext uri="{FF2B5EF4-FFF2-40B4-BE49-F238E27FC236}">
                    <a16:creationId xmlns:a16="http://schemas.microsoft.com/office/drawing/2014/main" id="{37DC4535-2BA3-49A9-953E-5F1EDD480300}"/>
                  </a:ext>
                </a:extLst>
              </p:cNvPr>
              <p:cNvSpPr/>
              <p:nvPr/>
            </p:nvSpPr>
            <p:spPr bwMode="auto">
              <a:xfrm>
                <a:off x="4948238" y="3235326"/>
                <a:ext cx="411163" cy="306388"/>
              </a:xfrm>
              <a:custGeom>
                <a:avLst/>
                <a:gdLst>
                  <a:gd name="T0" fmla="*/ 114 w 124"/>
                  <a:gd name="T1" fmla="*/ 68 h 92"/>
                  <a:gd name="T2" fmla="*/ 103 w 124"/>
                  <a:gd name="T3" fmla="*/ 62 h 92"/>
                  <a:gd name="T4" fmla="*/ 95 w 124"/>
                  <a:gd name="T5" fmla="*/ 68 h 92"/>
                  <a:gd name="T6" fmla="*/ 83 w 124"/>
                  <a:gd name="T7" fmla="*/ 62 h 92"/>
                  <a:gd name="T8" fmla="*/ 70 w 124"/>
                  <a:gd name="T9" fmla="*/ 81 h 92"/>
                  <a:gd name="T10" fmla="*/ 104 w 124"/>
                  <a:gd name="T11" fmla="*/ 76 h 92"/>
                  <a:gd name="T12" fmla="*/ 124 w 124"/>
                  <a:gd name="T13" fmla="*/ 83 h 92"/>
                  <a:gd name="T14" fmla="*/ 81 w 124"/>
                  <a:gd name="T15" fmla="*/ 84 h 92"/>
                  <a:gd name="T16" fmla="*/ 43 w 124"/>
                  <a:gd name="T17" fmla="*/ 84 h 92"/>
                  <a:gd name="T18" fmla="*/ 0 w 124"/>
                  <a:gd name="T19" fmla="*/ 83 h 92"/>
                  <a:gd name="T20" fmla="*/ 19 w 124"/>
                  <a:gd name="T21" fmla="*/ 76 h 92"/>
                  <a:gd name="T22" fmla="*/ 54 w 124"/>
                  <a:gd name="T23" fmla="*/ 81 h 92"/>
                  <a:gd name="T24" fmla="*/ 53 w 124"/>
                  <a:gd name="T25" fmla="*/ 62 h 92"/>
                  <a:gd name="T26" fmla="*/ 44 w 124"/>
                  <a:gd name="T27" fmla="*/ 55 h 92"/>
                  <a:gd name="T28" fmla="*/ 30 w 124"/>
                  <a:gd name="T29" fmla="*/ 66 h 92"/>
                  <a:gd name="T30" fmla="*/ 24 w 124"/>
                  <a:gd name="T31" fmla="*/ 55 h 92"/>
                  <a:gd name="T32" fmla="*/ 10 w 124"/>
                  <a:gd name="T33" fmla="*/ 66 h 92"/>
                  <a:gd name="T34" fmla="*/ 4 w 124"/>
                  <a:gd name="T35" fmla="*/ 56 h 92"/>
                  <a:gd name="T36" fmla="*/ 20 w 124"/>
                  <a:gd name="T37" fmla="*/ 47 h 92"/>
                  <a:gd name="T38" fmla="*/ 45 w 124"/>
                  <a:gd name="T39" fmla="*/ 35 h 92"/>
                  <a:gd name="T40" fmla="*/ 79 w 124"/>
                  <a:gd name="T41" fmla="*/ 35 h 92"/>
                  <a:gd name="T42" fmla="*/ 107 w 124"/>
                  <a:gd name="T43" fmla="*/ 53 h 92"/>
                  <a:gd name="T44" fmla="*/ 120 w 124"/>
                  <a:gd name="T45" fmla="*/ 62 h 92"/>
                  <a:gd name="T46" fmla="*/ 47 w 124"/>
                  <a:gd name="T47" fmla="*/ 47 h 92"/>
                  <a:gd name="T48" fmla="*/ 60 w 124"/>
                  <a:gd name="T49" fmla="*/ 37 h 92"/>
                  <a:gd name="T50" fmla="*/ 65 w 124"/>
                  <a:gd name="T51" fmla="*/ 48 h 92"/>
                  <a:gd name="T52" fmla="*/ 66 w 124"/>
                  <a:gd name="T53" fmla="*/ 55 h 92"/>
                  <a:gd name="T54" fmla="*/ 62 w 124"/>
                  <a:gd name="T55" fmla="*/ 17 h 92"/>
                  <a:gd name="T56" fmla="*/ 90 w 124"/>
                  <a:gd name="T57" fmla="*/ 35 h 92"/>
                  <a:gd name="T58" fmla="*/ 88 w 124"/>
                  <a:gd name="T59" fmla="*/ 54 h 92"/>
                  <a:gd name="T60" fmla="*/ 90 w 124"/>
                  <a:gd name="T61" fmla="*/ 35 h 92"/>
                  <a:gd name="T62" fmla="*/ 29 w 124"/>
                  <a:gd name="T63" fmla="*/ 47 h 92"/>
                  <a:gd name="T64" fmla="*/ 41 w 124"/>
                  <a:gd name="T65" fmla="*/ 42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24" h="92">
                    <a:moveTo>
                      <a:pt x="112" y="62"/>
                    </a:moveTo>
                    <a:cubicBezTo>
                      <a:pt x="114" y="68"/>
                      <a:pt x="114" y="68"/>
                      <a:pt x="114" y="68"/>
                    </a:cubicBezTo>
                    <a:cubicBezTo>
                      <a:pt x="105" y="68"/>
                      <a:pt x="105" y="68"/>
                      <a:pt x="105" y="68"/>
                    </a:cubicBezTo>
                    <a:cubicBezTo>
                      <a:pt x="103" y="62"/>
                      <a:pt x="103" y="62"/>
                      <a:pt x="103" y="62"/>
                    </a:cubicBezTo>
                    <a:cubicBezTo>
                      <a:pt x="92" y="62"/>
                      <a:pt x="92" y="62"/>
                      <a:pt x="92" y="62"/>
                    </a:cubicBezTo>
                    <a:cubicBezTo>
                      <a:pt x="95" y="68"/>
                      <a:pt x="95" y="68"/>
                      <a:pt x="95" y="68"/>
                    </a:cubicBezTo>
                    <a:cubicBezTo>
                      <a:pt x="86" y="68"/>
                      <a:pt x="86" y="68"/>
                      <a:pt x="86" y="68"/>
                    </a:cubicBezTo>
                    <a:cubicBezTo>
                      <a:pt x="83" y="62"/>
                      <a:pt x="83" y="62"/>
                      <a:pt x="83" y="62"/>
                    </a:cubicBezTo>
                    <a:cubicBezTo>
                      <a:pt x="67" y="62"/>
                      <a:pt x="67" y="62"/>
                      <a:pt x="67" y="62"/>
                    </a:cubicBezTo>
                    <a:cubicBezTo>
                      <a:pt x="70" y="81"/>
                      <a:pt x="70" y="81"/>
                      <a:pt x="70" y="81"/>
                    </a:cubicBezTo>
                    <a:cubicBezTo>
                      <a:pt x="70" y="81"/>
                      <a:pt x="73" y="83"/>
                      <a:pt x="81" y="77"/>
                    </a:cubicBezTo>
                    <a:cubicBezTo>
                      <a:pt x="81" y="77"/>
                      <a:pt x="92" y="88"/>
                      <a:pt x="104" y="76"/>
                    </a:cubicBezTo>
                    <a:cubicBezTo>
                      <a:pt x="104" y="76"/>
                      <a:pt x="112" y="85"/>
                      <a:pt x="122" y="77"/>
                    </a:cubicBezTo>
                    <a:cubicBezTo>
                      <a:pt x="124" y="83"/>
                      <a:pt x="124" y="83"/>
                      <a:pt x="124" y="83"/>
                    </a:cubicBezTo>
                    <a:cubicBezTo>
                      <a:pt x="124" y="83"/>
                      <a:pt x="115" y="90"/>
                      <a:pt x="104" y="84"/>
                    </a:cubicBezTo>
                    <a:cubicBezTo>
                      <a:pt x="104" y="84"/>
                      <a:pt x="92" y="92"/>
                      <a:pt x="81" y="84"/>
                    </a:cubicBezTo>
                    <a:cubicBezTo>
                      <a:pt x="81" y="84"/>
                      <a:pt x="70" y="92"/>
                      <a:pt x="62" y="84"/>
                    </a:cubicBezTo>
                    <a:cubicBezTo>
                      <a:pt x="62" y="84"/>
                      <a:pt x="56" y="92"/>
                      <a:pt x="43" y="84"/>
                    </a:cubicBezTo>
                    <a:cubicBezTo>
                      <a:pt x="43" y="84"/>
                      <a:pt x="33" y="92"/>
                      <a:pt x="19" y="83"/>
                    </a:cubicBezTo>
                    <a:cubicBezTo>
                      <a:pt x="19" y="83"/>
                      <a:pt x="10" y="90"/>
                      <a:pt x="0" y="83"/>
                    </a:cubicBezTo>
                    <a:cubicBezTo>
                      <a:pt x="2" y="78"/>
                      <a:pt x="2" y="78"/>
                      <a:pt x="2" y="78"/>
                    </a:cubicBezTo>
                    <a:cubicBezTo>
                      <a:pt x="2" y="78"/>
                      <a:pt x="11" y="85"/>
                      <a:pt x="19" y="76"/>
                    </a:cubicBezTo>
                    <a:cubicBezTo>
                      <a:pt x="19" y="76"/>
                      <a:pt x="30" y="88"/>
                      <a:pt x="43" y="77"/>
                    </a:cubicBezTo>
                    <a:cubicBezTo>
                      <a:pt x="43" y="77"/>
                      <a:pt x="50" y="82"/>
                      <a:pt x="54" y="81"/>
                    </a:cubicBezTo>
                    <a:cubicBezTo>
                      <a:pt x="57" y="62"/>
                      <a:pt x="57" y="62"/>
                      <a:pt x="57" y="62"/>
                    </a:cubicBezTo>
                    <a:cubicBezTo>
                      <a:pt x="53" y="62"/>
                      <a:pt x="53" y="62"/>
                      <a:pt x="53" y="62"/>
                    </a:cubicBezTo>
                    <a:cubicBezTo>
                      <a:pt x="58" y="55"/>
                      <a:pt x="58" y="55"/>
                      <a:pt x="58" y="55"/>
                    </a:cubicBezTo>
                    <a:cubicBezTo>
                      <a:pt x="44" y="55"/>
                      <a:pt x="44" y="55"/>
                      <a:pt x="44" y="55"/>
                    </a:cubicBezTo>
                    <a:cubicBezTo>
                      <a:pt x="39" y="66"/>
                      <a:pt x="39" y="66"/>
                      <a:pt x="39" y="66"/>
                    </a:cubicBezTo>
                    <a:cubicBezTo>
                      <a:pt x="30" y="66"/>
                      <a:pt x="30" y="66"/>
                      <a:pt x="30" y="66"/>
                    </a:cubicBezTo>
                    <a:cubicBezTo>
                      <a:pt x="35" y="55"/>
                      <a:pt x="35" y="55"/>
                      <a:pt x="35" y="55"/>
                    </a:cubicBezTo>
                    <a:cubicBezTo>
                      <a:pt x="24" y="55"/>
                      <a:pt x="24" y="55"/>
                      <a:pt x="24" y="55"/>
                    </a:cubicBezTo>
                    <a:cubicBezTo>
                      <a:pt x="19" y="66"/>
                      <a:pt x="19" y="66"/>
                      <a:pt x="19" y="66"/>
                    </a:cubicBezTo>
                    <a:cubicBezTo>
                      <a:pt x="10" y="66"/>
                      <a:pt x="10" y="66"/>
                      <a:pt x="10" y="66"/>
                    </a:cubicBezTo>
                    <a:cubicBezTo>
                      <a:pt x="15" y="55"/>
                      <a:pt x="15" y="55"/>
                      <a:pt x="15" y="55"/>
                    </a:cubicBezTo>
                    <a:cubicBezTo>
                      <a:pt x="4" y="56"/>
                      <a:pt x="4" y="56"/>
                      <a:pt x="4" y="5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20" y="47"/>
                      <a:pt x="20" y="47"/>
                      <a:pt x="20" y="47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45" y="35"/>
                      <a:pt x="45" y="35"/>
                      <a:pt x="45" y="35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79" y="35"/>
                      <a:pt x="79" y="35"/>
                      <a:pt x="79" y="35"/>
                    </a:cubicBezTo>
                    <a:cubicBezTo>
                      <a:pt x="92" y="22"/>
                      <a:pt x="92" y="22"/>
                      <a:pt x="92" y="22"/>
                    </a:cubicBezTo>
                    <a:cubicBezTo>
                      <a:pt x="107" y="53"/>
                      <a:pt x="107" y="53"/>
                      <a:pt x="107" y="53"/>
                    </a:cubicBezTo>
                    <a:cubicBezTo>
                      <a:pt x="120" y="53"/>
                      <a:pt x="120" y="53"/>
                      <a:pt x="120" y="53"/>
                    </a:cubicBezTo>
                    <a:cubicBezTo>
                      <a:pt x="120" y="62"/>
                      <a:pt x="120" y="62"/>
                      <a:pt x="120" y="62"/>
                    </a:cubicBezTo>
                    <a:cubicBezTo>
                      <a:pt x="112" y="62"/>
                      <a:pt x="112" y="62"/>
                      <a:pt x="112" y="62"/>
                    </a:cubicBezTo>
                    <a:close/>
                    <a:moveTo>
                      <a:pt x="47" y="47"/>
                    </a:moveTo>
                    <a:cubicBezTo>
                      <a:pt x="58" y="48"/>
                      <a:pt x="58" y="48"/>
                      <a:pt x="58" y="48"/>
                    </a:cubicBezTo>
                    <a:cubicBezTo>
                      <a:pt x="60" y="37"/>
                      <a:pt x="60" y="37"/>
                      <a:pt x="60" y="37"/>
                    </a:cubicBezTo>
                    <a:cubicBezTo>
                      <a:pt x="64" y="37"/>
                      <a:pt x="64" y="37"/>
                      <a:pt x="64" y="37"/>
                    </a:cubicBezTo>
                    <a:cubicBezTo>
                      <a:pt x="65" y="48"/>
                      <a:pt x="65" y="48"/>
                      <a:pt x="65" y="48"/>
                    </a:cubicBezTo>
                    <a:cubicBezTo>
                      <a:pt x="71" y="48"/>
                      <a:pt x="71" y="48"/>
                      <a:pt x="71" y="48"/>
                    </a:cubicBezTo>
                    <a:cubicBezTo>
                      <a:pt x="66" y="55"/>
                      <a:pt x="66" y="55"/>
                      <a:pt x="66" y="55"/>
                    </a:cubicBezTo>
                    <a:cubicBezTo>
                      <a:pt x="79" y="54"/>
                      <a:pt x="79" y="54"/>
                      <a:pt x="79" y="54"/>
                    </a:cubicBezTo>
                    <a:cubicBezTo>
                      <a:pt x="62" y="17"/>
                      <a:pt x="62" y="17"/>
                      <a:pt x="62" y="17"/>
                    </a:cubicBezTo>
                    <a:cubicBezTo>
                      <a:pt x="47" y="47"/>
                      <a:pt x="47" y="47"/>
                      <a:pt x="47" y="47"/>
                    </a:cubicBezTo>
                    <a:close/>
                    <a:moveTo>
                      <a:pt x="90" y="35"/>
                    </a:moveTo>
                    <a:cubicBezTo>
                      <a:pt x="83" y="42"/>
                      <a:pt x="83" y="42"/>
                      <a:pt x="83" y="42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99" y="54"/>
                      <a:pt x="99" y="54"/>
                      <a:pt x="99" y="54"/>
                    </a:cubicBezTo>
                    <a:cubicBezTo>
                      <a:pt x="90" y="35"/>
                      <a:pt x="90" y="35"/>
                      <a:pt x="90" y="35"/>
                    </a:cubicBezTo>
                    <a:close/>
                    <a:moveTo>
                      <a:pt x="34" y="35"/>
                    </a:moveTo>
                    <a:cubicBezTo>
                      <a:pt x="29" y="47"/>
                      <a:pt x="29" y="47"/>
                      <a:pt x="29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41" y="42"/>
                      <a:pt x="41" y="42"/>
                      <a:pt x="41" y="42"/>
                    </a:cubicBezTo>
                    <a:lnTo>
                      <a:pt x="34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7" name="îṡ1íḓè">
                <a:extLst>
                  <a:ext uri="{FF2B5EF4-FFF2-40B4-BE49-F238E27FC236}">
                    <a16:creationId xmlns:a16="http://schemas.microsoft.com/office/drawing/2014/main" id="{34EE4143-C8BE-463F-BDAE-827CCA818386}"/>
                  </a:ext>
                </a:extLst>
              </p:cNvPr>
              <p:cNvSpPr/>
              <p:nvPr/>
            </p:nvSpPr>
            <p:spPr bwMode="auto">
              <a:xfrm>
                <a:off x="5375275" y="3316288"/>
                <a:ext cx="88900" cy="58738"/>
              </a:xfrm>
              <a:custGeom>
                <a:avLst/>
                <a:gdLst>
                  <a:gd name="T0" fmla="*/ 2 w 27"/>
                  <a:gd name="T1" fmla="*/ 7 h 18"/>
                  <a:gd name="T2" fmla="*/ 4 w 27"/>
                  <a:gd name="T3" fmla="*/ 12 h 18"/>
                  <a:gd name="T4" fmla="*/ 6 w 27"/>
                  <a:gd name="T5" fmla="*/ 10 h 18"/>
                  <a:gd name="T6" fmla="*/ 5 w 27"/>
                  <a:gd name="T7" fmla="*/ 8 h 18"/>
                  <a:gd name="T8" fmla="*/ 2 w 27"/>
                  <a:gd name="T9" fmla="*/ 7 h 18"/>
                  <a:gd name="T10" fmla="*/ 4 w 27"/>
                  <a:gd name="T11" fmla="*/ 13 h 18"/>
                  <a:gd name="T12" fmla="*/ 1 w 27"/>
                  <a:gd name="T13" fmla="*/ 10 h 18"/>
                  <a:gd name="T14" fmla="*/ 3 w 27"/>
                  <a:gd name="T15" fmla="*/ 2 h 18"/>
                  <a:gd name="T16" fmla="*/ 9 w 27"/>
                  <a:gd name="T17" fmla="*/ 11 h 18"/>
                  <a:gd name="T18" fmla="*/ 9 w 27"/>
                  <a:gd name="T19" fmla="*/ 8 h 18"/>
                  <a:gd name="T20" fmla="*/ 10 w 27"/>
                  <a:gd name="T21" fmla="*/ 6 h 18"/>
                  <a:gd name="T22" fmla="*/ 12 w 27"/>
                  <a:gd name="T23" fmla="*/ 6 h 18"/>
                  <a:gd name="T24" fmla="*/ 10 w 27"/>
                  <a:gd name="T25" fmla="*/ 5 h 18"/>
                  <a:gd name="T26" fmla="*/ 10 w 27"/>
                  <a:gd name="T27" fmla="*/ 3 h 18"/>
                  <a:gd name="T28" fmla="*/ 12 w 27"/>
                  <a:gd name="T29" fmla="*/ 3 h 18"/>
                  <a:gd name="T30" fmla="*/ 20 w 27"/>
                  <a:gd name="T31" fmla="*/ 7 h 18"/>
                  <a:gd name="T32" fmla="*/ 21 w 27"/>
                  <a:gd name="T33" fmla="*/ 7 h 18"/>
                  <a:gd name="T34" fmla="*/ 21 w 27"/>
                  <a:gd name="T35" fmla="*/ 5 h 18"/>
                  <a:gd name="T36" fmla="*/ 18 w 27"/>
                  <a:gd name="T37" fmla="*/ 3 h 18"/>
                  <a:gd name="T38" fmla="*/ 17 w 27"/>
                  <a:gd name="T39" fmla="*/ 1 h 18"/>
                  <a:gd name="T40" fmla="*/ 19 w 27"/>
                  <a:gd name="T41" fmla="*/ 0 h 18"/>
                  <a:gd name="T42" fmla="*/ 20 w 27"/>
                  <a:gd name="T43" fmla="*/ 1 h 18"/>
                  <a:gd name="T44" fmla="*/ 19 w 27"/>
                  <a:gd name="T45" fmla="*/ 2 h 18"/>
                  <a:gd name="T46" fmla="*/ 22 w 27"/>
                  <a:gd name="T47" fmla="*/ 5 h 18"/>
                  <a:gd name="T48" fmla="*/ 23 w 27"/>
                  <a:gd name="T49" fmla="*/ 5 h 18"/>
                  <a:gd name="T50" fmla="*/ 24 w 27"/>
                  <a:gd name="T51" fmla="*/ 7 h 18"/>
                  <a:gd name="T52" fmla="*/ 26 w 27"/>
                  <a:gd name="T53" fmla="*/ 8 h 18"/>
                  <a:gd name="T54" fmla="*/ 27 w 27"/>
                  <a:gd name="T55" fmla="*/ 9 h 18"/>
                  <a:gd name="T56" fmla="*/ 27 w 27"/>
                  <a:gd name="T57" fmla="*/ 11 h 18"/>
                  <a:gd name="T58" fmla="*/ 21 w 27"/>
                  <a:gd name="T59" fmla="*/ 9 h 18"/>
                  <a:gd name="T60" fmla="*/ 19 w 27"/>
                  <a:gd name="T61" fmla="*/ 8 h 18"/>
                  <a:gd name="T62" fmla="*/ 17 w 27"/>
                  <a:gd name="T63" fmla="*/ 8 h 18"/>
                  <a:gd name="T64" fmla="*/ 14 w 27"/>
                  <a:gd name="T65" fmla="*/ 6 h 18"/>
                  <a:gd name="T66" fmla="*/ 15 w 27"/>
                  <a:gd name="T67" fmla="*/ 9 h 18"/>
                  <a:gd name="T68" fmla="*/ 11 w 27"/>
                  <a:gd name="T69" fmla="*/ 8 h 18"/>
                  <a:gd name="T70" fmla="*/ 9 w 27"/>
                  <a:gd name="T71" fmla="*/ 12 h 18"/>
                  <a:gd name="T72" fmla="*/ 9 w 27"/>
                  <a:gd name="T73" fmla="*/ 15 h 18"/>
                  <a:gd name="T74" fmla="*/ 7 w 27"/>
                  <a:gd name="T75" fmla="*/ 16 h 18"/>
                  <a:gd name="T76" fmla="*/ 7 w 27"/>
                  <a:gd name="T77" fmla="*/ 15 h 18"/>
                  <a:gd name="T78" fmla="*/ 7 w 27"/>
                  <a:gd name="T79" fmla="*/ 13 h 18"/>
                  <a:gd name="T80" fmla="*/ 6 w 27"/>
                  <a:gd name="T81" fmla="*/ 13 h 18"/>
                  <a:gd name="T82" fmla="*/ 4 w 27"/>
                  <a:gd name="T83" fmla="*/ 13 h 18"/>
                  <a:gd name="T84" fmla="*/ 25 w 27"/>
                  <a:gd name="T85" fmla="*/ 9 h 18"/>
                  <a:gd name="T86" fmla="*/ 24 w 27"/>
                  <a:gd name="T87" fmla="*/ 8 h 18"/>
                  <a:gd name="T88" fmla="*/ 23 w 27"/>
                  <a:gd name="T89" fmla="*/ 8 h 18"/>
                  <a:gd name="T90" fmla="*/ 25 w 27"/>
                  <a:gd name="T91" fmla="*/ 9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27" h="18">
                    <a:moveTo>
                      <a:pt x="2" y="7"/>
                    </a:moveTo>
                    <a:cubicBezTo>
                      <a:pt x="2" y="7"/>
                      <a:pt x="1" y="12"/>
                      <a:pt x="4" y="12"/>
                    </a:cubicBezTo>
                    <a:cubicBezTo>
                      <a:pt x="4" y="12"/>
                      <a:pt x="8" y="12"/>
                      <a:pt x="6" y="10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2" y="5"/>
                      <a:pt x="2" y="7"/>
                    </a:cubicBezTo>
                    <a:close/>
                    <a:moveTo>
                      <a:pt x="4" y="13"/>
                    </a:moveTo>
                    <a:cubicBezTo>
                      <a:pt x="0" y="13"/>
                      <a:pt x="1" y="10"/>
                      <a:pt x="1" y="10"/>
                    </a:cubicBezTo>
                    <a:cubicBezTo>
                      <a:pt x="2" y="2"/>
                      <a:pt x="3" y="2"/>
                      <a:pt x="3" y="2"/>
                    </a:cubicBezTo>
                    <a:cubicBezTo>
                      <a:pt x="9" y="7"/>
                      <a:pt x="9" y="11"/>
                      <a:pt x="9" y="11"/>
                    </a:cubicBezTo>
                    <a:cubicBezTo>
                      <a:pt x="10" y="10"/>
                      <a:pt x="9" y="8"/>
                      <a:pt x="9" y="8"/>
                    </a:cubicBezTo>
                    <a:cubicBezTo>
                      <a:pt x="8" y="6"/>
                      <a:pt x="10" y="6"/>
                      <a:pt x="10" y="6"/>
                    </a:cubicBezTo>
                    <a:cubicBezTo>
                      <a:pt x="11" y="7"/>
                      <a:pt x="12" y="6"/>
                      <a:pt x="12" y="6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0" y="4"/>
                      <a:pt x="10" y="3"/>
                      <a:pt x="10" y="3"/>
                    </a:cubicBezTo>
                    <a:cubicBezTo>
                      <a:pt x="11" y="2"/>
                      <a:pt x="12" y="3"/>
                      <a:pt x="12" y="3"/>
                    </a:cubicBezTo>
                    <a:cubicBezTo>
                      <a:pt x="12" y="4"/>
                      <a:pt x="20" y="7"/>
                      <a:pt x="20" y="7"/>
                    </a:cubicBezTo>
                    <a:cubicBezTo>
                      <a:pt x="21" y="8"/>
                      <a:pt x="21" y="7"/>
                      <a:pt x="21" y="7"/>
                    </a:cubicBezTo>
                    <a:cubicBezTo>
                      <a:pt x="21" y="7"/>
                      <a:pt x="21" y="5"/>
                      <a:pt x="21" y="5"/>
                    </a:cubicBezTo>
                    <a:cubicBezTo>
                      <a:pt x="21" y="5"/>
                      <a:pt x="18" y="3"/>
                      <a:pt x="18" y="3"/>
                    </a:cubicBezTo>
                    <a:cubicBezTo>
                      <a:pt x="16" y="3"/>
                      <a:pt x="17" y="1"/>
                      <a:pt x="17" y="1"/>
                    </a:cubicBezTo>
                    <a:cubicBezTo>
                      <a:pt x="17" y="1"/>
                      <a:pt x="19" y="0"/>
                      <a:pt x="19" y="0"/>
                    </a:cubicBezTo>
                    <a:cubicBezTo>
                      <a:pt x="21" y="0"/>
                      <a:pt x="20" y="1"/>
                      <a:pt x="20" y="1"/>
                    </a:cubicBezTo>
                    <a:cubicBezTo>
                      <a:pt x="18" y="2"/>
                      <a:pt x="19" y="2"/>
                      <a:pt x="19" y="2"/>
                    </a:cubicBezTo>
                    <a:cubicBezTo>
                      <a:pt x="22" y="5"/>
                      <a:pt x="22" y="5"/>
                      <a:pt x="22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3" y="7"/>
                      <a:pt x="24" y="7"/>
                      <a:pt x="24" y="7"/>
                    </a:cubicBezTo>
                    <a:cubicBezTo>
                      <a:pt x="26" y="8"/>
                      <a:pt x="26" y="8"/>
                      <a:pt x="26" y="8"/>
                    </a:cubicBezTo>
                    <a:cubicBezTo>
                      <a:pt x="27" y="9"/>
                      <a:pt x="27" y="9"/>
                      <a:pt x="27" y="9"/>
                    </a:cubicBezTo>
                    <a:cubicBezTo>
                      <a:pt x="27" y="9"/>
                      <a:pt x="27" y="11"/>
                      <a:pt x="27" y="11"/>
                    </a:cubicBezTo>
                    <a:cubicBezTo>
                      <a:pt x="22" y="11"/>
                      <a:pt x="21" y="9"/>
                      <a:pt x="21" y="9"/>
                    </a:cubicBezTo>
                    <a:cubicBezTo>
                      <a:pt x="19" y="9"/>
                      <a:pt x="19" y="8"/>
                      <a:pt x="19" y="8"/>
                    </a:cubicBezTo>
                    <a:cubicBezTo>
                      <a:pt x="18" y="8"/>
                      <a:pt x="17" y="8"/>
                      <a:pt x="17" y="8"/>
                    </a:cubicBezTo>
                    <a:cubicBezTo>
                      <a:pt x="17" y="7"/>
                      <a:pt x="15" y="6"/>
                      <a:pt x="14" y="6"/>
                    </a:cubicBezTo>
                    <a:cubicBezTo>
                      <a:pt x="16" y="8"/>
                      <a:pt x="15" y="9"/>
                      <a:pt x="15" y="9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1" y="12"/>
                      <a:pt x="9" y="12"/>
                      <a:pt x="9" y="12"/>
                    </a:cubicBezTo>
                    <a:cubicBezTo>
                      <a:pt x="9" y="15"/>
                      <a:pt x="9" y="15"/>
                      <a:pt x="9" y="15"/>
                    </a:cubicBezTo>
                    <a:cubicBezTo>
                      <a:pt x="8" y="18"/>
                      <a:pt x="7" y="16"/>
                      <a:pt x="7" y="16"/>
                    </a:cubicBezTo>
                    <a:cubicBezTo>
                      <a:pt x="6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2"/>
                      <a:pt x="6" y="13"/>
                      <a:pt x="6" y="13"/>
                    </a:cubicBezTo>
                    <a:cubicBezTo>
                      <a:pt x="4" y="13"/>
                      <a:pt x="4" y="13"/>
                      <a:pt x="4" y="13"/>
                    </a:cubicBezTo>
                    <a:close/>
                    <a:moveTo>
                      <a:pt x="25" y="9"/>
                    </a:moveTo>
                    <a:cubicBezTo>
                      <a:pt x="24" y="8"/>
                      <a:pt x="24" y="8"/>
                      <a:pt x="24" y="8"/>
                    </a:cubicBezTo>
                    <a:cubicBezTo>
                      <a:pt x="24" y="8"/>
                      <a:pt x="23" y="8"/>
                      <a:pt x="23" y="8"/>
                    </a:cubicBezTo>
                    <a:cubicBezTo>
                      <a:pt x="22" y="8"/>
                      <a:pt x="25" y="9"/>
                      <a:pt x="25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8" name="ïṩliḑé">
                <a:extLst>
                  <a:ext uri="{FF2B5EF4-FFF2-40B4-BE49-F238E27FC236}">
                    <a16:creationId xmlns:a16="http://schemas.microsoft.com/office/drawing/2014/main" id="{377801C3-8F19-4720-B7CE-9333FBE3FE4B}"/>
                  </a:ext>
                </a:extLst>
              </p:cNvPr>
              <p:cNvSpPr/>
              <p:nvPr/>
            </p:nvSpPr>
            <p:spPr bwMode="auto">
              <a:xfrm>
                <a:off x="5249863" y="3201988"/>
                <a:ext cx="26988" cy="23813"/>
              </a:xfrm>
              <a:custGeom>
                <a:avLst/>
                <a:gdLst>
                  <a:gd name="T0" fmla="*/ 2 w 8"/>
                  <a:gd name="T1" fmla="*/ 6 h 7"/>
                  <a:gd name="T2" fmla="*/ 5 w 8"/>
                  <a:gd name="T3" fmla="*/ 2 h 7"/>
                  <a:gd name="T4" fmla="*/ 6 w 8"/>
                  <a:gd name="T5" fmla="*/ 2 h 7"/>
                  <a:gd name="T6" fmla="*/ 6 w 8"/>
                  <a:gd name="T7" fmla="*/ 6 h 7"/>
                  <a:gd name="T8" fmla="*/ 2 w 8"/>
                  <a:gd name="T9" fmla="*/ 7 h 7"/>
                  <a:gd name="T10" fmla="*/ 2 w 8"/>
                  <a:gd name="T11" fmla="*/ 6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7">
                    <a:moveTo>
                      <a:pt x="2" y="6"/>
                    </a:moveTo>
                    <a:cubicBezTo>
                      <a:pt x="3" y="6"/>
                      <a:pt x="5" y="2"/>
                      <a:pt x="5" y="2"/>
                    </a:cubicBezTo>
                    <a:cubicBezTo>
                      <a:pt x="5" y="0"/>
                      <a:pt x="6" y="2"/>
                      <a:pt x="6" y="2"/>
                    </a:cubicBezTo>
                    <a:cubicBezTo>
                      <a:pt x="8" y="4"/>
                      <a:pt x="6" y="6"/>
                      <a:pt x="6" y="6"/>
                    </a:cubicBezTo>
                    <a:cubicBezTo>
                      <a:pt x="5" y="6"/>
                      <a:pt x="2" y="7"/>
                      <a:pt x="2" y="7"/>
                    </a:cubicBezTo>
                    <a:cubicBezTo>
                      <a:pt x="0" y="7"/>
                      <a:pt x="2" y="6"/>
                      <a:pt x="2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9" name="îSľíḓê">
                <a:extLst>
                  <a:ext uri="{FF2B5EF4-FFF2-40B4-BE49-F238E27FC236}">
                    <a16:creationId xmlns:a16="http://schemas.microsoft.com/office/drawing/2014/main" id="{E0289DD6-CB93-48DE-8D9B-2717278C25A8}"/>
                  </a:ext>
                </a:extLst>
              </p:cNvPr>
              <p:cNvSpPr/>
              <p:nvPr/>
            </p:nvSpPr>
            <p:spPr bwMode="auto">
              <a:xfrm>
                <a:off x="5207000" y="3162301"/>
                <a:ext cx="85725" cy="39688"/>
              </a:xfrm>
              <a:custGeom>
                <a:avLst/>
                <a:gdLst>
                  <a:gd name="T0" fmla="*/ 16 w 26"/>
                  <a:gd name="T1" fmla="*/ 1 h 12"/>
                  <a:gd name="T2" fmla="*/ 17 w 26"/>
                  <a:gd name="T3" fmla="*/ 2 h 12"/>
                  <a:gd name="T4" fmla="*/ 15 w 26"/>
                  <a:gd name="T5" fmla="*/ 4 h 12"/>
                  <a:gd name="T6" fmla="*/ 20 w 26"/>
                  <a:gd name="T7" fmla="*/ 3 h 12"/>
                  <a:gd name="T8" fmla="*/ 20 w 26"/>
                  <a:gd name="T9" fmla="*/ 3 h 12"/>
                  <a:gd name="T10" fmla="*/ 21 w 26"/>
                  <a:gd name="T11" fmla="*/ 0 h 12"/>
                  <a:gd name="T12" fmla="*/ 22 w 26"/>
                  <a:gd name="T13" fmla="*/ 1 h 12"/>
                  <a:gd name="T14" fmla="*/ 23 w 26"/>
                  <a:gd name="T15" fmla="*/ 4 h 12"/>
                  <a:gd name="T16" fmla="*/ 25 w 26"/>
                  <a:gd name="T17" fmla="*/ 4 h 12"/>
                  <a:gd name="T18" fmla="*/ 26 w 26"/>
                  <a:gd name="T19" fmla="*/ 4 h 12"/>
                  <a:gd name="T20" fmla="*/ 26 w 26"/>
                  <a:gd name="T21" fmla="*/ 6 h 12"/>
                  <a:gd name="T22" fmla="*/ 22 w 26"/>
                  <a:gd name="T23" fmla="*/ 6 h 12"/>
                  <a:gd name="T24" fmla="*/ 11 w 26"/>
                  <a:gd name="T25" fmla="*/ 11 h 12"/>
                  <a:gd name="T26" fmla="*/ 3 w 26"/>
                  <a:gd name="T27" fmla="*/ 12 h 12"/>
                  <a:gd name="T28" fmla="*/ 2 w 26"/>
                  <a:gd name="T29" fmla="*/ 11 h 12"/>
                  <a:gd name="T30" fmla="*/ 12 w 26"/>
                  <a:gd name="T31" fmla="*/ 8 h 12"/>
                  <a:gd name="T32" fmla="*/ 15 w 26"/>
                  <a:gd name="T33" fmla="*/ 7 h 12"/>
                  <a:gd name="T34" fmla="*/ 13 w 26"/>
                  <a:gd name="T35" fmla="*/ 5 h 12"/>
                  <a:gd name="T36" fmla="*/ 16 w 26"/>
                  <a:gd name="T37" fmla="*/ 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6" h="12">
                    <a:moveTo>
                      <a:pt x="16" y="1"/>
                    </a:moveTo>
                    <a:cubicBezTo>
                      <a:pt x="16" y="1"/>
                      <a:pt x="17" y="1"/>
                      <a:pt x="17" y="2"/>
                    </a:cubicBezTo>
                    <a:cubicBezTo>
                      <a:pt x="17" y="2"/>
                      <a:pt x="15" y="2"/>
                      <a:pt x="15" y="4"/>
                    </a:cubicBezTo>
                    <a:cubicBezTo>
                      <a:pt x="20" y="3"/>
                      <a:pt x="20" y="3"/>
                      <a:pt x="20" y="3"/>
                    </a:cubicBezTo>
                    <a:cubicBezTo>
                      <a:pt x="20" y="3"/>
                      <a:pt x="20" y="3"/>
                      <a:pt x="20" y="3"/>
                    </a:cubicBezTo>
                    <a:cubicBezTo>
                      <a:pt x="20" y="3"/>
                      <a:pt x="21" y="1"/>
                      <a:pt x="21" y="0"/>
                    </a:cubicBezTo>
                    <a:cubicBezTo>
                      <a:pt x="21" y="0"/>
                      <a:pt x="22" y="0"/>
                      <a:pt x="22" y="1"/>
                    </a:cubicBezTo>
                    <a:cubicBezTo>
                      <a:pt x="22" y="1"/>
                      <a:pt x="23" y="3"/>
                      <a:pt x="23" y="4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4"/>
                      <a:pt x="26" y="4"/>
                      <a:pt x="26" y="4"/>
                    </a:cubicBezTo>
                    <a:cubicBezTo>
                      <a:pt x="26" y="6"/>
                      <a:pt x="26" y="6"/>
                      <a:pt x="26" y="6"/>
                    </a:cubicBezTo>
                    <a:cubicBezTo>
                      <a:pt x="26" y="6"/>
                      <a:pt x="24" y="6"/>
                      <a:pt x="22" y="6"/>
                    </a:cubicBezTo>
                    <a:cubicBezTo>
                      <a:pt x="22" y="6"/>
                      <a:pt x="21" y="8"/>
                      <a:pt x="11" y="11"/>
                    </a:cubicBezTo>
                    <a:cubicBezTo>
                      <a:pt x="11" y="11"/>
                      <a:pt x="4" y="12"/>
                      <a:pt x="3" y="12"/>
                    </a:cubicBezTo>
                    <a:cubicBezTo>
                      <a:pt x="3" y="12"/>
                      <a:pt x="0" y="11"/>
                      <a:pt x="2" y="11"/>
                    </a:cubicBezTo>
                    <a:cubicBezTo>
                      <a:pt x="2" y="11"/>
                      <a:pt x="8" y="11"/>
                      <a:pt x="12" y="8"/>
                    </a:cubicBezTo>
                    <a:cubicBezTo>
                      <a:pt x="12" y="8"/>
                      <a:pt x="15" y="7"/>
                      <a:pt x="15" y="7"/>
                    </a:cubicBezTo>
                    <a:cubicBezTo>
                      <a:pt x="15" y="7"/>
                      <a:pt x="13" y="6"/>
                      <a:pt x="13" y="5"/>
                    </a:cubicBezTo>
                    <a:cubicBezTo>
                      <a:pt x="13" y="5"/>
                      <a:pt x="14" y="2"/>
                      <a:pt x="1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0" name="íṧļïḋé">
                <a:extLst>
                  <a:ext uri="{FF2B5EF4-FFF2-40B4-BE49-F238E27FC236}">
                    <a16:creationId xmlns:a16="http://schemas.microsoft.com/office/drawing/2014/main" id="{F29B1D7E-8DD7-4832-ACF4-E57068D66362}"/>
                  </a:ext>
                </a:extLst>
              </p:cNvPr>
              <p:cNvSpPr/>
              <p:nvPr/>
            </p:nvSpPr>
            <p:spPr bwMode="auto">
              <a:xfrm>
                <a:off x="5041900" y="3201988"/>
                <a:ext cx="15875" cy="14288"/>
              </a:xfrm>
              <a:custGeom>
                <a:avLst/>
                <a:gdLst>
                  <a:gd name="T0" fmla="*/ 5 w 5"/>
                  <a:gd name="T1" fmla="*/ 1 h 4"/>
                  <a:gd name="T2" fmla="*/ 5 w 5"/>
                  <a:gd name="T3" fmla="*/ 2 h 4"/>
                  <a:gd name="T4" fmla="*/ 4 w 5"/>
                  <a:gd name="T5" fmla="*/ 3 h 4"/>
                  <a:gd name="T6" fmla="*/ 2 w 5"/>
                  <a:gd name="T7" fmla="*/ 2 h 4"/>
                  <a:gd name="T8" fmla="*/ 2 w 5"/>
                  <a:gd name="T9" fmla="*/ 1 h 4"/>
                  <a:gd name="T10" fmla="*/ 4 w 5"/>
                  <a:gd name="T11" fmla="*/ 0 h 4"/>
                  <a:gd name="T12" fmla="*/ 5 w 5"/>
                  <a:gd name="T13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4">
                    <a:moveTo>
                      <a:pt x="5" y="1"/>
                    </a:moveTo>
                    <a:cubicBezTo>
                      <a:pt x="5" y="2"/>
                      <a:pt x="5" y="2"/>
                      <a:pt x="5" y="2"/>
                    </a:cubicBezTo>
                    <a:cubicBezTo>
                      <a:pt x="5" y="4"/>
                      <a:pt x="4" y="3"/>
                      <a:pt x="4" y="3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0" y="1"/>
                      <a:pt x="2" y="1"/>
                      <a:pt x="2" y="1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5" y="0"/>
                      <a:pt x="5" y="1"/>
                      <a:pt x="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1" name="îŝľiḋe">
                <a:extLst>
                  <a:ext uri="{FF2B5EF4-FFF2-40B4-BE49-F238E27FC236}">
                    <a16:creationId xmlns:a16="http://schemas.microsoft.com/office/drawing/2014/main" id="{78878888-6A96-4EF7-B3A7-E577C7EDD08A}"/>
                  </a:ext>
                </a:extLst>
              </p:cNvPr>
              <p:cNvSpPr/>
              <p:nvPr/>
            </p:nvSpPr>
            <p:spPr bwMode="auto">
              <a:xfrm>
                <a:off x="5011738" y="3146426"/>
                <a:ext cx="39688" cy="85725"/>
              </a:xfrm>
              <a:custGeom>
                <a:avLst/>
                <a:gdLst>
                  <a:gd name="T0" fmla="*/ 4 w 12"/>
                  <a:gd name="T1" fmla="*/ 19 h 26"/>
                  <a:gd name="T2" fmla="*/ 4 w 12"/>
                  <a:gd name="T3" fmla="*/ 14 h 26"/>
                  <a:gd name="T4" fmla="*/ 1 w 12"/>
                  <a:gd name="T5" fmla="*/ 13 h 26"/>
                  <a:gd name="T6" fmla="*/ 2 w 12"/>
                  <a:gd name="T7" fmla="*/ 12 h 26"/>
                  <a:gd name="T8" fmla="*/ 3 w 12"/>
                  <a:gd name="T9" fmla="*/ 10 h 26"/>
                  <a:gd name="T10" fmla="*/ 3 w 12"/>
                  <a:gd name="T11" fmla="*/ 2 h 26"/>
                  <a:gd name="T12" fmla="*/ 4 w 12"/>
                  <a:gd name="T13" fmla="*/ 1 h 26"/>
                  <a:gd name="T14" fmla="*/ 4 w 12"/>
                  <a:gd name="T15" fmla="*/ 2 h 26"/>
                  <a:gd name="T16" fmla="*/ 5 w 12"/>
                  <a:gd name="T17" fmla="*/ 6 h 26"/>
                  <a:gd name="T18" fmla="*/ 6 w 12"/>
                  <a:gd name="T19" fmla="*/ 3 h 26"/>
                  <a:gd name="T20" fmla="*/ 7 w 12"/>
                  <a:gd name="T21" fmla="*/ 2 h 26"/>
                  <a:gd name="T22" fmla="*/ 8 w 12"/>
                  <a:gd name="T23" fmla="*/ 2 h 26"/>
                  <a:gd name="T24" fmla="*/ 8 w 12"/>
                  <a:gd name="T25" fmla="*/ 6 h 26"/>
                  <a:gd name="T26" fmla="*/ 6 w 12"/>
                  <a:gd name="T27" fmla="*/ 9 h 26"/>
                  <a:gd name="T28" fmla="*/ 6 w 12"/>
                  <a:gd name="T29" fmla="*/ 10 h 26"/>
                  <a:gd name="T30" fmla="*/ 8 w 12"/>
                  <a:gd name="T31" fmla="*/ 11 h 26"/>
                  <a:gd name="T32" fmla="*/ 8 w 12"/>
                  <a:gd name="T33" fmla="*/ 11 h 26"/>
                  <a:gd name="T34" fmla="*/ 8 w 12"/>
                  <a:gd name="T35" fmla="*/ 12 h 26"/>
                  <a:gd name="T36" fmla="*/ 9 w 12"/>
                  <a:gd name="T37" fmla="*/ 13 h 26"/>
                  <a:gd name="T38" fmla="*/ 9 w 12"/>
                  <a:gd name="T39" fmla="*/ 17 h 26"/>
                  <a:gd name="T40" fmla="*/ 11 w 12"/>
                  <a:gd name="T41" fmla="*/ 21 h 26"/>
                  <a:gd name="T42" fmla="*/ 12 w 12"/>
                  <a:gd name="T43" fmla="*/ 24 h 26"/>
                  <a:gd name="T44" fmla="*/ 8 w 12"/>
                  <a:gd name="T45" fmla="*/ 23 h 26"/>
                  <a:gd name="T46" fmla="*/ 8 w 12"/>
                  <a:gd name="T47" fmla="*/ 25 h 26"/>
                  <a:gd name="T48" fmla="*/ 7 w 12"/>
                  <a:gd name="T49" fmla="*/ 26 h 26"/>
                  <a:gd name="T50" fmla="*/ 6 w 12"/>
                  <a:gd name="T51" fmla="*/ 24 h 26"/>
                  <a:gd name="T52" fmla="*/ 6 w 12"/>
                  <a:gd name="T53" fmla="*/ 23 h 26"/>
                  <a:gd name="T54" fmla="*/ 8 w 12"/>
                  <a:gd name="T55" fmla="*/ 21 h 26"/>
                  <a:gd name="T56" fmla="*/ 7 w 12"/>
                  <a:gd name="T57" fmla="*/ 18 h 26"/>
                  <a:gd name="T58" fmla="*/ 7 w 12"/>
                  <a:gd name="T59" fmla="*/ 18 h 26"/>
                  <a:gd name="T60" fmla="*/ 6 w 12"/>
                  <a:gd name="T61" fmla="*/ 20 h 26"/>
                  <a:gd name="T62" fmla="*/ 4 w 12"/>
                  <a:gd name="T63" fmla="*/ 20 h 26"/>
                  <a:gd name="T64" fmla="*/ 4 w 12"/>
                  <a:gd name="T65" fmla="*/ 19 h 26"/>
                  <a:gd name="T66" fmla="*/ 6 w 12"/>
                  <a:gd name="T67" fmla="*/ 16 h 26"/>
                  <a:gd name="T68" fmla="*/ 6 w 12"/>
                  <a:gd name="T69" fmla="*/ 15 h 26"/>
                  <a:gd name="T70" fmla="*/ 5 w 12"/>
                  <a:gd name="T71" fmla="*/ 11 h 26"/>
                  <a:gd name="T72" fmla="*/ 5 w 12"/>
                  <a:gd name="T73" fmla="*/ 14 h 26"/>
                  <a:gd name="T74" fmla="*/ 5 w 12"/>
                  <a:gd name="T75" fmla="*/ 18 h 26"/>
                  <a:gd name="T76" fmla="*/ 6 w 12"/>
                  <a:gd name="T77" fmla="*/ 1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2" h="26">
                    <a:moveTo>
                      <a:pt x="4" y="19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0" y="12"/>
                      <a:pt x="2" y="12"/>
                      <a:pt x="2" y="12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0"/>
                      <a:pt x="4" y="1"/>
                      <a:pt x="4" y="1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3"/>
                      <a:pt x="5" y="6"/>
                      <a:pt x="5" y="6"/>
                    </a:cubicBezTo>
                    <a:cubicBezTo>
                      <a:pt x="5" y="5"/>
                      <a:pt x="6" y="4"/>
                      <a:pt x="6" y="3"/>
                    </a:cubicBezTo>
                    <a:cubicBezTo>
                      <a:pt x="7" y="3"/>
                      <a:pt x="7" y="2"/>
                      <a:pt x="7" y="2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5" y="11"/>
                      <a:pt x="6" y="10"/>
                      <a:pt x="6" y="10"/>
                    </a:cubicBezTo>
                    <a:cubicBezTo>
                      <a:pt x="7" y="10"/>
                      <a:pt x="8" y="11"/>
                      <a:pt x="8" y="11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9" y="13"/>
                      <a:pt x="9" y="13"/>
                      <a:pt x="9" y="13"/>
                    </a:cubicBezTo>
                    <a:cubicBezTo>
                      <a:pt x="8" y="16"/>
                      <a:pt x="9" y="17"/>
                      <a:pt x="9" y="17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2" y="22"/>
                      <a:pt x="12" y="24"/>
                      <a:pt x="12" y="24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8" y="26"/>
                      <a:pt x="7" y="26"/>
                      <a:pt x="7" y="26"/>
                    </a:cubicBezTo>
                    <a:cubicBezTo>
                      <a:pt x="4" y="26"/>
                      <a:pt x="6" y="24"/>
                      <a:pt x="6" y="24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7" y="23"/>
                      <a:pt x="8" y="21"/>
                      <a:pt x="8" y="21"/>
                    </a:cubicBezTo>
                    <a:cubicBezTo>
                      <a:pt x="7" y="18"/>
                      <a:pt x="7" y="18"/>
                      <a:pt x="7" y="18"/>
                    </a:cubicBezTo>
                    <a:cubicBezTo>
                      <a:pt x="7" y="18"/>
                      <a:pt x="7" y="18"/>
                      <a:pt x="7" y="18"/>
                    </a:cubicBezTo>
                    <a:cubicBezTo>
                      <a:pt x="6" y="20"/>
                      <a:pt x="6" y="20"/>
                      <a:pt x="6" y="20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4" y="19"/>
                      <a:pt x="4" y="19"/>
                      <a:pt x="4" y="19"/>
                    </a:cubicBezTo>
                    <a:close/>
                    <a:moveTo>
                      <a:pt x="6" y="16"/>
                    </a:moveTo>
                    <a:cubicBezTo>
                      <a:pt x="6" y="16"/>
                      <a:pt x="6" y="16"/>
                      <a:pt x="6" y="15"/>
                    </a:cubicBezTo>
                    <a:cubicBezTo>
                      <a:pt x="6" y="15"/>
                      <a:pt x="6" y="12"/>
                      <a:pt x="5" y="11"/>
                    </a:cubicBezTo>
                    <a:cubicBezTo>
                      <a:pt x="5" y="11"/>
                      <a:pt x="4" y="12"/>
                      <a:pt x="5" y="14"/>
                    </a:cubicBezTo>
                    <a:cubicBezTo>
                      <a:pt x="5" y="18"/>
                      <a:pt x="5" y="18"/>
                      <a:pt x="5" y="18"/>
                    </a:cubicBezTo>
                    <a:lnTo>
                      <a:pt x="6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2" name="ïṣļîḋe">
                <a:extLst>
                  <a:ext uri="{FF2B5EF4-FFF2-40B4-BE49-F238E27FC236}">
                    <a16:creationId xmlns:a16="http://schemas.microsoft.com/office/drawing/2014/main" id="{7A182396-CA74-4824-B470-C642D9F2ABA3}"/>
                  </a:ext>
                </a:extLst>
              </p:cNvPr>
              <p:cNvSpPr/>
              <p:nvPr/>
            </p:nvSpPr>
            <p:spPr bwMode="auto">
              <a:xfrm>
                <a:off x="4905375" y="3313113"/>
                <a:ext cx="17463" cy="25400"/>
              </a:xfrm>
              <a:custGeom>
                <a:avLst/>
                <a:gdLst>
                  <a:gd name="T0" fmla="*/ 4 w 5"/>
                  <a:gd name="T1" fmla="*/ 1 h 8"/>
                  <a:gd name="T2" fmla="*/ 4 w 5"/>
                  <a:gd name="T3" fmla="*/ 2 h 8"/>
                  <a:gd name="T4" fmla="*/ 3 w 5"/>
                  <a:gd name="T5" fmla="*/ 6 h 8"/>
                  <a:gd name="T6" fmla="*/ 2 w 5"/>
                  <a:gd name="T7" fmla="*/ 7 h 8"/>
                  <a:gd name="T8" fmla="*/ 1 w 5"/>
                  <a:gd name="T9" fmla="*/ 2 h 8"/>
                  <a:gd name="T10" fmla="*/ 1 w 5"/>
                  <a:gd name="T11" fmla="*/ 0 h 8"/>
                  <a:gd name="T12" fmla="*/ 4 w 5"/>
                  <a:gd name="T13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8">
                    <a:moveTo>
                      <a:pt x="4" y="1"/>
                    </a:moveTo>
                    <a:cubicBezTo>
                      <a:pt x="5" y="1"/>
                      <a:pt x="4" y="2"/>
                      <a:pt x="4" y="2"/>
                    </a:cubicBezTo>
                    <a:cubicBezTo>
                      <a:pt x="4" y="3"/>
                      <a:pt x="3" y="6"/>
                      <a:pt x="3" y="6"/>
                    </a:cubicBezTo>
                    <a:cubicBezTo>
                      <a:pt x="2" y="8"/>
                      <a:pt x="2" y="7"/>
                      <a:pt x="2" y="7"/>
                    </a:cubicBezTo>
                    <a:cubicBezTo>
                      <a:pt x="2" y="5"/>
                      <a:pt x="1" y="2"/>
                      <a:pt x="1" y="2"/>
                    </a:cubicBezTo>
                    <a:cubicBezTo>
                      <a:pt x="0" y="1"/>
                      <a:pt x="1" y="0"/>
                      <a:pt x="1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3" name="ís1íḋe">
                <a:extLst>
                  <a:ext uri="{FF2B5EF4-FFF2-40B4-BE49-F238E27FC236}">
                    <a16:creationId xmlns:a16="http://schemas.microsoft.com/office/drawing/2014/main" id="{D6505446-CCB2-453A-BC3B-5FC6635D427F}"/>
                  </a:ext>
                </a:extLst>
              </p:cNvPr>
              <p:cNvSpPr/>
              <p:nvPr/>
            </p:nvSpPr>
            <p:spPr bwMode="auto">
              <a:xfrm>
                <a:off x="4865688" y="3305176"/>
                <a:ext cx="26988" cy="26988"/>
              </a:xfrm>
              <a:custGeom>
                <a:avLst/>
                <a:gdLst>
                  <a:gd name="T0" fmla="*/ 7 w 8"/>
                  <a:gd name="T1" fmla="*/ 5 h 8"/>
                  <a:gd name="T2" fmla="*/ 8 w 8"/>
                  <a:gd name="T3" fmla="*/ 8 h 8"/>
                  <a:gd name="T4" fmla="*/ 7 w 8"/>
                  <a:gd name="T5" fmla="*/ 8 h 8"/>
                  <a:gd name="T6" fmla="*/ 6 w 8"/>
                  <a:gd name="T7" fmla="*/ 6 h 8"/>
                  <a:gd name="T8" fmla="*/ 3 w 8"/>
                  <a:gd name="T9" fmla="*/ 2 h 8"/>
                  <a:gd name="T10" fmla="*/ 1 w 8"/>
                  <a:gd name="T11" fmla="*/ 0 h 8"/>
                  <a:gd name="T12" fmla="*/ 1 w 8"/>
                  <a:gd name="T13" fmla="*/ 0 h 8"/>
                  <a:gd name="T14" fmla="*/ 4 w 8"/>
                  <a:gd name="T15" fmla="*/ 0 h 8"/>
                  <a:gd name="T16" fmla="*/ 7 w 8"/>
                  <a:gd name="T17" fmla="*/ 5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" h="8">
                    <a:moveTo>
                      <a:pt x="7" y="5"/>
                    </a:moveTo>
                    <a:cubicBezTo>
                      <a:pt x="8" y="6"/>
                      <a:pt x="8" y="8"/>
                      <a:pt x="8" y="8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7"/>
                      <a:pt x="6" y="6"/>
                      <a:pt x="6" y="6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0"/>
                      <a:pt x="1" y="1"/>
                      <a:pt x="1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5" y="2"/>
                      <a:pt x="7" y="5"/>
                      <a:pt x="7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4" name="íṧḻiďê">
                <a:extLst>
                  <a:ext uri="{FF2B5EF4-FFF2-40B4-BE49-F238E27FC236}">
                    <a16:creationId xmlns:a16="http://schemas.microsoft.com/office/drawing/2014/main" id="{C35A3C6B-251F-410F-97DB-7D32485995E8}"/>
                  </a:ext>
                </a:extLst>
              </p:cNvPr>
              <p:cNvSpPr/>
              <p:nvPr/>
            </p:nvSpPr>
            <p:spPr bwMode="auto">
              <a:xfrm>
                <a:off x="4876800" y="3325813"/>
                <a:ext cx="25400" cy="53975"/>
              </a:xfrm>
              <a:custGeom>
                <a:avLst/>
                <a:gdLst>
                  <a:gd name="T0" fmla="*/ 6 w 8"/>
                  <a:gd name="T1" fmla="*/ 1 h 16"/>
                  <a:gd name="T2" fmla="*/ 7 w 8"/>
                  <a:gd name="T3" fmla="*/ 1 h 16"/>
                  <a:gd name="T4" fmla="*/ 8 w 8"/>
                  <a:gd name="T5" fmla="*/ 6 h 16"/>
                  <a:gd name="T6" fmla="*/ 8 w 8"/>
                  <a:gd name="T7" fmla="*/ 10 h 16"/>
                  <a:gd name="T8" fmla="*/ 6 w 8"/>
                  <a:gd name="T9" fmla="*/ 16 h 16"/>
                  <a:gd name="T10" fmla="*/ 3 w 8"/>
                  <a:gd name="T11" fmla="*/ 15 h 16"/>
                  <a:gd name="T12" fmla="*/ 1 w 8"/>
                  <a:gd name="T13" fmla="*/ 9 h 16"/>
                  <a:gd name="T14" fmla="*/ 1 w 8"/>
                  <a:gd name="T15" fmla="*/ 9 h 16"/>
                  <a:gd name="T16" fmla="*/ 5 w 8"/>
                  <a:gd name="T17" fmla="*/ 12 h 16"/>
                  <a:gd name="T18" fmla="*/ 5 w 8"/>
                  <a:gd name="T19" fmla="*/ 12 h 16"/>
                  <a:gd name="T20" fmla="*/ 5 w 8"/>
                  <a:gd name="T21" fmla="*/ 10 h 16"/>
                  <a:gd name="T22" fmla="*/ 6 w 8"/>
                  <a:gd name="T23" fmla="*/ 6 h 16"/>
                  <a:gd name="T24" fmla="*/ 6 w 8"/>
                  <a:gd name="T25" fmla="*/ 1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" h="16">
                    <a:moveTo>
                      <a:pt x="6" y="1"/>
                    </a:moveTo>
                    <a:cubicBezTo>
                      <a:pt x="7" y="0"/>
                      <a:pt x="7" y="1"/>
                      <a:pt x="7" y="1"/>
                    </a:cubicBezTo>
                    <a:cubicBezTo>
                      <a:pt x="8" y="3"/>
                      <a:pt x="8" y="6"/>
                      <a:pt x="8" y="6"/>
                    </a:cubicBezTo>
                    <a:cubicBezTo>
                      <a:pt x="8" y="7"/>
                      <a:pt x="8" y="10"/>
                      <a:pt x="8" y="10"/>
                    </a:cubicBezTo>
                    <a:cubicBezTo>
                      <a:pt x="8" y="12"/>
                      <a:pt x="6" y="16"/>
                      <a:pt x="6" y="16"/>
                    </a:cubicBezTo>
                    <a:cubicBezTo>
                      <a:pt x="5" y="16"/>
                      <a:pt x="3" y="15"/>
                      <a:pt x="3" y="15"/>
                    </a:cubicBezTo>
                    <a:cubicBezTo>
                      <a:pt x="3" y="14"/>
                      <a:pt x="1" y="9"/>
                      <a:pt x="1" y="9"/>
                    </a:cubicBezTo>
                    <a:cubicBezTo>
                      <a:pt x="0" y="9"/>
                      <a:pt x="1" y="9"/>
                      <a:pt x="1" y="9"/>
                    </a:cubicBezTo>
                    <a:cubicBezTo>
                      <a:pt x="3" y="8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0"/>
                      <a:pt x="5" y="10"/>
                    </a:cubicBezTo>
                    <a:cubicBezTo>
                      <a:pt x="6" y="9"/>
                      <a:pt x="6" y="6"/>
                      <a:pt x="6" y="6"/>
                    </a:cubicBezTo>
                    <a:cubicBezTo>
                      <a:pt x="7" y="5"/>
                      <a:pt x="6" y="1"/>
                      <a:pt x="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5" name="iŝ1iḋe">
                <a:extLst>
                  <a:ext uri="{FF2B5EF4-FFF2-40B4-BE49-F238E27FC236}">
                    <a16:creationId xmlns:a16="http://schemas.microsoft.com/office/drawing/2014/main" id="{8844E230-DCBB-45FE-B005-A1939B01D62E}"/>
                  </a:ext>
                </a:extLst>
              </p:cNvPr>
              <p:cNvSpPr/>
              <p:nvPr/>
            </p:nvSpPr>
            <p:spPr bwMode="auto">
              <a:xfrm>
                <a:off x="5075238" y="3586163"/>
                <a:ext cx="15875" cy="46038"/>
              </a:xfrm>
              <a:custGeom>
                <a:avLst/>
                <a:gdLst>
                  <a:gd name="T0" fmla="*/ 0 w 10"/>
                  <a:gd name="T1" fmla="*/ 6 h 29"/>
                  <a:gd name="T2" fmla="*/ 8 w 10"/>
                  <a:gd name="T3" fmla="*/ 0 h 29"/>
                  <a:gd name="T4" fmla="*/ 10 w 10"/>
                  <a:gd name="T5" fmla="*/ 2 h 29"/>
                  <a:gd name="T6" fmla="*/ 10 w 10"/>
                  <a:gd name="T7" fmla="*/ 29 h 29"/>
                  <a:gd name="T8" fmla="*/ 6 w 10"/>
                  <a:gd name="T9" fmla="*/ 29 h 29"/>
                  <a:gd name="T10" fmla="*/ 6 w 10"/>
                  <a:gd name="T11" fmla="*/ 6 h 29"/>
                  <a:gd name="T12" fmla="*/ 2 w 10"/>
                  <a:gd name="T13" fmla="*/ 8 h 29"/>
                  <a:gd name="T14" fmla="*/ 0 w 10"/>
                  <a:gd name="T15" fmla="*/ 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29">
                    <a:moveTo>
                      <a:pt x="0" y="6"/>
                    </a:moveTo>
                    <a:lnTo>
                      <a:pt x="8" y="0"/>
                    </a:lnTo>
                    <a:lnTo>
                      <a:pt x="10" y="2"/>
                    </a:lnTo>
                    <a:lnTo>
                      <a:pt x="10" y="29"/>
                    </a:lnTo>
                    <a:lnTo>
                      <a:pt x="6" y="29"/>
                    </a:lnTo>
                    <a:lnTo>
                      <a:pt x="6" y="6"/>
                    </a:lnTo>
                    <a:lnTo>
                      <a:pt x="2" y="8"/>
                    </a:lnTo>
                    <a:lnTo>
                      <a:pt x="0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6" name="iṣ1íḓê">
                <a:extLst>
                  <a:ext uri="{FF2B5EF4-FFF2-40B4-BE49-F238E27FC236}">
                    <a16:creationId xmlns:a16="http://schemas.microsoft.com/office/drawing/2014/main" id="{71C87D3F-62F8-4690-9F40-C572EC2C9058}"/>
                  </a:ext>
                </a:extLst>
              </p:cNvPr>
              <p:cNvSpPr/>
              <p:nvPr/>
            </p:nvSpPr>
            <p:spPr bwMode="auto">
              <a:xfrm>
                <a:off x="5210175" y="3586163"/>
                <a:ext cx="15875" cy="46038"/>
              </a:xfrm>
              <a:custGeom>
                <a:avLst/>
                <a:gdLst>
                  <a:gd name="T0" fmla="*/ 6 w 10"/>
                  <a:gd name="T1" fmla="*/ 6 h 29"/>
                  <a:gd name="T2" fmla="*/ 2 w 10"/>
                  <a:gd name="T3" fmla="*/ 8 h 29"/>
                  <a:gd name="T4" fmla="*/ 0 w 10"/>
                  <a:gd name="T5" fmla="*/ 6 h 29"/>
                  <a:gd name="T6" fmla="*/ 6 w 10"/>
                  <a:gd name="T7" fmla="*/ 0 h 29"/>
                  <a:gd name="T8" fmla="*/ 10 w 10"/>
                  <a:gd name="T9" fmla="*/ 2 h 29"/>
                  <a:gd name="T10" fmla="*/ 10 w 10"/>
                  <a:gd name="T11" fmla="*/ 29 h 29"/>
                  <a:gd name="T12" fmla="*/ 6 w 10"/>
                  <a:gd name="T13" fmla="*/ 29 h 29"/>
                  <a:gd name="T14" fmla="*/ 6 w 10"/>
                  <a:gd name="T15" fmla="*/ 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29">
                    <a:moveTo>
                      <a:pt x="6" y="6"/>
                    </a:moveTo>
                    <a:lnTo>
                      <a:pt x="2" y="8"/>
                    </a:lnTo>
                    <a:lnTo>
                      <a:pt x="0" y="6"/>
                    </a:lnTo>
                    <a:lnTo>
                      <a:pt x="6" y="0"/>
                    </a:lnTo>
                    <a:lnTo>
                      <a:pt x="10" y="2"/>
                    </a:lnTo>
                    <a:lnTo>
                      <a:pt x="10" y="29"/>
                    </a:lnTo>
                    <a:lnTo>
                      <a:pt x="6" y="29"/>
                    </a:lnTo>
                    <a:lnTo>
                      <a:pt x="6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7" name="iŝliḍe">
                <a:extLst>
                  <a:ext uri="{FF2B5EF4-FFF2-40B4-BE49-F238E27FC236}">
                    <a16:creationId xmlns:a16="http://schemas.microsoft.com/office/drawing/2014/main" id="{260A95E9-BAD7-4060-BF76-FE7241DDAB8B}"/>
                  </a:ext>
                </a:extLst>
              </p:cNvPr>
              <p:cNvSpPr/>
              <p:nvPr/>
            </p:nvSpPr>
            <p:spPr bwMode="auto">
              <a:xfrm>
                <a:off x="5114925" y="3586163"/>
                <a:ext cx="25400" cy="46038"/>
              </a:xfrm>
              <a:custGeom>
                <a:avLst/>
                <a:gdLst>
                  <a:gd name="T0" fmla="*/ 4 w 8"/>
                  <a:gd name="T1" fmla="*/ 2 h 14"/>
                  <a:gd name="T2" fmla="*/ 3 w 8"/>
                  <a:gd name="T3" fmla="*/ 2 h 14"/>
                  <a:gd name="T4" fmla="*/ 3 w 8"/>
                  <a:gd name="T5" fmla="*/ 3 h 14"/>
                  <a:gd name="T6" fmla="*/ 2 w 8"/>
                  <a:gd name="T7" fmla="*/ 3 h 14"/>
                  <a:gd name="T8" fmla="*/ 2 w 8"/>
                  <a:gd name="T9" fmla="*/ 5 h 14"/>
                  <a:gd name="T10" fmla="*/ 2 w 8"/>
                  <a:gd name="T11" fmla="*/ 6 h 14"/>
                  <a:gd name="T12" fmla="*/ 3 w 8"/>
                  <a:gd name="T13" fmla="*/ 7 h 14"/>
                  <a:gd name="T14" fmla="*/ 4 w 8"/>
                  <a:gd name="T15" fmla="*/ 7 h 14"/>
                  <a:gd name="T16" fmla="*/ 5 w 8"/>
                  <a:gd name="T17" fmla="*/ 7 h 14"/>
                  <a:gd name="T18" fmla="*/ 6 w 8"/>
                  <a:gd name="T19" fmla="*/ 7 h 14"/>
                  <a:gd name="T20" fmla="*/ 7 w 8"/>
                  <a:gd name="T21" fmla="*/ 6 h 14"/>
                  <a:gd name="T22" fmla="*/ 7 w 8"/>
                  <a:gd name="T23" fmla="*/ 4 h 14"/>
                  <a:gd name="T24" fmla="*/ 6 w 8"/>
                  <a:gd name="T25" fmla="*/ 3 h 14"/>
                  <a:gd name="T26" fmla="*/ 6 w 8"/>
                  <a:gd name="T27" fmla="*/ 2 h 14"/>
                  <a:gd name="T28" fmla="*/ 4 w 8"/>
                  <a:gd name="T29" fmla="*/ 2 h 14"/>
                  <a:gd name="T30" fmla="*/ 4 w 8"/>
                  <a:gd name="T31" fmla="*/ 9 h 14"/>
                  <a:gd name="T32" fmla="*/ 2 w 8"/>
                  <a:gd name="T33" fmla="*/ 9 h 14"/>
                  <a:gd name="T34" fmla="*/ 1 w 8"/>
                  <a:gd name="T35" fmla="*/ 8 h 14"/>
                  <a:gd name="T36" fmla="*/ 0 w 8"/>
                  <a:gd name="T37" fmla="*/ 7 h 14"/>
                  <a:gd name="T38" fmla="*/ 0 w 8"/>
                  <a:gd name="T39" fmla="*/ 5 h 14"/>
                  <a:gd name="T40" fmla="*/ 0 w 8"/>
                  <a:gd name="T41" fmla="*/ 3 h 14"/>
                  <a:gd name="T42" fmla="*/ 1 w 8"/>
                  <a:gd name="T43" fmla="*/ 2 h 14"/>
                  <a:gd name="T44" fmla="*/ 1 w 8"/>
                  <a:gd name="T45" fmla="*/ 1 h 14"/>
                  <a:gd name="T46" fmla="*/ 3 w 8"/>
                  <a:gd name="T47" fmla="*/ 0 h 14"/>
                  <a:gd name="T48" fmla="*/ 4 w 8"/>
                  <a:gd name="T49" fmla="*/ 0 h 14"/>
                  <a:gd name="T50" fmla="*/ 6 w 8"/>
                  <a:gd name="T51" fmla="*/ 0 h 14"/>
                  <a:gd name="T52" fmla="*/ 8 w 8"/>
                  <a:gd name="T53" fmla="*/ 2 h 14"/>
                  <a:gd name="T54" fmla="*/ 8 w 8"/>
                  <a:gd name="T55" fmla="*/ 3 h 14"/>
                  <a:gd name="T56" fmla="*/ 8 w 8"/>
                  <a:gd name="T57" fmla="*/ 5 h 14"/>
                  <a:gd name="T58" fmla="*/ 8 w 8"/>
                  <a:gd name="T59" fmla="*/ 9 h 14"/>
                  <a:gd name="T60" fmla="*/ 8 w 8"/>
                  <a:gd name="T61" fmla="*/ 11 h 14"/>
                  <a:gd name="T62" fmla="*/ 8 w 8"/>
                  <a:gd name="T63" fmla="*/ 12 h 14"/>
                  <a:gd name="T64" fmla="*/ 8 w 8"/>
                  <a:gd name="T65" fmla="*/ 13 h 14"/>
                  <a:gd name="T66" fmla="*/ 7 w 8"/>
                  <a:gd name="T67" fmla="*/ 14 h 14"/>
                  <a:gd name="T68" fmla="*/ 6 w 8"/>
                  <a:gd name="T69" fmla="*/ 14 h 14"/>
                  <a:gd name="T70" fmla="*/ 4 w 8"/>
                  <a:gd name="T71" fmla="*/ 14 h 14"/>
                  <a:gd name="T72" fmla="*/ 3 w 8"/>
                  <a:gd name="T73" fmla="*/ 14 h 14"/>
                  <a:gd name="T74" fmla="*/ 2 w 8"/>
                  <a:gd name="T75" fmla="*/ 14 h 14"/>
                  <a:gd name="T76" fmla="*/ 1 w 8"/>
                  <a:gd name="T77" fmla="*/ 13 h 14"/>
                  <a:gd name="T78" fmla="*/ 0 w 8"/>
                  <a:gd name="T79" fmla="*/ 12 h 14"/>
                  <a:gd name="T80" fmla="*/ 0 w 8"/>
                  <a:gd name="T81" fmla="*/ 11 h 14"/>
                  <a:gd name="T82" fmla="*/ 2 w 8"/>
                  <a:gd name="T83" fmla="*/ 11 h 14"/>
                  <a:gd name="T84" fmla="*/ 2 w 8"/>
                  <a:gd name="T85" fmla="*/ 11 h 14"/>
                  <a:gd name="T86" fmla="*/ 3 w 8"/>
                  <a:gd name="T87" fmla="*/ 12 h 14"/>
                  <a:gd name="T88" fmla="*/ 4 w 8"/>
                  <a:gd name="T89" fmla="*/ 12 h 14"/>
                  <a:gd name="T90" fmla="*/ 5 w 8"/>
                  <a:gd name="T91" fmla="*/ 12 h 14"/>
                  <a:gd name="T92" fmla="*/ 6 w 8"/>
                  <a:gd name="T93" fmla="*/ 12 h 14"/>
                  <a:gd name="T94" fmla="*/ 6 w 8"/>
                  <a:gd name="T95" fmla="*/ 11 h 14"/>
                  <a:gd name="T96" fmla="*/ 7 w 8"/>
                  <a:gd name="T97" fmla="*/ 10 h 14"/>
                  <a:gd name="T98" fmla="*/ 7 w 8"/>
                  <a:gd name="T99" fmla="*/ 9 h 14"/>
                  <a:gd name="T100" fmla="*/ 7 w 8"/>
                  <a:gd name="T101" fmla="*/ 8 h 14"/>
                  <a:gd name="T102" fmla="*/ 6 w 8"/>
                  <a:gd name="T103" fmla="*/ 9 h 14"/>
                  <a:gd name="T104" fmla="*/ 5 w 8"/>
                  <a:gd name="T105" fmla="*/ 9 h 14"/>
                  <a:gd name="T106" fmla="*/ 4 w 8"/>
                  <a:gd name="T107" fmla="*/ 9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8" h="14">
                    <a:moveTo>
                      <a:pt x="4" y="2"/>
                    </a:moveTo>
                    <a:cubicBezTo>
                      <a:pt x="4" y="2"/>
                      <a:pt x="4" y="2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4"/>
                      <a:pt x="2" y="4"/>
                      <a:pt x="2" y="5"/>
                    </a:cubicBezTo>
                    <a:cubicBezTo>
                      <a:pt x="2" y="5"/>
                      <a:pt x="2" y="6"/>
                      <a:pt x="2" y="6"/>
                    </a:cubicBezTo>
                    <a:cubicBezTo>
                      <a:pt x="2" y="6"/>
                      <a:pt x="2" y="6"/>
                      <a:pt x="3" y="7"/>
                    </a:cubicBezTo>
                    <a:cubicBezTo>
                      <a:pt x="3" y="7"/>
                      <a:pt x="3" y="7"/>
                      <a:pt x="4" y="7"/>
                    </a:cubicBezTo>
                    <a:cubicBezTo>
                      <a:pt x="4" y="7"/>
                      <a:pt x="4" y="7"/>
                      <a:pt x="5" y="7"/>
                    </a:cubicBezTo>
                    <a:cubicBezTo>
                      <a:pt x="5" y="7"/>
                      <a:pt x="6" y="7"/>
                      <a:pt x="6" y="7"/>
                    </a:cubicBezTo>
                    <a:cubicBezTo>
                      <a:pt x="6" y="6"/>
                      <a:pt x="6" y="6"/>
                      <a:pt x="7" y="6"/>
                    </a:cubicBezTo>
                    <a:cubicBezTo>
                      <a:pt x="7" y="5"/>
                      <a:pt x="7" y="5"/>
                      <a:pt x="7" y="4"/>
                    </a:cubicBezTo>
                    <a:cubicBezTo>
                      <a:pt x="7" y="4"/>
                      <a:pt x="7" y="3"/>
                      <a:pt x="6" y="3"/>
                    </a:cubicBezTo>
                    <a:cubicBezTo>
                      <a:pt x="6" y="3"/>
                      <a:pt x="6" y="3"/>
                      <a:pt x="6" y="2"/>
                    </a:cubicBezTo>
                    <a:cubicBezTo>
                      <a:pt x="5" y="2"/>
                      <a:pt x="5" y="2"/>
                      <a:pt x="4" y="2"/>
                    </a:cubicBezTo>
                    <a:close/>
                    <a:moveTo>
                      <a:pt x="4" y="9"/>
                    </a:moveTo>
                    <a:cubicBezTo>
                      <a:pt x="4" y="9"/>
                      <a:pt x="3" y="9"/>
                      <a:pt x="2" y="9"/>
                    </a:cubicBezTo>
                    <a:cubicBezTo>
                      <a:pt x="2" y="8"/>
                      <a:pt x="1" y="8"/>
                      <a:pt x="1" y="8"/>
                    </a:cubicBezTo>
                    <a:cubicBezTo>
                      <a:pt x="1" y="7"/>
                      <a:pt x="1" y="7"/>
                      <a:pt x="0" y="7"/>
                    </a:cubicBezTo>
                    <a:cubicBezTo>
                      <a:pt x="0" y="6"/>
                      <a:pt x="0" y="6"/>
                      <a:pt x="0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1" y="2"/>
                      <a:pt x="1" y="1"/>
                      <a:pt x="1" y="1"/>
                    </a:cubicBezTo>
                    <a:cubicBezTo>
                      <a:pt x="2" y="1"/>
                      <a:pt x="2" y="0"/>
                      <a:pt x="3" y="0"/>
                    </a:cubicBezTo>
                    <a:cubicBezTo>
                      <a:pt x="3" y="0"/>
                      <a:pt x="4" y="0"/>
                      <a:pt x="4" y="0"/>
                    </a:cubicBezTo>
                    <a:cubicBezTo>
                      <a:pt x="5" y="0"/>
                      <a:pt x="6" y="0"/>
                      <a:pt x="6" y="0"/>
                    </a:cubicBezTo>
                    <a:cubicBezTo>
                      <a:pt x="7" y="1"/>
                      <a:pt x="7" y="1"/>
                      <a:pt x="8" y="2"/>
                    </a:cubicBezTo>
                    <a:cubicBezTo>
                      <a:pt x="8" y="2"/>
                      <a:pt x="8" y="3"/>
                      <a:pt x="8" y="3"/>
                    </a:cubicBezTo>
                    <a:cubicBezTo>
                      <a:pt x="8" y="4"/>
                      <a:pt x="8" y="4"/>
                      <a:pt x="8" y="5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8" y="10"/>
                      <a:pt x="8" y="10"/>
                      <a:pt x="8" y="11"/>
                    </a:cubicBezTo>
                    <a:cubicBezTo>
                      <a:pt x="8" y="11"/>
                      <a:pt x="8" y="11"/>
                      <a:pt x="8" y="12"/>
                    </a:cubicBezTo>
                    <a:cubicBezTo>
                      <a:pt x="8" y="12"/>
                      <a:pt x="8" y="13"/>
                      <a:pt x="8" y="13"/>
                    </a:cubicBezTo>
                    <a:cubicBezTo>
                      <a:pt x="7" y="13"/>
                      <a:pt x="7" y="13"/>
                      <a:pt x="7" y="14"/>
                    </a:cubicBezTo>
                    <a:cubicBezTo>
                      <a:pt x="7" y="14"/>
                      <a:pt x="6" y="14"/>
                      <a:pt x="6" y="14"/>
                    </a:cubicBezTo>
                    <a:cubicBezTo>
                      <a:pt x="5" y="14"/>
                      <a:pt x="5" y="14"/>
                      <a:pt x="4" y="14"/>
                    </a:cubicBezTo>
                    <a:cubicBezTo>
                      <a:pt x="4" y="14"/>
                      <a:pt x="3" y="14"/>
                      <a:pt x="3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2"/>
                      <a:pt x="2" y="12"/>
                      <a:pt x="3" y="12"/>
                    </a:cubicBezTo>
                    <a:cubicBezTo>
                      <a:pt x="3" y="12"/>
                      <a:pt x="3" y="12"/>
                      <a:pt x="4" y="12"/>
                    </a:cubicBezTo>
                    <a:cubicBezTo>
                      <a:pt x="4" y="12"/>
                      <a:pt x="4" y="12"/>
                      <a:pt x="5" y="12"/>
                    </a:cubicBezTo>
                    <a:cubicBezTo>
                      <a:pt x="5" y="12"/>
                      <a:pt x="5" y="12"/>
                      <a:pt x="6" y="12"/>
                    </a:cubicBezTo>
                    <a:cubicBezTo>
                      <a:pt x="6" y="12"/>
                      <a:pt x="6" y="12"/>
                      <a:pt x="6" y="11"/>
                    </a:cubicBezTo>
                    <a:cubicBezTo>
                      <a:pt x="6" y="11"/>
                      <a:pt x="7" y="11"/>
                      <a:pt x="7" y="10"/>
                    </a:cubicBezTo>
                    <a:cubicBezTo>
                      <a:pt x="7" y="10"/>
                      <a:pt x="7" y="10"/>
                      <a:pt x="7" y="9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9"/>
                      <a:pt x="6" y="9"/>
                      <a:pt x="6" y="9"/>
                    </a:cubicBezTo>
                    <a:cubicBezTo>
                      <a:pt x="6" y="9"/>
                      <a:pt x="6" y="9"/>
                      <a:pt x="5" y="9"/>
                    </a:cubicBezTo>
                    <a:cubicBezTo>
                      <a:pt x="5" y="9"/>
                      <a:pt x="5" y="9"/>
                      <a:pt x="4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8" name="iSḷidé">
                <a:extLst>
                  <a:ext uri="{FF2B5EF4-FFF2-40B4-BE49-F238E27FC236}">
                    <a16:creationId xmlns:a16="http://schemas.microsoft.com/office/drawing/2014/main" id="{47D9352D-F8E6-489A-ADC1-2D1AB05280B5}"/>
                  </a:ext>
                </a:extLst>
              </p:cNvPr>
              <p:cNvSpPr/>
              <p:nvPr/>
            </p:nvSpPr>
            <p:spPr bwMode="auto">
              <a:xfrm>
                <a:off x="5164138" y="3586163"/>
                <a:ext cx="30163" cy="46038"/>
              </a:xfrm>
              <a:custGeom>
                <a:avLst/>
                <a:gdLst>
                  <a:gd name="T0" fmla="*/ 1 w 9"/>
                  <a:gd name="T1" fmla="*/ 13 h 14"/>
                  <a:gd name="T2" fmla="*/ 0 w 9"/>
                  <a:gd name="T3" fmla="*/ 12 h 14"/>
                  <a:gd name="T4" fmla="*/ 0 w 9"/>
                  <a:gd name="T5" fmla="*/ 10 h 14"/>
                  <a:gd name="T6" fmla="*/ 0 w 9"/>
                  <a:gd name="T7" fmla="*/ 8 h 14"/>
                  <a:gd name="T8" fmla="*/ 0 w 9"/>
                  <a:gd name="T9" fmla="*/ 6 h 14"/>
                  <a:gd name="T10" fmla="*/ 0 w 9"/>
                  <a:gd name="T11" fmla="*/ 4 h 14"/>
                  <a:gd name="T12" fmla="*/ 0 w 9"/>
                  <a:gd name="T13" fmla="*/ 3 h 14"/>
                  <a:gd name="T14" fmla="*/ 1 w 9"/>
                  <a:gd name="T15" fmla="*/ 1 h 14"/>
                  <a:gd name="T16" fmla="*/ 2 w 9"/>
                  <a:gd name="T17" fmla="*/ 0 h 14"/>
                  <a:gd name="T18" fmla="*/ 4 w 9"/>
                  <a:gd name="T19" fmla="*/ 0 h 14"/>
                  <a:gd name="T20" fmla="*/ 6 w 9"/>
                  <a:gd name="T21" fmla="*/ 0 h 14"/>
                  <a:gd name="T22" fmla="*/ 7 w 9"/>
                  <a:gd name="T23" fmla="*/ 1 h 14"/>
                  <a:gd name="T24" fmla="*/ 8 w 9"/>
                  <a:gd name="T25" fmla="*/ 2 h 14"/>
                  <a:gd name="T26" fmla="*/ 9 w 9"/>
                  <a:gd name="T27" fmla="*/ 4 h 14"/>
                  <a:gd name="T28" fmla="*/ 9 w 9"/>
                  <a:gd name="T29" fmla="*/ 6 h 14"/>
                  <a:gd name="T30" fmla="*/ 9 w 9"/>
                  <a:gd name="T31" fmla="*/ 8 h 14"/>
                  <a:gd name="T32" fmla="*/ 9 w 9"/>
                  <a:gd name="T33" fmla="*/ 9 h 14"/>
                  <a:gd name="T34" fmla="*/ 9 w 9"/>
                  <a:gd name="T35" fmla="*/ 11 h 14"/>
                  <a:gd name="T36" fmla="*/ 8 w 9"/>
                  <a:gd name="T37" fmla="*/ 12 h 14"/>
                  <a:gd name="T38" fmla="*/ 7 w 9"/>
                  <a:gd name="T39" fmla="*/ 13 h 14"/>
                  <a:gd name="T40" fmla="*/ 6 w 9"/>
                  <a:gd name="T41" fmla="*/ 14 h 14"/>
                  <a:gd name="T42" fmla="*/ 4 w 9"/>
                  <a:gd name="T43" fmla="*/ 14 h 14"/>
                  <a:gd name="T44" fmla="*/ 3 w 9"/>
                  <a:gd name="T45" fmla="*/ 14 h 14"/>
                  <a:gd name="T46" fmla="*/ 1 w 9"/>
                  <a:gd name="T47" fmla="*/ 13 h 14"/>
                  <a:gd name="T48" fmla="*/ 7 w 9"/>
                  <a:gd name="T49" fmla="*/ 7 h 14"/>
                  <a:gd name="T50" fmla="*/ 7 w 9"/>
                  <a:gd name="T51" fmla="*/ 5 h 14"/>
                  <a:gd name="T52" fmla="*/ 6 w 9"/>
                  <a:gd name="T53" fmla="*/ 3 h 14"/>
                  <a:gd name="T54" fmla="*/ 5 w 9"/>
                  <a:gd name="T55" fmla="*/ 2 h 14"/>
                  <a:gd name="T56" fmla="*/ 4 w 9"/>
                  <a:gd name="T57" fmla="*/ 2 h 14"/>
                  <a:gd name="T58" fmla="*/ 3 w 9"/>
                  <a:gd name="T59" fmla="*/ 2 h 14"/>
                  <a:gd name="T60" fmla="*/ 2 w 9"/>
                  <a:gd name="T61" fmla="*/ 3 h 14"/>
                  <a:gd name="T62" fmla="*/ 2 w 9"/>
                  <a:gd name="T63" fmla="*/ 5 h 14"/>
                  <a:gd name="T64" fmla="*/ 1 w 9"/>
                  <a:gd name="T65" fmla="*/ 6 h 14"/>
                  <a:gd name="T66" fmla="*/ 1 w 9"/>
                  <a:gd name="T67" fmla="*/ 7 h 14"/>
                  <a:gd name="T68" fmla="*/ 2 w 9"/>
                  <a:gd name="T69" fmla="*/ 10 h 14"/>
                  <a:gd name="T70" fmla="*/ 2 w 9"/>
                  <a:gd name="T71" fmla="*/ 11 h 14"/>
                  <a:gd name="T72" fmla="*/ 3 w 9"/>
                  <a:gd name="T73" fmla="*/ 12 h 14"/>
                  <a:gd name="T74" fmla="*/ 4 w 9"/>
                  <a:gd name="T75" fmla="*/ 12 h 14"/>
                  <a:gd name="T76" fmla="*/ 5 w 9"/>
                  <a:gd name="T77" fmla="*/ 12 h 14"/>
                  <a:gd name="T78" fmla="*/ 6 w 9"/>
                  <a:gd name="T79" fmla="*/ 11 h 14"/>
                  <a:gd name="T80" fmla="*/ 7 w 9"/>
                  <a:gd name="T81" fmla="*/ 10 h 14"/>
                  <a:gd name="T82" fmla="*/ 7 w 9"/>
                  <a:gd name="T83" fmla="*/ 8 h 14"/>
                  <a:gd name="T84" fmla="*/ 7 w 9"/>
                  <a:gd name="T85" fmla="*/ 7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9" h="14">
                    <a:moveTo>
                      <a:pt x="1" y="13"/>
                    </a:moveTo>
                    <a:cubicBezTo>
                      <a:pt x="1" y="13"/>
                      <a:pt x="1" y="12"/>
                      <a:pt x="0" y="12"/>
                    </a:cubicBezTo>
                    <a:cubicBezTo>
                      <a:pt x="0" y="11"/>
                      <a:pt x="0" y="11"/>
                      <a:pt x="0" y="10"/>
                    </a:cubicBezTo>
                    <a:cubicBezTo>
                      <a:pt x="0" y="9"/>
                      <a:pt x="0" y="9"/>
                      <a:pt x="0" y="8"/>
                    </a:cubicBezTo>
                    <a:cubicBezTo>
                      <a:pt x="0" y="7"/>
                      <a:pt x="0" y="6"/>
                      <a:pt x="0" y="6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0" y="4"/>
                      <a:pt x="0" y="3"/>
                      <a:pt x="0" y="3"/>
                    </a:cubicBezTo>
                    <a:cubicBezTo>
                      <a:pt x="1" y="2"/>
                      <a:pt x="1" y="2"/>
                      <a:pt x="1" y="1"/>
                    </a:cubicBezTo>
                    <a:cubicBezTo>
                      <a:pt x="1" y="1"/>
                      <a:pt x="2" y="1"/>
                      <a:pt x="2" y="0"/>
                    </a:cubicBezTo>
                    <a:cubicBezTo>
                      <a:pt x="3" y="0"/>
                      <a:pt x="4" y="0"/>
                      <a:pt x="4" y="0"/>
                    </a:cubicBezTo>
                    <a:cubicBezTo>
                      <a:pt x="5" y="0"/>
                      <a:pt x="5" y="0"/>
                      <a:pt x="6" y="0"/>
                    </a:cubicBezTo>
                    <a:cubicBezTo>
                      <a:pt x="6" y="0"/>
                      <a:pt x="7" y="1"/>
                      <a:pt x="7" y="1"/>
                    </a:cubicBezTo>
                    <a:cubicBezTo>
                      <a:pt x="7" y="1"/>
                      <a:pt x="8" y="2"/>
                      <a:pt x="8" y="2"/>
                    </a:cubicBezTo>
                    <a:cubicBezTo>
                      <a:pt x="8" y="3"/>
                      <a:pt x="9" y="3"/>
                      <a:pt x="9" y="4"/>
                    </a:cubicBezTo>
                    <a:cubicBezTo>
                      <a:pt x="9" y="5"/>
                      <a:pt x="9" y="5"/>
                      <a:pt x="9" y="6"/>
                    </a:cubicBezTo>
                    <a:cubicBezTo>
                      <a:pt x="9" y="6"/>
                      <a:pt x="9" y="7"/>
                      <a:pt x="9" y="8"/>
                    </a:cubicBezTo>
                    <a:cubicBezTo>
                      <a:pt x="9" y="8"/>
                      <a:pt x="9" y="9"/>
                      <a:pt x="9" y="9"/>
                    </a:cubicBezTo>
                    <a:cubicBezTo>
                      <a:pt x="9" y="10"/>
                      <a:pt x="9" y="10"/>
                      <a:pt x="9" y="11"/>
                    </a:cubicBezTo>
                    <a:cubicBezTo>
                      <a:pt x="8" y="11"/>
                      <a:pt x="8" y="12"/>
                      <a:pt x="8" y="12"/>
                    </a:cubicBezTo>
                    <a:cubicBezTo>
                      <a:pt x="8" y="13"/>
                      <a:pt x="7" y="13"/>
                      <a:pt x="7" y="13"/>
                    </a:cubicBezTo>
                    <a:cubicBezTo>
                      <a:pt x="7" y="14"/>
                      <a:pt x="6" y="14"/>
                      <a:pt x="6" y="14"/>
                    </a:cubicBezTo>
                    <a:cubicBezTo>
                      <a:pt x="5" y="14"/>
                      <a:pt x="5" y="14"/>
                      <a:pt x="4" y="14"/>
                    </a:cubicBezTo>
                    <a:cubicBezTo>
                      <a:pt x="4" y="14"/>
                      <a:pt x="3" y="14"/>
                      <a:pt x="3" y="14"/>
                    </a:cubicBezTo>
                    <a:cubicBezTo>
                      <a:pt x="2" y="14"/>
                      <a:pt x="1" y="13"/>
                      <a:pt x="1" y="13"/>
                    </a:cubicBezTo>
                    <a:close/>
                    <a:moveTo>
                      <a:pt x="7" y="7"/>
                    </a:moveTo>
                    <a:cubicBezTo>
                      <a:pt x="7" y="6"/>
                      <a:pt x="7" y="5"/>
                      <a:pt x="7" y="5"/>
                    </a:cubicBezTo>
                    <a:cubicBezTo>
                      <a:pt x="7" y="4"/>
                      <a:pt x="7" y="4"/>
                      <a:pt x="6" y="3"/>
                    </a:cubicBezTo>
                    <a:cubicBezTo>
                      <a:pt x="6" y="3"/>
                      <a:pt x="6" y="3"/>
                      <a:pt x="5" y="2"/>
                    </a:cubicBezTo>
                    <a:cubicBezTo>
                      <a:pt x="5" y="2"/>
                      <a:pt x="5" y="2"/>
                      <a:pt x="4" y="2"/>
                    </a:cubicBezTo>
                    <a:cubicBezTo>
                      <a:pt x="4" y="2"/>
                      <a:pt x="3" y="2"/>
                      <a:pt x="3" y="2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4"/>
                      <a:pt x="2" y="4"/>
                      <a:pt x="2" y="5"/>
                    </a:cubicBezTo>
                    <a:cubicBezTo>
                      <a:pt x="2" y="5"/>
                      <a:pt x="1" y="6"/>
                      <a:pt x="1" y="6"/>
                    </a:cubicBezTo>
                    <a:cubicBezTo>
                      <a:pt x="1" y="6"/>
                      <a:pt x="1" y="7"/>
                      <a:pt x="1" y="7"/>
                    </a:cubicBezTo>
                    <a:cubicBezTo>
                      <a:pt x="1" y="8"/>
                      <a:pt x="1" y="9"/>
                      <a:pt x="2" y="10"/>
                    </a:cubicBezTo>
                    <a:cubicBezTo>
                      <a:pt x="2" y="10"/>
                      <a:pt x="2" y="11"/>
                      <a:pt x="2" y="11"/>
                    </a:cubicBezTo>
                    <a:cubicBezTo>
                      <a:pt x="2" y="12"/>
                      <a:pt x="3" y="12"/>
                      <a:pt x="3" y="12"/>
                    </a:cubicBezTo>
                    <a:cubicBezTo>
                      <a:pt x="3" y="12"/>
                      <a:pt x="4" y="12"/>
                      <a:pt x="4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2"/>
                      <a:pt x="6" y="12"/>
                      <a:pt x="6" y="11"/>
                    </a:cubicBezTo>
                    <a:cubicBezTo>
                      <a:pt x="7" y="11"/>
                      <a:pt x="7" y="10"/>
                      <a:pt x="7" y="10"/>
                    </a:cubicBezTo>
                    <a:cubicBezTo>
                      <a:pt x="7" y="9"/>
                      <a:pt x="7" y="8"/>
                      <a:pt x="7" y="8"/>
                    </a:cubicBezTo>
                    <a:cubicBezTo>
                      <a:pt x="7" y="8"/>
                      <a:pt x="7" y="7"/>
                      <a:pt x="7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7" name="íśľïďê">
              <a:extLst>
                <a:ext uri="{FF2B5EF4-FFF2-40B4-BE49-F238E27FC236}">
                  <a16:creationId xmlns:a16="http://schemas.microsoft.com/office/drawing/2014/main" id="{B1F506E4-E45F-412B-B2C2-FB6FFC8C7544}"/>
                </a:ext>
              </a:extLst>
            </p:cNvPr>
            <p:cNvGrpSpPr/>
            <p:nvPr/>
          </p:nvGrpSpPr>
          <p:grpSpPr>
            <a:xfrm>
              <a:off x="5156287" y="2481344"/>
              <a:ext cx="4169014" cy="1469307"/>
              <a:chOff x="5722938" y="3046413"/>
              <a:chExt cx="1662113" cy="585788"/>
            </a:xfrm>
            <a:grpFill/>
          </p:grpSpPr>
          <p:sp>
            <p:nvSpPr>
              <p:cNvPr id="38" name="îSľíḑè">
                <a:extLst>
                  <a:ext uri="{FF2B5EF4-FFF2-40B4-BE49-F238E27FC236}">
                    <a16:creationId xmlns:a16="http://schemas.microsoft.com/office/drawing/2014/main" id="{583F7C91-B73F-465E-954E-5564DF87A9D1}"/>
                  </a:ext>
                </a:extLst>
              </p:cNvPr>
              <p:cNvSpPr/>
              <p:nvPr/>
            </p:nvSpPr>
            <p:spPr bwMode="auto">
              <a:xfrm>
                <a:off x="7088188" y="3046413"/>
                <a:ext cx="296863" cy="561975"/>
              </a:xfrm>
              <a:custGeom>
                <a:avLst/>
                <a:gdLst>
                  <a:gd name="T0" fmla="*/ 19 w 90"/>
                  <a:gd name="T1" fmla="*/ 151 h 169"/>
                  <a:gd name="T2" fmla="*/ 55 w 90"/>
                  <a:gd name="T3" fmla="*/ 133 h 169"/>
                  <a:gd name="T4" fmla="*/ 43 w 90"/>
                  <a:gd name="T5" fmla="*/ 157 h 169"/>
                  <a:gd name="T6" fmla="*/ 19 w 90"/>
                  <a:gd name="T7" fmla="*/ 151 h 169"/>
                  <a:gd name="T8" fmla="*/ 2 w 90"/>
                  <a:gd name="T9" fmla="*/ 39 h 169"/>
                  <a:gd name="T10" fmla="*/ 3 w 90"/>
                  <a:gd name="T11" fmla="*/ 56 h 169"/>
                  <a:gd name="T12" fmla="*/ 34 w 90"/>
                  <a:gd name="T13" fmla="*/ 32 h 169"/>
                  <a:gd name="T14" fmla="*/ 38 w 90"/>
                  <a:gd name="T15" fmla="*/ 35 h 169"/>
                  <a:gd name="T16" fmla="*/ 47 w 90"/>
                  <a:gd name="T17" fmla="*/ 26 h 169"/>
                  <a:gd name="T18" fmla="*/ 58 w 90"/>
                  <a:gd name="T19" fmla="*/ 16 h 169"/>
                  <a:gd name="T20" fmla="*/ 9 w 90"/>
                  <a:gd name="T21" fmla="*/ 90 h 169"/>
                  <a:gd name="T22" fmla="*/ 9 w 90"/>
                  <a:gd name="T23" fmla="*/ 101 h 169"/>
                  <a:gd name="T24" fmla="*/ 31 w 90"/>
                  <a:gd name="T25" fmla="*/ 89 h 169"/>
                  <a:gd name="T26" fmla="*/ 26 w 90"/>
                  <a:gd name="T27" fmla="*/ 107 h 169"/>
                  <a:gd name="T28" fmla="*/ 30 w 90"/>
                  <a:gd name="T29" fmla="*/ 113 h 169"/>
                  <a:gd name="T30" fmla="*/ 53 w 90"/>
                  <a:gd name="T31" fmla="*/ 118 h 169"/>
                  <a:gd name="T32" fmla="*/ 2 w 90"/>
                  <a:gd name="T33" fmla="*/ 145 h 169"/>
                  <a:gd name="T34" fmla="*/ 48 w 90"/>
                  <a:gd name="T35" fmla="*/ 169 h 169"/>
                  <a:gd name="T36" fmla="*/ 64 w 90"/>
                  <a:gd name="T37" fmla="*/ 130 h 169"/>
                  <a:gd name="T38" fmla="*/ 82 w 90"/>
                  <a:gd name="T39" fmla="*/ 137 h 169"/>
                  <a:gd name="T40" fmla="*/ 90 w 90"/>
                  <a:gd name="T41" fmla="*/ 130 h 169"/>
                  <a:gd name="T42" fmla="*/ 62 w 90"/>
                  <a:gd name="T43" fmla="*/ 119 h 169"/>
                  <a:gd name="T44" fmla="*/ 45 w 90"/>
                  <a:gd name="T45" fmla="*/ 106 h 169"/>
                  <a:gd name="T46" fmla="*/ 47 w 90"/>
                  <a:gd name="T47" fmla="*/ 77 h 169"/>
                  <a:gd name="T48" fmla="*/ 25 w 90"/>
                  <a:gd name="T49" fmla="*/ 82 h 169"/>
                  <a:gd name="T50" fmla="*/ 71 w 90"/>
                  <a:gd name="T51" fmla="*/ 16 h 169"/>
                  <a:gd name="T52" fmla="*/ 59 w 90"/>
                  <a:gd name="T53" fmla="*/ 7 h 169"/>
                  <a:gd name="T54" fmla="*/ 41 w 90"/>
                  <a:gd name="T55" fmla="*/ 21 h 169"/>
                  <a:gd name="T56" fmla="*/ 30 w 90"/>
                  <a:gd name="T57" fmla="*/ 28 h 169"/>
                  <a:gd name="T58" fmla="*/ 17 w 90"/>
                  <a:gd name="T59" fmla="*/ 43 h 169"/>
                  <a:gd name="T60" fmla="*/ 2 w 90"/>
                  <a:gd name="T61" fmla="*/ 39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90" h="169">
                    <a:moveTo>
                      <a:pt x="19" y="151"/>
                    </a:moveTo>
                    <a:cubicBezTo>
                      <a:pt x="19" y="151"/>
                      <a:pt x="41" y="128"/>
                      <a:pt x="55" y="133"/>
                    </a:cubicBezTo>
                    <a:cubicBezTo>
                      <a:pt x="55" y="133"/>
                      <a:pt x="62" y="158"/>
                      <a:pt x="43" y="157"/>
                    </a:cubicBezTo>
                    <a:cubicBezTo>
                      <a:pt x="23" y="155"/>
                      <a:pt x="19" y="151"/>
                      <a:pt x="19" y="151"/>
                    </a:cubicBezTo>
                    <a:close/>
                    <a:moveTo>
                      <a:pt x="2" y="39"/>
                    </a:moveTo>
                    <a:cubicBezTo>
                      <a:pt x="0" y="46"/>
                      <a:pt x="3" y="56"/>
                      <a:pt x="3" y="56"/>
                    </a:cubicBezTo>
                    <a:cubicBezTo>
                      <a:pt x="6" y="75"/>
                      <a:pt x="34" y="32"/>
                      <a:pt x="34" y="32"/>
                    </a:cubicBezTo>
                    <a:cubicBezTo>
                      <a:pt x="35" y="35"/>
                      <a:pt x="38" y="35"/>
                      <a:pt x="38" y="35"/>
                    </a:cubicBezTo>
                    <a:cubicBezTo>
                      <a:pt x="52" y="37"/>
                      <a:pt x="47" y="26"/>
                      <a:pt x="47" y="26"/>
                    </a:cubicBezTo>
                    <a:cubicBezTo>
                      <a:pt x="49" y="21"/>
                      <a:pt x="58" y="16"/>
                      <a:pt x="58" y="16"/>
                    </a:cubicBezTo>
                    <a:cubicBezTo>
                      <a:pt x="44" y="53"/>
                      <a:pt x="9" y="90"/>
                      <a:pt x="9" y="90"/>
                    </a:cubicBezTo>
                    <a:cubicBezTo>
                      <a:pt x="9" y="101"/>
                      <a:pt x="9" y="101"/>
                      <a:pt x="9" y="101"/>
                    </a:cubicBezTo>
                    <a:cubicBezTo>
                      <a:pt x="12" y="114"/>
                      <a:pt x="31" y="89"/>
                      <a:pt x="31" y="89"/>
                    </a:cubicBezTo>
                    <a:cubicBezTo>
                      <a:pt x="26" y="107"/>
                      <a:pt x="26" y="107"/>
                      <a:pt x="26" y="107"/>
                    </a:cubicBezTo>
                    <a:cubicBezTo>
                      <a:pt x="24" y="115"/>
                      <a:pt x="30" y="113"/>
                      <a:pt x="30" y="113"/>
                    </a:cubicBezTo>
                    <a:cubicBezTo>
                      <a:pt x="53" y="112"/>
                      <a:pt x="53" y="118"/>
                      <a:pt x="53" y="118"/>
                    </a:cubicBezTo>
                    <a:cubicBezTo>
                      <a:pt x="12" y="121"/>
                      <a:pt x="2" y="145"/>
                      <a:pt x="2" y="145"/>
                    </a:cubicBezTo>
                    <a:cubicBezTo>
                      <a:pt x="6" y="156"/>
                      <a:pt x="25" y="161"/>
                      <a:pt x="48" y="169"/>
                    </a:cubicBezTo>
                    <a:cubicBezTo>
                      <a:pt x="71" y="168"/>
                      <a:pt x="64" y="130"/>
                      <a:pt x="64" y="130"/>
                    </a:cubicBezTo>
                    <a:cubicBezTo>
                      <a:pt x="79" y="129"/>
                      <a:pt x="82" y="137"/>
                      <a:pt x="82" y="137"/>
                    </a:cubicBezTo>
                    <a:cubicBezTo>
                      <a:pt x="90" y="130"/>
                      <a:pt x="90" y="130"/>
                      <a:pt x="90" y="130"/>
                    </a:cubicBezTo>
                    <a:cubicBezTo>
                      <a:pt x="79" y="115"/>
                      <a:pt x="62" y="119"/>
                      <a:pt x="62" y="119"/>
                    </a:cubicBezTo>
                    <a:cubicBezTo>
                      <a:pt x="60" y="107"/>
                      <a:pt x="45" y="106"/>
                      <a:pt x="45" y="106"/>
                    </a:cubicBezTo>
                    <a:cubicBezTo>
                      <a:pt x="35" y="105"/>
                      <a:pt x="44" y="92"/>
                      <a:pt x="47" y="77"/>
                    </a:cubicBezTo>
                    <a:cubicBezTo>
                      <a:pt x="47" y="64"/>
                      <a:pt x="25" y="82"/>
                      <a:pt x="25" y="82"/>
                    </a:cubicBezTo>
                    <a:cubicBezTo>
                      <a:pt x="43" y="66"/>
                      <a:pt x="66" y="31"/>
                      <a:pt x="71" y="16"/>
                    </a:cubicBezTo>
                    <a:cubicBezTo>
                      <a:pt x="75" y="0"/>
                      <a:pt x="59" y="7"/>
                      <a:pt x="59" y="7"/>
                    </a:cubicBezTo>
                    <a:cubicBezTo>
                      <a:pt x="59" y="7"/>
                      <a:pt x="42" y="20"/>
                      <a:pt x="41" y="21"/>
                    </a:cubicBezTo>
                    <a:cubicBezTo>
                      <a:pt x="32" y="21"/>
                      <a:pt x="30" y="28"/>
                      <a:pt x="30" y="28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7" y="54"/>
                      <a:pt x="2" y="39"/>
                      <a:pt x="2" y="3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9" name="îṥḻîďé">
                <a:extLst>
                  <a:ext uri="{FF2B5EF4-FFF2-40B4-BE49-F238E27FC236}">
                    <a16:creationId xmlns:a16="http://schemas.microsoft.com/office/drawing/2014/main" id="{034632B7-4F2C-48DB-BC75-4D325AECA7E7}"/>
                  </a:ext>
                </a:extLst>
              </p:cNvPr>
              <p:cNvSpPr/>
              <p:nvPr/>
            </p:nvSpPr>
            <p:spPr bwMode="auto">
              <a:xfrm>
                <a:off x="6802438" y="3471863"/>
                <a:ext cx="63500" cy="96838"/>
              </a:xfrm>
              <a:custGeom>
                <a:avLst/>
                <a:gdLst>
                  <a:gd name="T0" fmla="*/ 0 w 19"/>
                  <a:gd name="T1" fmla="*/ 0 h 29"/>
                  <a:gd name="T2" fmla="*/ 1 w 19"/>
                  <a:gd name="T3" fmla="*/ 29 h 29"/>
                  <a:gd name="T4" fmla="*/ 16 w 19"/>
                  <a:gd name="T5" fmla="*/ 13 h 29"/>
                  <a:gd name="T6" fmla="*/ 0 w 19"/>
                  <a:gd name="T7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29">
                    <a:moveTo>
                      <a:pt x="0" y="0"/>
                    </a:moveTo>
                    <a:cubicBezTo>
                      <a:pt x="0" y="0"/>
                      <a:pt x="9" y="19"/>
                      <a:pt x="1" y="29"/>
                    </a:cubicBezTo>
                    <a:cubicBezTo>
                      <a:pt x="1" y="29"/>
                      <a:pt x="13" y="27"/>
                      <a:pt x="16" y="13"/>
                    </a:cubicBezTo>
                    <a:cubicBezTo>
                      <a:pt x="19" y="0"/>
                      <a:pt x="4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iṣľíḍé">
                <a:extLst>
                  <a:ext uri="{FF2B5EF4-FFF2-40B4-BE49-F238E27FC236}">
                    <a16:creationId xmlns:a16="http://schemas.microsoft.com/office/drawing/2014/main" id="{77E427BA-9336-42BA-8F93-AFBE0BC83AD9}"/>
                  </a:ext>
                </a:extLst>
              </p:cNvPr>
              <p:cNvSpPr/>
              <p:nvPr/>
            </p:nvSpPr>
            <p:spPr bwMode="auto">
              <a:xfrm>
                <a:off x="6605588" y="3289301"/>
                <a:ext cx="223838" cy="309563"/>
              </a:xfrm>
              <a:custGeom>
                <a:avLst/>
                <a:gdLst>
                  <a:gd name="T0" fmla="*/ 26 w 68"/>
                  <a:gd name="T1" fmla="*/ 21 h 93"/>
                  <a:gd name="T2" fmla="*/ 30 w 68"/>
                  <a:gd name="T3" fmla="*/ 28 h 93"/>
                  <a:gd name="T4" fmla="*/ 42 w 68"/>
                  <a:gd name="T5" fmla="*/ 18 h 93"/>
                  <a:gd name="T6" fmla="*/ 37 w 68"/>
                  <a:gd name="T7" fmla="*/ 9 h 93"/>
                  <a:gd name="T8" fmla="*/ 46 w 68"/>
                  <a:gd name="T9" fmla="*/ 6 h 93"/>
                  <a:gd name="T10" fmla="*/ 53 w 68"/>
                  <a:gd name="T11" fmla="*/ 12 h 93"/>
                  <a:gd name="T12" fmla="*/ 62 w 68"/>
                  <a:gd name="T13" fmla="*/ 5 h 93"/>
                  <a:gd name="T14" fmla="*/ 68 w 68"/>
                  <a:gd name="T15" fmla="*/ 10 h 93"/>
                  <a:gd name="T16" fmla="*/ 53 w 68"/>
                  <a:gd name="T17" fmla="*/ 25 h 93"/>
                  <a:gd name="T18" fmla="*/ 27 w 68"/>
                  <a:gd name="T19" fmla="*/ 71 h 93"/>
                  <a:gd name="T20" fmla="*/ 0 w 68"/>
                  <a:gd name="T21" fmla="*/ 92 h 93"/>
                  <a:gd name="T22" fmla="*/ 0 w 68"/>
                  <a:gd name="T23" fmla="*/ 89 h 93"/>
                  <a:gd name="T24" fmla="*/ 31 w 68"/>
                  <a:gd name="T25" fmla="*/ 42 h 93"/>
                  <a:gd name="T26" fmla="*/ 21 w 68"/>
                  <a:gd name="T27" fmla="*/ 23 h 93"/>
                  <a:gd name="T28" fmla="*/ 26 w 68"/>
                  <a:gd name="T29" fmla="*/ 2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8" h="93">
                    <a:moveTo>
                      <a:pt x="26" y="21"/>
                    </a:moveTo>
                    <a:cubicBezTo>
                      <a:pt x="26" y="21"/>
                      <a:pt x="21" y="36"/>
                      <a:pt x="30" y="28"/>
                    </a:cubicBezTo>
                    <a:cubicBezTo>
                      <a:pt x="42" y="18"/>
                      <a:pt x="42" y="18"/>
                      <a:pt x="42" y="18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37" y="9"/>
                      <a:pt x="38" y="0"/>
                      <a:pt x="46" y="6"/>
                    </a:cubicBezTo>
                    <a:cubicBezTo>
                      <a:pt x="53" y="12"/>
                      <a:pt x="53" y="12"/>
                      <a:pt x="53" y="12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8" y="10"/>
                      <a:pt x="68" y="10"/>
                      <a:pt x="68" y="10"/>
                    </a:cubicBezTo>
                    <a:cubicBezTo>
                      <a:pt x="53" y="25"/>
                      <a:pt x="53" y="25"/>
                      <a:pt x="53" y="25"/>
                    </a:cubicBezTo>
                    <a:cubicBezTo>
                      <a:pt x="53" y="25"/>
                      <a:pt x="54" y="39"/>
                      <a:pt x="27" y="71"/>
                    </a:cubicBezTo>
                    <a:cubicBezTo>
                      <a:pt x="27" y="71"/>
                      <a:pt x="12" y="93"/>
                      <a:pt x="0" y="92"/>
                    </a:cubicBezTo>
                    <a:cubicBezTo>
                      <a:pt x="0" y="89"/>
                      <a:pt x="0" y="89"/>
                      <a:pt x="0" y="89"/>
                    </a:cubicBezTo>
                    <a:cubicBezTo>
                      <a:pt x="0" y="89"/>
                      <a:pt x="17" y="83"/>
                      <a:pt x="31" y="42"/>
                    </a:cubicBezTo>
                    <a:cubicBezTo>
                      <a:pt x="31" y="42"/>
                      <a:pt x="13" y="49"/>
                      <a:pt x="21" y="23"/>
                    </a:cubicBezTo>
                    <a:cubicBezTo>
                      <a:pt x="21" y="23"/>
                      <a:pt x="22" y="16"/>
                      <a:pt x="26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iSlidé">
                <a:extLst>
                  <a:ext uri="{FF2B5EF4-FFF2-40B4-BE49-F238E27FC236}">
                    <a16:creationId xmlns:a16="http://schemas.microsoft.com/office/drawing/2014/main" id="{8C2EF347-4586-4DCE-BA4E-21E22F7139B9}"/>
                  </a:ext>
                </a:extLst>
              </p:cNvPr>
              <p:cNvSpPr/>
              <p:nvPr/>
            </p:nvSpPr>
            <p:spPr bwMode="auto">
              <a:xfrm>
                <a:off x="6334125" y="3495676"/>
                <a:ext cx="79375" cy="76200"/>
              </a:xfrm>
              <a:custGeom>
                <a:avLst/>
                <a:gdLst>
                  <a:gd name="T0" fmla="*/ 0 w 24"/>
                  <a:gd name="T1" fmla="*/ 4 h 23"/>
                  <a:gd name="T2" fmla="*/ 21 w 24"/>
                  <a:gd name="T3" fmla="*/ 19 h 23"/>
                  <a:gd name="T4" fmla="*/ 18 w 24"/>
                  <a:gd name="T5" fmla="*/ 23 h 23"/>
                  <a:gd name="T6" fmla="*/ 0 w 24"/>
                  <a:gd name="T7" fmla="*/ 4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4" h="23">
                    <a:moveTo>
                      <a:pt x="0" y="4"/>
                    </a:moveTo>
                    <a:cubicBezTo>
                      <a:pt x="0" y="4"/>
                      <a:pt x="24" y="0"/>
                      <a:pt x="21" y="19"/>
                    </a:cubicBezTo>
                    <a:cubicBezTo>
                      <a:pt x="18" y="23"/>
                      <a:pt x="18" y="23"/>
                      <a:pt x="18" y="23"/>
                    </a:cubicBez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2" name="ïśľïdê">
                <a:extLst>
                  <a:ext uri="{FF2B5EF4-FFF2-40B4-BE49-F238E27FC236}">
                    <a16:creationId xmlns:a16="http://schemas.microsoft.com/office/drawing/2014/main" id="{7779A4E8-87D8-4496-A494-674B35972478}"/>
                  </a:ext>
                </a:extLst>
              </p:cNvPr>
              <p:cNvSpPr/>
              <p:nvPr/>
            </p:nvSpPr>
            <p:spPr bwMode="auto">
              <a:xfrm>
                <a:off x="6194425" y="3171826"/>
                <a:ext cx="225425" cy="460375"/>
              </a:xfrm>
              <a:custGeom>
                <a:avLst/>
                <a:gdLst>
                  <a:gd name="T0" fmla="*/ 3 w 68"/>
                  <a:gd name="T1" fmla="*/ 55 h 138"/>
                  <a:gd name="T2" fmla="*/ 24 w 68"/>
                  <a:gd name="T3" fmla="*/ 42 h 138"/>
                  <a:gd name="T4" fmla="*/ 38 w 68"/>
                  <a:gd name="T5" fmla="*/ 1 h 138"/>
                  <a:gd name="T6" fmla="*/ 44 w 68"/>
                  <a:gd name="T7" fmla="*/ 16 h 138"/>
                  <a:gd name="T8" fmla="*/ 37 w 68"/>
                  <a:gd name="T9" fmla="*/ 34 h 138"/>
                  <a:gd name="T10" fmla="*/ 55 w 68"/>
                  <a:gd name="T11" fmla="*/ 12 h 138"/>
                  <a:gd name="T12" fmla="*/ 58 w 68"/>
                  <a:gd name="T13" fmla="*/ 32 h 138"/>
                  <a:gd name="T14" fmla="*/ 24 w 68"/>
                  <a:gd name="T15" fmla="*/ 62 h 138"/>
                  <a:gd name="T16" fmla="*/ 18 w 68"/>
                  <a:gd name="T17" fmla="*/ 92 h 138"/>
                  <a:gd name="T18" fmla="*/ 27 w 68"/>
                  <a:gd name="T19" fmla="*/ 83 h 138"/>
                  <a:gd name="T20" fmla="*/ 34 w 68"/>
                  <a:gd name="T21" fmla="*/ 56 h 138"/>
                  <a:gd name="T22" fmla="*/ 47 w 68"/>
                  <a:gd name="T23" fmla="*/ 76 h 138"/>
                  <a:gd name="T24" fmla="*/ 39 w 68"/>
                  <a:gd name="T25" fmla="*/ 87 h 138"/>
                  <a:gd name="T26" fmla="*/ 40 w 68"/>
                  <a:gd name="T27" fmla="*/ 132 h 138"/>
                  <a:gd name="T28" fmla="*/ 22 w 68"/>
                  <a:gd name="T29" fmla="*/ 120 h 138"/>
                  <a:gd name="T30" fmla="*/ 12 w 68"/>
                  <a:gd name="T31" fmla="*/ 138 h 138"/>
                  <a:gd name="T32" fmla="*/ 2 w 68"/>
                  <a:gd name="T33" fmla="*/ 127 h 138"/>
                  <a:gd name="T34" fmla="*/ 27 w 68"/>
                  <a:gd name="T35" fmla="*/ 102 h 138"/>
                  <a:gd name="T36" fmla="*/ 26 w 68"/>
                  <a:gd name="T37" fmla="*/ 95 h 138"/>
                  <a:gd name="T38" fmla="*/ 15 w 68"/>
                  <a:gd name="T39" fmla="*/ 106 h 138"/>
                  <a:gd name="T40" fmla="*/ 5 w 68"/>
                  <a:gd name="T41" fmla="*/ 98 h 138"/>
                  <a:gd name="T42" fmla="*/ 16 w 68"/>
                  <a:gd name="T43" fmla="*/ 67 h 138"/>
                  <a:gd name="T44" fmla="*/ 3 w 68"/>
                  <a:gd name="T45" fmla="*/ 55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8" h="138">
                    <a:moveTo>
                      <a:pt x="3" y="55"/>
                    </a:moveTo>
                    <a:cubicBezTo>
                      <a:pt x="3" y="55"/>
                      <a:pt x="17" y="58"/>
                      <a:pt x="24" y="42"/>
                    </a:cubicBezTo>
                    <a:cubicBezTo>
                      <a:pt x="24" y="42"/>
                      <a:pt x="38" y="9"/>
                      <a:pt x="38" y="1"/>
                    </a:cubicBezTo>
                    <a:cubicBezTo>
                      <a:pt x="38" y="1"/>
                      <a:pt x="46" y="0"/>
                      <a:pt x="44" y="16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55" y="23"/>
                      <a:pt x="55" y="12"/>
                    </a:cubicBezTo>
                    <a:cubicBezTo>
                      <a:pt x="55" y="12"/>
                      <a:pt x="68" y="10"/>
                      <a:pt x="58" y="32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18" y="92"/>
                      <a:pt x="18" y="92"/>
                      <a:pt x="18" y="92"/>
                    </a:cubicBezTo>
                    <a:cubicBezTo>
                      <a:pt x="27" y="83"/>
                      <a:pt x="27" y="83"/>
                      <a:pt x="27" y="83"/>
                    </a:cubicBezTo>
                    <a:cubicBezTo>
                      <a:pt x="27" y="83"/>
                      <a:pt x="27" y="61"/>
                      <a:pt x="34" y="56"/>
                    </a:cubicBezTo>
                    <a:cubicBezTo>
                      <a:pt x="34" y="56"/>
                      <a:pt x="50" y="55"/>
                      <a:pt x="47" y="76"/>
                    </a:cubicBezTo>
                    <a:cubicBezTo>
                      <a:pt x="47" y="76"/>
                      <a:pt x="42" y="83"/>
                      <a:pt x="39" y="87"/>
                    </a:cubicBezTo>
                    <a:cubicBezTo>
                      <a:pt x="40" y="132"/>
                      <a:pt x="40" y="132"/>
                      <a:pt x="40" y="132"/>
                    </a:cubicBezTo>
                    <a:cubicBezTo>
                      <a:pt x="22" y="120"/>
                      <a:pt x="22" y="120"/>
                      <a:pt x="22" y="120"/>
                    </a:cubicBezTo>
                    <a:cubicBezTo>
                      <a:pt x="12" y="138"/>
                      <a:pt x="12" y="138"/>
                      <a:pt x="12" y="138"/>
                    </a:cubicBezTo>
                    <a:cubicBezTo>
                      <a:pt x="2" y="127"/>
                      <a:pt x="2" y="127"/>
                      <a:pt x="2" y="127"/>
                    </a:cubicBezTo>
                    <a:cubicBezTo>
                      <a:pt x="2" y="127"/>
                      <a:pt x="25" y="114"/>
                      <a:pt x="27" y="102"/>
                    </a:cubicBezTo>
                    <a:cubicBezTo>
                      <a:pt x="26" y="95"/>
                      <a:pt x="26" y="95"/>
                      <a:pt x="26" y="95"/>
                    </a:cubicBezTo>
                    <a:cubicBezTo>
                      <a:pt x="15" y="106"/>
                      <a:pt x="15" y="106"/>
                      <a:pt x="15" y="106"/>
                    </a:cubicBezTo>
                    <a:cubicBezTo>
                      <a:pt x="5" y="98"/>
                      <a:pt x="5" y="98"/>
                      <a:pt x="5" y="98"/>
                    </a:cubicBezTo>
                    <a:cubicBezTo>
                      <a:pt x="16" y="67"/>
                      <a:pt x="16" y="67"/>
                      <a:pt x="16" y="67"/>
                    </a:cubicBezTo>
                    <a:cubicBezTo>
                      <a:pt x="16" y="67"/>
                      <a:pt x="0" y="60"/>
                      <a:pt x="3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3" name="išḷíḍe">
                <a:extLst>
                  <a:ext uri="{FF2B5EF4-FFF2-40B4-BE49-F238E27FC236}">
                    <a16:creationId xmlns:a16="http://schemas.microsoft.com/office/drawing/2014/main" id="{7F476276-FE05-4EBA-9554-25580868476D}"/>
                  </a:ext>
                </a:extLst>
              </p:cNvPr>
              <p:cNvSpPr/>
              <p:nvPr/>
            </p:nvSpPr>
            <p:spPr bwMode="auto">
              <a:xfrm>
                <a:off x="5946775" y="3398838"/>
                <a:ext cx="96838" cy="100013"/>
              </a:xfrm>
              <a:custGeom>
                <a:avLst/>
                <a:gdLst>
                  <a:gd name="T0" fmla="*/ 0 w 29"/>
                  <a:gd name="T1" fmla="*/ 30 h 30"/>
                  <a:gd name="T2" fmla="*/ 14 w 29"/>
                  <a:gd name="T3" fmla="*/ 0 h 30"/>
                  <a:gd name="T4" fmla="*/ 29 w 29"/>
                  <a:gd name="T5" fmla="*/ 14 h 30"/>
                  <a:gd name="T6" fmla="*/ 0 w 29"/>
                  <a:gd name="T7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30">
                    <a:moveTo>
                      <a:pt x="0" y="3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9" y="14"/>
                      <a:pt x="9" y="29"/>
                      <a:pt x="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4" name="îṣḻîḓè">
                <a:extLst>
                  <a:ext uri="{FF2B5EF4-FFF2-40B4-BE49-F238E27FC236}">
                    <a16:creationId xmlns:a16="http://schemas.microsoft.com/office/drawing/2014/main" id="{ACC74B45-02FF-4F34-8E7E-F082B340D77C}"/>
                  </a:ext>
                </a:extLst>
              </p:cNvPr>
              <p:cNvSpPr/>
              <p:nvPr/>
            </p:nvSpPr>
            <p:spPr bwMode="auto">
              <a:xfrm>
                <a:off x="5722938" y="3419476"/>
                <a:ext cx="201613" cy="176213"/>
              </a:xfrm>
              <a:custGeom>
                <a:avLst/>
                <a:gdLst>
                  <a:gd name="T0" fmla="*/ 16 w 61"/>
                  <a:gd name="T1" fmla="*/ 38 h 53"/>
                  <a:gd name="T2" fmla="*/ 59 w 61"/>
                  <a:gd name="T3" fmla="*/ 0 h 53"/>
                  <a:gd name="T4" fmla="*/ 61 w 61"/>
                  <a:gd name="T5" fmla="*/ 4 h 53"/>
                  <a:gd name="T6" fmla="*/ 10 w 61"/>
                  <a:gd name="T7" fmla="*/ 53 h 53"/>
                  <a:gd name="T8" fmla="*/ 0 w 61"/>
                  <a:gd name="T9" fmla="*/ 41 h 53"/>
                  <a:gd name="T10" fmla="*/ 11 w 61"/>
                  <a:gd name="T11" fmla="*/ 8 h 53"/>
                  <a:gd name="T12" fmla="*/ 16 w 61"/>
                  <a:gd name="T13" fmla="*/ 38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1" h="53">
                    <a:moveTo>
                      <a:pt x="16" y="38"/>
                    </a:moveTo>
                    <a:cubicBezTo>
                      <a:pt x="59" y="0"/>
                      <a:pt x="59" y="0"/>
                      <a:pt x="59" y="0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4"/>
                      <a:pt x="40" y="40"/>
                      <a:pt x="10" y="53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1"/>
                      <a:pt x="11" y="18"/>
                      <a:pt x="11" y="8"/>
                    </a:cubicBezTo>
                    <a:cubicBezTo>
                      <a:pt x="11" y="8"/>
                      <a:pt x="27" y="6"/>
                      <a:pt x="16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iṣḷîḓé">
                <a:extLst>
                  <a:ext uri="{FF2B5EF4-FFF2-40B4-BE49-F238E27FC236}">
                    <a16:creationId xmlns:a16="http://schemas.microsoft.com/office/drawing/2014/main" id="{53C94A61-654E-4C9F-B270-BEE5DAF51C27}"/>
                  </a:ext>
                </a:extLst>
              </p:cNvPr>
              <p:cNvSpPr/>
              <p:nvPr/>
            </p:nvSpPr>
            <p:spPr bwMode="auto">
              <a:xfrm>
                <a:off x="5870575" y="3235326"/>
                <a:ext cx="60325" cy="177800"/>
              </a:xfrm>
              <a:custGeom>
                <a:avLst/>
                <a:gdLst>
                  <a:gd name="T0" fmla="*/ 0 w 18"/>
                  <a:gd name="T1" fmla="*/ 51 h 53"/>
                  <a:gd name="T2" fmla="*/ 1 w 18"/>
                  <a:gd name="T3" fmla="*/ 0 h 53"/>
                  <a:gd name="T4" fmla="*/ 15 w 18"/>
                  <a:gd name="T5" fmla="*/ 21 h 53"/>
                  <a:gd name="T6" fmla="*/ 0 w 18"/>
                  <a:gd name="T7" fmla="*/ 51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" h="53">
                    <a:moveTo>
                      <a:pt x="0" y="51"/>
                    </a:moveTo>
                    <a:cubicBezTo>
                      <a:pt x="0" y="51"/>
                      <a:pt x="8" y="16"/>
                      <a:pt x="1" y="0"/>
                    </a:cubicBezTo>
                    <a:cubicBezTo>
                      <a:pt x="1" y="0"/>
                      <a:pt x="18" y="4"/>
                      <a:pt x="15" y="21"/>
                    </a:cubicBezTo>
                    <a:cubicBezTo>
                      <a:pt x="11" y="39"/>
                      <a:pt x="11" y="53"/>
                      <a:pt x="0" y="5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8" name="ïṩ1îḑé">
              <a:extLst>
                <a:ext uri="{FF2B5EF4-FFF2-40B4-BE49-F238E27FC236}">
                  <a16:creationId xmlns:a16="http://schemas.microsoft.com/office/drawing/2014/main" id="{4CF24D40-3498-4DA2-8E14-09580AC415B4}"/>
                </a:ext>
              </a:extLst>
            </p:cNvPr>
            <p:cNvGrpSpPr/>
            <p:nvPr/>
          </p:nvGrpSpPr>
          <p:grpSpPr>
            <a:xfrm>
              <a:off x="5112548" y="4078070"/>
              <a:ext cx="4180976" cy="274494"/>
              <a:chOff x="5705475" y="3682999"/>
              <a:chExt cx="1666875" cy="109436"/>
            </a:xfrm>
            <a:grpFill/>
          </p:grpSpPr>
          <p:sp>
            <p:nvSpPr>
              <p:cNvPr id="19" name="îṣḷidê">
                <a:extLst>
                  <a:ext uri="{FF2B5EF4-FFF2-40B4-BE49-F238E27FC236}">
                    <a16:creationId xmlns:a16="http://schemas.microsoft.com/office/drawing/2014/main" id="{E6464D9B-1147-40C6-99A2-5C95750CB15A}"/>
                  </a:ext>
                </a:extLst>
              </p:cNvPr>
              <p:cNvSpPr/>
              <p:nvPr/>
            </p:nvSpPr>
            <p:spPr bwMode="auto">
              <a:xfrm>
                <a:off x="5705475" y="3683001"/>
                <a:ext cx="63500" cy="92075"/>
              </a:xfrm>
              <a:custGeom>
                <a:avLst/>
                <a:gdLst>
                  <a:gd name="T0" fmla="*/ 19 w 19"/>
                  <a:gd name="T1" fmla="*/ 20 h 28"/>
                  <a:gd name="T2" fmla="*/ 16 w 19"/>
                  <a:gd name="T3" fmla="*/ 25 h 28"/>
                  <a:gd name="T4" fmla="*/ 9 w 19"/>
                  <a:gd name="T5" fmla="*/ 28 h 28"/>
                  <a:gd name="T6" fmla="*/ 2 w 19"/>
                  <a:gd name="T7" fmla="*/ 25 h 28"/>
                  <a:gd name="T8" fmla="*/ 0 w 19"/>
                  <a:gd name="T9" fmla="*/ 20 h 28"/>
                  <a:gd name="T10" fmla="*/ 0 w 19"/>
                  <a:gd name="T11" fmla="*/ 19 h 28"/>
                  <a:gd name="T12" fmla="*/ 4 w 19"/>
                  <a:gd name="T13" fmla="*/ 19 h 28"/>
                  <a:gd name="T14" fmla="*/ 4 w 19"/>
                  <a:gd name="T15" fmla="*/ 20 h 28"/>
                  <a:gd name="T16" fmla="*/ 6 w 19"/>
                  <a:gd name="T17" fmla="*/ 23 h 28"/>
                  <a:gd name="T18" fmla="*/ 9 w 19"/>
                  <a:gd name="T19" fmla="*/ 24 h 28"/>
                  <a:gd name="T20" fmla="*/ 14 w 19"/>
                  <a:gd name="T21" fmla="*/ 23 h 28"/>
                  <a:gd name="T22" fmla="*/ 15 w 19"/>
                  <a:gd name="T23" fmla="*/ 20 h 28"/>
                  <a:gd name="T24" fmla="*/ 13 w 19"/>
                  <a:gd name="T25" fmla="*/ 17 h 28"/>
                  <a:gd name="T26" fmla="*/ 9 w 19"/>
                  <a:gd name="T27" fmla="*/ 14 h 28"/>
                  <a:gd name="T28" fmla="*/ 3 w 19"/>
                  <a:gd name="T29" fmla="*/ 11 h 28"/>
                  <a:gd name="T30" fmla="*/ 1 w 19"/>
                  <a:gd name="T31" fmla="*/ 7 h 28"/>
                  <a:gd name="T32" fmla="*/ 3 w 19"/>
                  <a:gd name="T33" fmla="*/ 2 h 28"/>
                  <a:gd name="T34" fmla="*/ 9 w 19"/>
                  <a:gd name="T35" fmla="*/ 0 h 28"/>
                  <a:gd name="T36" fmla="*/ 16 w 19"/>
                  <a:gd name="T37" fmla="*/ 2 h 28"/>
                  <a:gd name="T38" fmla="*/ 18 w 19"/>
                  <a:gd name="T39" fmla="*/ 7 h 28"/>
                  <a:gd name="T40" fmla="*/ 14 w 19"/>
                  <a:gd name="T41" fmla="*/ 7 h 28"/>
                  <a:gd name="T42" fmla="*/ 13 w 19"/>
                  <a:gd name="T43" fmla="*/ 4 h 28"/>
                  <a:gd name="T44" fmla="*/ 9 w 19"/>
                  <a:gd name="T45" fmla="*/ 3 h 28"/>
                  <a:gd name="T46" fmla="*/ 6 w 19"/>
                  <a:gd name="T47" fmla="*/ 4 h 28"/>
                  <a:gd name="T48" fmla="*/ 5 w 19"/>
                  <a:gd name="T49" fmla="*/ 7 h 28"/>
                  <a:gd name="T50" fmla="*/ 6 w 19"/>
                  <a:gd name="T51" fmla="*/ 9 h 28"/>
                  <a:gd name="T52" fmla="*/ 11 w 19"/>
                  <a:gd name="T53" fmla="*/ 12 h 28"/>
                  <a:gd name="T54" fmla="*/ 17 w 19"/>
                  <a:gd name="T55" fmla="*/ 15 h 28"/>
                  <a:gd name="T56" fmla="*/ 19 w 19"/>
                  <a:gd name="T57" fmla="*/ 2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9" h="28">
                    <a:moveTo>
                      <a:pt x="19" y="20"/>
                    </a:moveTo>
                    <a:cubicBezTo>
                      <a:pt x="19" y="22"/>
                      <a:pt x="18" y="24"/>
                      <a:pt x="16" y="25"/>
                    </a:cubicBezTo>
                    <a:cubicBezTo>
                      <a:pt x="15" y="27"/>
                      <a:pt x="12" y="28"/>
                      <a:pt x="9" y="28"/>
                    </a:cubicBezTo>
                    <a:cubicBezTo>
                      <a:pt x="6" y="28"/>
                      <a:pt x="4" y="27"/>
                      <a:pt x="2" y="25"/>
                    </a:cubicBezTo>
                    <a:cubicBezTo>
                      <a:pt x="1" y="24"/>
                      <a:pt x="0" y="22"/>
                      <a:pt x="0" y="20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4" y="21"/>
                      <a:pt x="5" y="22"/>
                      <a:pt x="6" y="23"/>
                    </a:cubicBezTo>
                    <a:cubicBezTo>
                      <a:pt x="7" y="24"/>
                      <a:pt x="8" y="24"/>
                      <a:pt x="9" y="24"/>
                    </a:cubicBezTo>
                    <a:cubicBezTo>
                      <a:pt x="11" y="24"/>
                      <a:pt x="13" y="24"/>
                      <a:pt x="14" y="23"/>
                    </a:cubicBezTo>
                    <a:cubicBezTo>
                      <a:pt x="15" y="22"/>
                      <a:pt x="15" y="21"/>
                      <a:pt x="15" y="20"/>
                    </a:cubicBezTo>
                    <a:cubicBezTo>
                      <a:pt x="15" y="19"/>
                      <a:pt x="14" y="18"/>
                      <a:pt x="13" y="17"/>
                    </a:cubicBezTo>
                    <a:cubicBezTo>
                      <a:pt x="12" y="16"/>
                      <a:pt x="11" y="15"/>
                      <a:pt x="9" y="14"/>
                    </a:cubicBezTo>
                    <a:cubicBezTo>
                      <a:pt x="6" y="13"/>
                      <a:pt x="4" y="12"/>
                      <a:pt x="3" y="11"/>
                    </a:cubicBezTo>
                    <a:cubicBezTo>
                      <a:pt x="1" y="10"/>
                      <a:pt x="1" y="9"/>
                      <a:pt x="1" y="7"/>
                    </a:cubicBezTo>
                    <a:cubicBezTo>
                      <a:pt x="1" y="5"/>
                      <a:pt x="2" y="3"/>
                      <a:pt x="3" y="2"/>
                    </a:cubicBezTo>
                    <a:cubicBezTo>
                      <a:pt x="5" y="0"/>
                      <a:pt x="7" y="0"/>
                      <a:pt x="9" y="0"/>
                    </a:cubicBezTo>
                    <a:cubicBezTo>
                      <a:pt x="13" y="0"/>
                      <a:pt x="15" y="0"/>
                      <a:pt x="16" y="2"/>
                    </a:cubicBezTo>
                    <a:cubicBezTo>
                      <a:pt x="17" y="4"/>
                      <a:pt x="18" y="5"/>
                      <a:pt x="18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6"/>
                      <a:pt x="14" y="5"/>
                      <a:pt x="13" y="4"/>
                    </a:cubicBezTo>
                    <a:cubicBezTo>
                      <a:pt x="12" y="3"/>
                      <a:pt x="11" y="3"/>
                      <a:pt x="9" y="3"/>
                    </a:cubicBezTo>
                    <a:cubicBezTo>
                      <a:pt x="8" y="3"/>
                      <a:pt x="7" y="3"/>
                      <a:pt x="6" y="4"/>
                    </a:cubicBezTo>
                    <a:cubicBezTo>
                      <a:pt x="5" y="5"/>
                      <a:pt x="5" y="5"/>
                      <a:pt x="5" y="7"/>
                    </a:cubicBezTo>
                    <a:cubicBezTo>
                      <a:pt x="5" y="8"/>
                      <a:pt x="5" y="8"/>
                      <a:pt x="6" y="9"/>
                    </a:cubicBezTo>
                    <a:cubicBezTo>
                      <a:pt x="6" y="10"/>
                      <a:pt x="8" y="11"/>
                      <a:pt x="11" y="12"/>
                    </a:cubicBezTo>
                    <a:cubicBezTo>
                      <a:pt x="13" y="13"/>
                      <a:pt x="15" y="14"/>
                      <a:pt x="17" y="15"/>
                    </a:cubicBezTo>
                    <a:cubicBezTo>
                      <a:pt x="18" y="16"/>
                      <a:pt x="19" y="18"/>
                      <a:pt x="19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0" name="íṣḻïḑè">
                <a:extLst>
                  <a:ext uri="{FF2B5EF4-FFF2-40B4-BE49-F238E27FC236}">
                    <a16:creationId xmlns:a16="http://schemas.microsoft.com/office/drawing/2014/main" id="{E44D0FD8-BA9E-49AA-AB64-A773F84B6898}"/>
                  </a:ext>
                </a:extLst>
              </p:cNvPr>
              <p:cNvSpPr/>
              <p:nvPr/>
            </p:nvSpPr>
            <p:spPr bwMode="auto">
              <a:xfrm>
                <a:off x="5799138" y="3683001"/>
                <a:ext cx="58738" cy="88900"/>
              </a:xfrm>
              <a:custGeom>
                <a:avLst/>
                <a:gdLst>
                  <a:gd name="T0" fmla="*/ 37 w 37"/>
                  <a:gd name="T1" fmla="*/ 56 h 56"/>
                  <a:gd name="T2" fmla="*/ 29 w 37"/>
                  <a:gd name="T3" fmla="*/ 56 h 56"/>
                  <a:gd name="T4" fmla="*/ 29 w 37"/>
                  <a:gd name="T5" fmla="*/ 29 h 56"/>
                  <a:gd name="T6" fmla="*/ 8 w 37"/>
                  <a:gd name="T7" fmla="*/ 29 h 56"/>
                  <a:gd name="T8" fmla="*/ 8 w 37"/>
                  <a:gd name="T9" fmla="*/ 56 h 56"/>
                  <a:gd name="T10" fmla="*/ 0 w 37"/>
                  <a:gd name="T11" fmla="*/ 56 h 56"/>
                  <a:gd name="T12" fmla="*/ 0 w 37"/>
                  <a:gd name="T13" fmla="*/ 0 h 56"/>
                  <a:gd name="T14" fmla="*/ 8 w 37"/>
                  <a:gd name="T15" fmla="*/ 0 h 56"/>
                  <a:gd name="T16" fmla="*/ 8 w 37"/>
                  <a:gd name="T17" fmla="*/ 23 h 56"/>
                  <a:gd name="T18" fmla="*/ 29 w 37"/>
                  <a:gd name="T19" fmla="*/ 23 h 56"/>
                  <a:gd name="T20" fmla="*/ 29 w 37"/>
                  <a:gd name="T21" fmla="*/ 0 h 56"/>
                  <a:gd name="T22" fmla="*/ 37 w 37"/>
                  <a:gd name="T23" fmla="*/ 0 h 56"/>
                  <a:gd name="T24" fmla="*/ 37 w 37"/>
                  <a:gd name="T25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7" h="56">
                    <a:moveTo>
                      <a:pt x="37" y="56"/>
                    </a:moveTo>
                    <a:lnTo>
                      <a:pt x="29" y="56"/>
                    </a:lnTo>
                    <a:lnTo>
                      <a:pt x="29" y="29"/>
                    </a:lnTo>
                    <a:lnTo>
                      <a:pt x="8" y="29"/>
                    </a:lnTo>
                    <a:lnTo>
                      <a:pt x="8" y="56"/>
                    </a:lnTo>
                    <a:lnTo>
                      <a:pt x="0" y="56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8" y="23"/>
                    </a:lnTo>
                    <a:lnTo>
                      <a:pt x="29" y="23"/>
                    </a:lnTo>
                    <a:lnTo>
                      <a:pt x="29" y="0"/>
                    </a:lnTo>
                    <a:lnTo>
                      <a:pt x="37" y="0"/>
                    </a:lnTo>
                    <a:lnTo>
                      <a:pt x="37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1" name="iṧľiḍe">
                <a:extLst>
                  <a:ext uri="{FF2B5EF4-FFF2-40B4-BE49-F238E27FC236}">
                    <a16:creationId xmlns:a16="http://schemas.microsoft.com/office/drawing/2014/main" id="{49DDBFDB-335B-4325-AF48-5124B9B83624}"/>
                  </a:ext>
                </a:extLst>
              </p:cNvPr>
              <p:cNvSpPr/>
              <p:nvPr/>
            </p:nvSpPr>
            <p:spPr bwMode="auto">
              <a:xfrm>
                <a:off x="5884863" y="3683001"/>
                <a:ext cx="68263" cy="88900"/>
              </a:xfrm>
              <a:custGeom>
                <a:avLst/>
                <a:gdLst>
                  <a:gd name="T0" fmla="*/ 43 w 43"/>
                  <a:gd name="T1" fmla="*/ 56 h 56"/>
                  <a:gd name="T2" fmla="*/ 35 w 43"/>
                  <a:gd name="T3" fmla="*/ 56 h 56"/>
                  <a:gd name="T4" fmla="*/ 29 w 43"/>
                  <a:gd name="T5" fmla="*/ 40 h 56"/>
                  <a:gd name="T6" fmla="*/ 14 w 43"/>
                  <a:gd name="T7" fmla="*/ 40 h 56"/>
                  <a:gd name="T8" fmla="*/ 8 w 43"/>
                  <a:gd name="T9" fmla="*/ 56 h 56"/>
                  <a:gd name="T10" fmla="*/ 0 w 43"/>
                  <a:gd name="T11" fmla="*/ 56 h 56"/>
                  <a:gd name="T12" fmla="*/ 18 w 43"/>
                  <a:gd name="T13" fmla="*/ 0 h 56"/>
                  <a:gd name="T14" fmla="*/ 25 w 43"/>
                  <a:gd name="T15" fmla="*/ 0 h 56"/>
                  <a:gd name="T16" fmla="*/ 43 w 43"/>
                  <a:gd name="T17" fmla="*/ 56 h 56"/>
                  <a:gd name="T18" fmla="*/ 43 w 43"/>
                  <a:gd name="T19" fmla="*/ 56 h 56"/>
                  <a:gd name="T20" fmla="*/ 27 w 43"/>
                  <a:gd name="T21" fmla="*/ 33 h 56"/>
                  <a:gd name="T22" fmla="*/ 23 w 43"/>
                  <a:gd name="T23" fmla="*/ 12 h 56"/>
                  <a:gd name="T24" fmla="*/ 21 w 43"/>
                  <a:gd name="T25" fmla="*/ 12 h 56"/>
                  <a:gd name="T26" fmla="*/ 14 w 43"/>
                  <a:gd name="T27" fmla="*/ 33 h 56"/>
                  <a:gd name="T28" fmla="*/ 27 w 43"/>
                  <a:gd name="T29" fmla="*/ 33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3" h="56">
                    <a:moveTo>
                      <a:pt x="43" y="56"/>
                    </a:moveTo>
                    <a:lnTo>
                      <a:pt x="35" y="56"/>
                    </a:lnTo>
                    <a:lnTo>
                      <a:pt x="29" y="40"/>
                    </a:lnTo>
                    <a:lnTo>
                      <a:pt x="14" y="40"/>
                    </a:lnTo>
                    <a:lnTo>
                      <a:pt x="8" y="56"/>
                    </a:lnTo>
                    <a:lnTo>
                      <a:pt x="0" y="56"/>
                    </a:lnTo>
                    <a:lnTo>
                      <a:pt x="18" y="0"/>
                    </a:lnTo>
                    <a:lnTo>
                      <a:pt x="25" y="0"/>
                    </a:lnTo>
                    <a:lnTo>
                      <a:pt x="43" y="56"/>
                    </a:lnTo>
                    <a:lnTo>
                      <a:pt x="43" y="56"/>
                    </a:lnTo>
                    <a:close/>
                    <a:moveTo>
                      <a:pt x="27" y="33"/>
                    </a:moveTo>
                    <a:lnTo>
                      <a:pt x="23" y="12"/>
                    </a:lnTo>
                    <a:lnTo>
                      <a:pt x="21" y="12"/>
                    </a:lnTo>
                    <a:lnTo>
                      <a:pt x="14" y="33"/>
                    </a:lnTo>
                    <a:lnTo>
                      <a:pt x="27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ïšliḓê">
                <a:extLst>
                  <a:ext uri="{FF2B5EF4-FFF2-40B4-BE49-F238E27FC236}">
                    <a16:creationId xmlns:a16="http://schemas.microsoft.com/office/drawing/2014/main" id="{5AFF4B30-CA81-40C2-8373-09C2BF4F3143}"/>
                  </a:ext>
                </a:extLst>
              </p:cNvPr>
              <p:cNvSpPr/>
              <p:nvPr/>
            </p:nvSpPr>
            <p:spPr bwMode="auto">
              <a:xfrm>
                <a:off x="5976938" y="3683001"/>
                <a:ext cx="63500" cy="88900"/>
              </a:xfrm>
              <a:custGeom>
                <a:avLst/>
                <a:gdLst>
                  <a:gd name="T0" fmla="*/ 40 w 40"/>
                  <a:gd name="T1" fmla="*/ 56 h 56"/>
                  <a:gd name="T2" fmla="*/ 29 w 40"/>
                  <a:gd name="T3" fmla="*/ 56 h 56"/>
                  <a:gd name="T4" fmla="*/ 10 w 40"/>
                  <a:gd name="T5" fmla="*/ 14 h 56"/>
                  <a:gd name="T6" fmla="*/ 8 w 40"/>
                  <a:gd name="T7" fmla="*/ 14 h 56"/>
                  <a:gd name="T8" fmla="*/ 8 w 40"/>
                  <a:gd name="T9" fmla="*/ 56 h 56"/>
                  <a:gd name="T10" fmla="*/ 0 w 40"/>
                  <a:gd name="T11" fmla="*/ 56 h 56"/>
                  <a:gd name="T12" fmla="*/ 0 w 40"/>
                  <a:gd name="T13" fmla="*/ 0 h 56"/>
                  <a:gd name="T14" fmla="*/ 10 w 40"/>
                  <a:gd name="T15" fmla="*/ 0 h 56"/>
                  <a:gd name="T16" fmla="*/ 31 w 40"/>
                  <a:gd name="T17" fmla="*/ 42 h 56"/>
                  <a:gd name="T18" fmla="*/ 31 w 40"/>
                  <a:gd name="T19" fmla="*/ 42 h 56"/>
                  <a:gd name="T20" fmla="*/ 31 w 40"/>
                  <a:gd name="T21" fmla="*/ 0 h 56"/>
                  <a:gd name="T22" fmla="*/ 40 w 40"/>
                  <a:gd name="T23" fmla="*/ 0 h 56"/>
                  <a:gd name="T24" fmla="*/ 40 w 40"/>
                  <a:gd name="T25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0" h="56">
                    <a:moveTo>
                      <a:pt x="40" y="56"/>
                    </a:moveTo>
                    <a:lnTo>
                      <a:pt x="29" y="56"/>
                    </a:lnTo>
                    <a:lnTo>
                      <a:pt x="10" y="14"/>
                    </a:lnTo>
                    <a:lnTo>
                      <a:pt x="8" y="14"/>
                    </a:lnTo>
                    <a:lnTo>
                      <a:pt x="8" y="56"/>
                    </a:lnTo>
                    <a:lnTo>
                      <a:pt x="0" y="56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31" y="42"/>
                    </a:lnTo>
                    <a:lnTo>
                      <a:pt x="31" y="42"/>
                    </a:lnTo>
                    <a:lnTo>
                      <a:pt x="31" y="0"/>
                    </a:lnTo>
                    <a:lnTo>
                      <a:pt x="40" y="0"/>
                    </a:lnTo>
                    <a:lnTo>
                      <a:pt x="40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3" name="îṥlïďé">
                <a:extLst>
                  <a:ext uri="{FF2B5EF4-FFF2-40B4-BE49-F238E27FC236}">
                    <a16:creationId xmlns:a16="http://schemas.microsoft.com/office/drawing/2014/main" id="{D7F513DE-5227-4385-913C-FD94A6A110D4}"/>
                  </a:ext>
                </a:extLst>
              </p:cNvPr>
              <p:cNvSpPr/>
              <p:nvPr/>
            </p:nvSpPr>
            <p:spPr bwMode="auto">
              <a:xfrm>
                <a:off x="6069014" y="3682999"/>
                <a:ext cx="95855" cy="109436"/>
              </a:xfrm>
              <a:custGeom>
                <a:avLst/>
                <a:gdLst>
                  <a:gd name="T0" fmla="*/ 19 w 19"/>
                  <a:gd name="T1" fmla="*/ 14 h 27"/>
                  <a:gd name="T2" fmla="*/ 15 w 19"/>
                  <a:gd name="T3" fmla="*/ 24 h 27"/>
                  <a:gd name="T4" fmla="*/ 6 w 19"/>
                  <a:gd name="T5" fmla="*/ 27 h 27"/>
                  <a:gd name="T6" fmla="*/ 0 w 19"/>
                  <a:gd name="T7" fmla="*/ 27 h 27"/>
                  <a:gd name="T8" fmla="*/ 0 w 19"/>
                  <a:gd name="T9" fmla="*/ 0 h 27"/>
                  <a:gd name="T10" fmla="*/ 6 w 19"/>
                  <a:gd name="T11" fmla="*/ 0 h 27"/>
                  <a:gd name="T12" fmla="*/ 16 w 19"/>
                  <a:gd name="T13" fmla="*/ 3 h 27"/>
                  <a:gd name="T14" fmla="*/ 19 w 19"/>
                  <a:gd name="T15" fmla="*/ 14 h 27"/>
                  <a:gd name="T16" fmla="*/ 15 w 19"/>
                  <a:gd name="T17" fmla="*/ 14 h 27"/>
                  <a:gd name="T18" fmla="*/ 12 w 19"/>
                  <a:gd name="T19" fmla="*/ 5 h 27"/>
                  <a:gd name="T20" fmla="*/ 6 w 19"/>
                  <a:gd name="T21" fmla="*/ 3 h 27"/>
                  <a:gd name="T22" fmla="*/ 4 w 19"/>
                  <a:gd name="T23" fmla="*/ 3 h 27"/>
                  <a:gd name="T24" fmla="*/ 4 w 19"/>
                  <a:gd name="T25" fmla="*/ 24 h 27"/>
                  <a:gd name="T26" fmla="*/ 6 w 19"/>
                  <a:gd name="T27" fmla="*/ 24 h 27"/>
                  <a:gd name="T28" fmla="*/ 12 w 19"/>
                  <a:gd name="T29" fmla="*/ 22 h 27"/>
                  <a:gd name="T30" fmla="*/ 15 w 19"/>
                  <a:gd name="T3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9" h="27">
                    <a:moveTo>
                      <a:pt x="19" y="14"/>
                    </a:moveTo>
                    <a:cubicBezTo>
                      <a:pt x="19" y="19"/>
                      <a:pt x="18" y="22"/>
                      <a:pt x="15" y="24"/>
                    </a:cubicBezTo>
                    <a:cubicBezTo>
                      <a:pt x="13" y="26"/>
                      <a:pt x="10" y="27"/>
                      <a:pt x="6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10" y="0"/>
                      <a:pt x="14" y="1"/>
                      <a:pt x="16" y="3"/>
                    </a:cubicBezTo>
                    <a:cubicBezTo>
                      <a:pt x="18" y="5"/>
                      <a:pt x="19" y="9"/>
                      <a:pt x="19" y="14"/>
                    </a:cubicBezTo>
                    <a:close/>
                    <a:moveTo>
                      <a:pt x="15" y="14"/>
                    </a:moveTo>
                    <a:cubicBezTo>
                      <a:pt x="15" y="10"/>
                      <a:pt x="14" y="7"/>
                      <a:pt x="12" y="5"/>
                    </a:cubicBezTo>
                    <a:cubicBezTo>
                      <a:pt x="11" y="4"/>
                      <a:pt x="9" y="3"/>
                      <a:pt x="6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9" y="24"/>
                      <a:pt x="11" y="23"/>
                      <a:pt x="12" y="22"/>
                    </a:cubicBezTo>
                    <a:cubicBezTo>
                      <a:pt x="14" y="20"/>
                      <a:pt x="15" y="18"/>
                      <a:pt x="15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ï$ľîḋè">
                <a:extLst>
                  <a:ext uri="{FF2B5EF4-FFF2-40B4-BE49-F238E27FC236}">
                    <a16:creationId xmlns:a16="http://schemas.microsoft.com/office/drawing/2014/main" id="{2E2CDD4D-8BA3-4E03-AC3E-820CD74F1660}"/>
                  </a:ext>
                </a:extLst>
              </p:cNvPr>
              <p:cNvSpPr/>
              <p:nvPr/>
            </p:nvSpPr>
            <p:spPr bwMode="auto">
              <a:xfrm>
                <a:off x="6157913" y="3683001"/>
                <a:ext cx="66675" cy="92075"/>
              </a:xfrm>
              <a:custGeom>
                <a:avLst/>
                <a:gdLst>
                  <a:gd name="T0" fmla="*/ 20 w 20"/>
                  <a:gd name="T1" fmla="*/ 13 h 28"/>
                  <a:gd name="T2" fmla="*/ 17 w 20"/>
                  <a:gd name="T3" fmla="*/ 24 h 28"/>
                  <a:gd name="T4" fmla="*/ 10 w 20"/>
                  <a:gd name="T5" fmla="*/ 28 h 28"/>
                  <a:gd name="T6" fmla="*/ 2 w 20"/>
                  <a:gd name="T7" fmla="*/ 24 h 28"/>
                  <a:gd name="T8" fmla="*/ 0 w 20"/>
                  <a:gd name="T9" fmla="*/ 13 h 28"/>
                  <a:gd name="T10" fmla="*/ 2 w 20"/>
                  <a:gd name="T11" fmla="*/ 3 h 28"/>
                  <a:gd name="T12" fmla="*/ 10 w 20"/>
                  <a:gd name="T13" fmla="*/ 0 h 28"/>
                  <a:gd name="T14" fmla="*/ 17 w 20"/>
                  <a:gd name="T15" fmla="*/ 3 h 28"/>
                  <a:gd name="T16" fmla="*/ 20 w 20"/>
                  <a:gd name="T17" fmla="*/ 13 h 28"/>
                  <a:gd name="T18" fmla="*/ 15 w 20"/>
                  <a:gd name="T19" fmla="*/ 13 h 28"/>
                  <a:gd name="T20" fmla="*/ 14 w 20"/>
                  <a:gd name="T21" fmla="*/ 5 h 28"/>
                  <a:gd name="T22" fmla="*/ 10 w 20"/>
                  <a:gd name="T23" fmla="*/ 3 h 28"/>
                  <a:gd name="T24" fmla="*/ 6 w 20"/>
                  <a:gd name="T25" fmla="*/ 5 h 28"/>
                  <a:gd name="T26" fmla="*/ 4 w 20"/>
                  <a:gd name="T27" fmla="*/ 13 h 28"/>
                  <a:gd name="T28" fmla="*/ 6 w 20"/>
                  <a:gd name="T29" fmla="*/ 22 h 28"/>
                  <a:gd name="T30" fmla="*/ 10 w 20"/>
                  <a:gd name="T31" fmla="*/ 24 h 28"/>
                  <a:gd name="T32" fmla="*/ 14 w 20"/>
                  <a:gd name="T33" fmla="*/ 22 h 28"/>
                  <a:gd name="T34" fmla="*/ 15 w 20"/>
                  <a:gd name="T35" fmla="*/ 13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0" h="28">
                    <a:moveTo>
                      <a:pt x="20" y="13"/>
                    </a:moveTo>
                    <a:cubicBezTo>
                      <a:pt x="20" y="18"/>
                      <a:pt x="19" y="22"/>
                      <a:pt x="17" y="24"/>
                    </a:cubicBezTo>
                    <a:cubicBezTo>
                      <a:pt x="15" y="26"/>
                      <a:pt x="13" y="28"/>
                      <a:pt x="10" y="28"/>
                    </a:cubicBezTo>
                    <a:cubicBezTo>
                      <a:pt x="7" y="28"/>
                      <a:pt x="4" y="26"/>
                      <a:pt x="2" y="24"/>
                    </a:cubicBezTo>
                    <a:cubicBezTo>
                      <a:pt x="1" y="22"/>
                      <a:pt x="0" y="18"/>
                      <a:pt x="0" y="13"/>
                    </a:cubicBezTo>
                    <a:cubicBezTo>
                      <a:pt x="0" y="8"/>
                      <a:pt x="1" y="5"/>
                      <a:pt x="2" y="3"/>
                    </a:cubicBezTo>
                    <a:cubicBezTo>
                      <a:pt x="4" y="1"/>
                      <a:pt x="7" y="0"/>
                      <a:pt x="10" y="0"/>
                    </a:cubicBezTo>
                    <a:cubicBezTo>
                      <a:pt x="13" y="0"/>
                      <a:pt x="15" y="1"/>
                      <a:pt x="17" y="3"/>
                    </a:cubicBezTo>
                    <a:cubicBezTo>
                      <a:pt x="19" y="5"/>
                      <a:pt x="20" y="8"/>
                      <a:pt x="20" y="13"/>
                    </a:cubicBezTo>
                    <a:close/>
                    <a:moveTo>
                      <a:pt x="15" y="13"/>
                    </a:moveTo>
                    <a:cubicBezTo>
                      <a:pt x="15" y="9"/>
                      <a:pt x="15" y="6"/>
                      <a:pt x="14" y="5"/>
                    </a:cubicBezTo>
                    <a:cubicBezTo>
                      <a:pt x="13" y="3"/>
                      <a:pt x="11" y="3"/>
                      <a:pt x="10" y="3"/>
                    </a:cubicBezTo>
                    <a:cubicBezTo>
                      <a:pt x="8" y="3"/>
                      <a:pt x="7" y="3"/>
                      <a:pt x="6" y="5"/>
                    </a:cubicBezTo>
                    <a:cubicBezTo>
                      <a:pt x="5" y="6"/>
                      <a:pt x="4" y="9"/>
                      <a:pt x="4" y="13"/>
                    </a:cubicBezTo>
                    <a:cubicBezTo>
                      <a:pt x="4" y="18"/>
                      <a:pt x="5" y="21"/>
                      <a:pt x="6" y="22"/>
                    </a:cubicBezTo>
                    <a:cubicBezTo>
                      <a:pt x="7" y="24"/>
                      <a:pt x="8" y="24"/>
                      <a:pt x="10" y="24"/>
                    </a:cubicBezTo>
                    <a:cubicBezTo>
                      <a:pt x="11" y="24"/>
                      <a:pt x="13" y="24"/>
                      <a:pt x="14" y="22"/>
                    </a:cubicBezTo>
                    <a:cubicBezTo>
                      <a:pt x="15" y="21"/>
                      <a:pt x="15" y="18"/>
                      <a:pt x="1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išḷîďê">
                <a:extLst>
                  <a:ext uri="{FF2B5EF4-FFF2-40B4-BE49-F238E27FC236}">
                    <a16:creationId xmlns:a16="http://schemas.microsoft.com/office/drawing/2014/main" id="{8A1CCE4A-15DD-4C42-8513-D9535FDDF03C}"/>
                  </a:ext>
                </a:extLst>
              </p:cNvPr>
              <p:cNvSpPr/>
              <p:nvPr/>
            </p:nvSpPr>
            <p:spPr bwMode="auto">
              <a:xfrm>
                <a:off x="6251575" y="3683001"/>
                <a:ext cx="58738" cy="88900"/>
              </a:xfrm>
              <a:custGeom>
                <a:avLst/>
                <a:gdLst>
                  <a:gd name="T0" fmla="*/ 37 w 37"/>
                  <a:gd name="T1" fmla="*/ 56 h 56"/>
                  <a:gd name="T2" fmla="*/ 29 w 37"/>
                  <a:gd name="T3" fmla="*/ 56 h 56"/>
                  <a:gd name="T4" fmla="*/ 8 w 37"/>
                  <a:gd name="T5" fmla="*/ 14 h 56"/>
                  <a:gd name="T6" fmla="*/ 8 w 37"/>
                  <a:gd name="T7" fmla="*/ 14 h 56"/>
                  <a:gd name="T8" fmla="*/ 8 w 37"/>
                  <a:gd name="T9" fmla="*/ 56 h 56"/>
                  <a:gd name="T10" fmla="*/ 0 w 37"/>
                  <a:gd name="T11" fmla="*/ 56 h 56"/>
                  <a:gd name="T12" fmla="*/ 0 w 37"/>
                  <a:gd name="T13" fmla="*/ 0 h 56"/>
                  <a:gd name="T14" fmla="*/ 8 w 37"/>
                  <a:gd name="T15" fmla="*/ 0 h 56"/>
                  <a:gd name="T16" fmla="*/ 29 w 37"/>
                  <a:gd name="T17" fmla="*/ 42 h 56"/>
                  <a:gd name="T18" fmla="*/ 29 w 37"/>
                  <a:gd name="T19" fmla="*/ 42 h 56"/>
                  <a:gd name="T20" fmla="*/ 29 w 37"/>
                  <a:gd name="T21" fmla="*/ 0 h 56"/>
                  <a:gd name="T22" fmla="*/ 37 w 37"/>
                  <a:gd name="T23" fmla="*/ 0 h 56"/>
                  <a:gd name="T24" fmla="*/ 37 w 37"/>
                  <a:gd name="T25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7" h="56">
                    <a:moveTo>
                      <a:pt x="37" y="56"/>
                    </a:moveTo>
                    <a:lnTo>
                      <a:pt x="29" y="56"/>
                    </a:lnTo>
                    <a:lnTo>
                      <a:pt x="8" y="14"/>
                    </a:lnTo>
                    <a:lnTo>
                      <a:pt x="8" y="14"/>
                    </a:lnTo>
                    <a:lnTo>
                      <a:pt x="8" y="56"/>
                    </a:lnTo>
                    <a:lnTo>
                      <a:pt x="0" y="56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29" y="42"/>
                    </a:lnTo>
                    <a:lnTo>
                      <a:pt x="29" y="42"/>
                    </a:lnTo>
                    <a:lnTo>
                      <a:pt x="29" y="0"/>
                    </a:lnTo>
                    <a:lnTo>
                      <a:pt x="37" y="0"/>
                    </a:lnTo>
                    <a:lnTo>
                      <a:pt x="37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íŝḻîḑê">
                <a:extLst>
                  <a:ext uri="{FF2B5EF4-FFF2-40B4-BE49-F238E27FC236}">
                    <a16:creationId xmlns:a16="http://schemas.microsoft.com/office/drawing/2014/main" id="{971CEEAB-A34D-47A0-AD83-73613FE91380}"/>
                  </a:ext>
                </a:extLst>
              </p:cNvPr>
              <p:cNvSpPr/>
              <p:nvPr/>
            </p:nvSpPr>
            <p:spPr bwMode="auto">
              <a:xfrm>
                <a:off x="6340475" y="3683001"/>
                <a:ext cx="63500" cy="92075"/>
              </a:xfrm>
              <a:custGeom>
                <a:avLst/>
                <a:gdLst>
                  <a:gd name="T0" fmla="*/ 19 w 19"/>
                  <a:gd name="T1" fmla="*/ 28 h 28"/>
                  <a:gd name="T2" fmla="*/ 16 w 19"/>
                  <a:gd name="T3" fmla="*/ 28 h 28"/>
                  <a:gd name="T4" fmla="*/ 15 w 19"/>
                  <a:gd name="T5" fmla="*/ 25 h 28"/>
                  <a:gd name="T6" fmla="*/ 13 w 19"/>
                  <a:gd name="T7" fmla="*/ 27 h 28"/>
                  <a:gd name="T8" fmla="*/ 10 w 19"/>
                  <a:gd name="T9" fmla="*/ 28 h 28"/>
                  <a:gd name="T10" fmla="*/ 3 w 19"/>
                  <a:gd name="T11" fmla="*/ 24 h 28"/>
                  <a:gd name="T12" fmla="*/ 0 w 19"/>
                  <a:gd name="T13" fmla="*/ 14 h 28"/>
                  <a:gd name="T14" fmla="*/ 3 w 19"/>
                  <a:gd name="T15" fmla="*/ 3 h 28"/>
                  <a:gd name="T16" fmla="*/ 10 w 19"/>
                  <a:gd name="T17" fmla="*/ 0 h 28"/>
                  <a:gd name="T18" fmla="*/ 16 w 19"/>
                  <a:gd name="T19" fmla="*/ 2 h 28"/>
                  <a:gd name="T20" fmla="*/ 19 w 19"/>
                  <a:gd name="T21" fmla="*/ 9 h 28"/>
                  <a:gd name="T22" fmla="*/ 15 w 19"/>
                  <a:gd name="T23" fmla="*/ 9 h 28"/>
                  <a:gd name="T24" fmla="*/ 13 w 19"/>
                  <a:gd name="T25" fmla="*/ 4 h 28"/>
                  <a:gd name="T26" fmla="*/ 10 w 19"/>
                  <a:gd name="T27" fmla="*/ 3 h 28"/>
                  <a:gd name="T28" fmla="*/ 6 w 19"/>
                  <a:gd name="T29" fmla="*/ 5 h 28"/>
                  <a:gd name="T30" fmla="*/ 4 w 19"/>
                  <a:gd name="T31" fmla="*/ 14 h 28"/>
                  <a:gd name="T32" fmla="*/ 6 w 19"/>
                  <a:gd name="T33" fmla="*/ 22 h 28"/>
                  <a:gd name="T34" fmla="*/ 10 w 19"/>
                  <a:gd name="T35" fmla="*/ 24 h 28"/>
                  <a:gd name="T36" fmla="*/ 14 w 19"/>
                  <a:gd name="T37" fmla="*/ 23 h 28"/>
                  <a:gd name="T38" fmla="*/ 15 w 19"/>
                  <a:gd name="T39" fmla="*/ 18 h 28"/>
                  <a:gd name="T40" fmla="*/ 15 w 19"/>
                  <a:gd name="T41" fmla="*/ 17 h 28"/>
                  <a:gd name="T42" fmla="*/ 10 w 19"/>
                  <a:gd name="T43" fmla="*/ 17 h 28"/>
                  <a:gd name="T44" fmla="*/ 10 w 19"/>
                  <a:gd name="T45" fmla="*/ 13 h 28"/>
                  <a:gd name="T46" fmla="*/ 19 w 19"/>
                  <a:gd name="T47" fmla="*/ 13 h 28"/>
                  <a:gd name="T48" fmla="*/ 19 w 19"/>
                  <a:gd name="T49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9" h="28">
                    <a:moveTo>
                      <a:pt x="19" y="28"/>
                    </a:moveTo>
                    <a:cubicBezTo>
                      <a:pt x="16" y="28"/>
                      <a:pt x="16" y="28"/>
                      <a:pt x="16" y="28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5" y="26"/>
                      <a:pt x="14" y="26"/>
                      <a:pt x="13" y="27"/>
                    </a:cubicBezTo>
                    <a:cubicBezTo>
                      <a:pt x="12" y="27"/>
                      <a:pt x="11" y="28"/>
                      <a:pt x="10" y="28"/>
                    </a:cubicBezTo>
                    <a:cubicBezTo>
                      <a:pt x="7" y="28"/>
                      <a:pt x="5" y="26"/>
                      <a:pt x="3" y="24"/>
                    </a:cubicBezTo>
                    <a:cubicBezTo>
                      <a:pt x="1" y="22"/>
                      <a:pt x="0" y="19"/>
                      <a:pt x="0" y="14"/>
                    </a:cubicBezTo>
                    <a:cubicBezTo>
                      <a:pt x="0" y="9"/>
                      <a:pt x="1" y="6"/>
                      <a:pt x="3" y="3"/>
                    </a:cubicBezTo>
                    <a:cubicBezTo>
                      <a:pt x="4" y="1"/>
                      <a:pt x="7" y="0"/>
                      <a:pt x="10" y="0"/>
                    </a:cubicBezTo>
                    <a:cubicBezTo>
                      <a:pt x="13" y="0"/>
                      <a:pt x="15" y="1"/>
                      <a:pt x="16" y="2"/>
                    </a:cubicBezTo>
                    <a:cubicBezTo>
                      <a:pt x="18" y="4"/>
                      <a:pt x="19" y="6"/>
                      <a:pt x="19" y="9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5" y="7"/>
                      <a:pt x="14" y="5"/>
                      <a:pt x="13" y="4"/>
                    </a:cubicBezTo>
                    <a:cubicBezTo>
                      <a:pt x="13" y="3"/>
                      <a:pt x="11" y="3"/>
                      <a:pt x="10" y="3"/>
                    </a:cubicBezTo>
                    <a:cubicBezTo>
                      <a:pt x="8" y="3"/>
                      <a:pt x="7" y="4"/>
                      <a:pt x="6" y="5"/>
                    </a:cubicBezTo>
                    <a:cubicBezTo>
                      <a:pt x="5" y="7"/>
                      <a:pt x="4" y="10"/>
                      <a:pt x="4" y="14"/>
                    </a:cubicBezTo>
                    <a:cubicBezTo>
                      <a:pt x="4" y="18"/>
                      <a:pt x="5" y="21"/>
                      <a:pt x="6" y="22"/>
                    </a:cubicBezTo>
                    <a:cubicBezTo>
                      <a:pt x="7" y="24"/>
                      <a:pt x="9" y="24"/>
                      <a:pt x="10" y="24"/>
                    </a:cubicBezTo>
                    <a:cubicBezTo>
                      <a:pt x="12" y="24"/>
                      <a:pt x="13" y="24"/>
                      <a:pt x="14" y="23"/>
                    </a:cubicBezTo>
                    <a:cubicBezTo>
                      <a:pt x="15" y="22"/>
                      <a:pt x="15" y="20"/>
                      <a:pt x="15" y="18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9" y="13"/>
                      <a:pt x="19" y="13"/>
                      <a:pt x="19" y="13"/>
                    </a:cubicBezTo>
                    <a:lnTo>
                      <a:pt x="19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ïs1îḓê">
                <a:extLst>
                  <a:ext uri="{FF2B5EF4-FFF2-40B4-BE49-F238E27FC236}">
                    <a16:creationId xmlns:a16="http://schemas.microsoft.com/office/drawing/2014/main" id="{E9E026E9-AC15-4251-9F53-9B3A3D2120D2}"/>
                  </a:ext>
                </a:extLst>
              </p:cNvPr>
              <p:cNvSpPr/>
              <p:nvPr/>
            </p:nvSpPr>
            <p:spPr bwMode="auto">
              <a:xfrm>
                <a:off x="6492875" y="3683001"/>
                <a:ext cx="58738" cy="92075"/>
              </a:xfrm>
              <a:custGeom>
                <a:avLst/>
                <a:gdLst>
                  <a:gd name="T0" fmla="*/ 18 w 18"/>
                  <a:gd name="T1" fmla="*/ 19 h 28"/>
                  <a:gd name="T2" fmla="*/ 16 w 18"/>
                  <a:gd name="T3" fmla="*/ 25 h 28"/>
                  <a:gd name="T4" fmla="*/ 9 w 18"/>
                  <a:gd name="T5" fmla="*/ 28 h 28"/>
                  <a:gd name="T6" fmla="*/ 2 w 18"/>
                  <a:gd name="T7" fmla="*/ 25 h 28"/>
                  <a:gd name="T8" fmla="*/ 0 w 18"/>
                  <a:gd name="T9" fmla="*/ 19 h 28"/>
                  <a:gd name="T10" fmla="*/ 0 w 18"/>
                  <a:gd name="T11" fmla="*/ 0 h 28"/>
                  <a:gd name="T12" fmla="*/ 4 w 18"/>
                  <a:gd name="T13" fmla="*/ 0 h 28"/>
                  <a:gd name="T14" fmla="*/ 4 w 18"/>
                  <a:gd name="T15" fmla="*/ 19 h 28"/>
                  <a:gd name="T16" fmla="*/ 5 w 18"/>
                  <a:gd name="T17" fmla="*/ 23 h 28"/>
                  <a:gd name="T18" fmla="*/ 9 w 18"/>
                  <a:gd name="T19" fmla="*/ 24 h 28"/>
                  <a:gd name="T20" fmla="*/ 13 w 18"/>
                  <a:gd name="T21" fmla="*/ 23 h 28"/>
                  <a:gd name="T22" fmla="*/ 14 w 18"/>
                  <a:gd name="T23" fmla="*/ 19 h 28"/>
                  <a:gd name="T24" fmla="*/ 14 w 18"/>
                  <a:gd name="T25" fmla="*/ 0 h 28"/>
                  <a:gd name="T26" fmla="*/ 18 w 18"/>
                  <a:gd name="T27" fmla="*/ 0 h 28"/>
                  <a:gd name="T28" fmla="*/ 18 w 18"/>
                  <a:gd name="T29" fmla="*/ 19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8" h="28">
                    <a:moveTo>
                      <a:pt x="18" y="19"/>
                    </a:moveTo>
                    <a:cubicBezTo>
                      <a:pt x="18" y="22"/>
                      <a:pt x="18" y="24"/>
                      <a:pt x="16" y="25"/>
                    </a:cubicBezTo>
                    <a:cubicBezTo>
                      <a:pt x="15" y="27"/>
                      <a:pt x="12" y="28"/>
                      <a:pt x="9" y="28"/>
                    </a:cubicBezTo>
                    <a:cubicBezTo>
                      <a:pt x="6" y="28"/>
                      <a:pt x="4" y="27"/>
                      <a:pt x="2" y="25"/>
                    </a:cubicBezTo>
                    <a:cubicBezTo>
                      <a:pt x="1" y="24"/>
                      <a:pt x="0" y="22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21"/>
                      <a:pt x="5" y="22"/>
                      <a:pt x="5" y="23"/>
                    </a:cubicBezTo>
                    <a:cubicBezTo>
                      <a:pt x="6" y="24"/>
                      <a:pt x="8" y="24"/>
                      <a:pt x="9" y="24"/>
                    </a:cubicBezTo>
                    <a:cubicBezTo>
                      <a:pt x="11" y="24"/>
                      <a:pt x="12" y="24"/>
                      <a:pt x="13" y="23"/>
                    </a:cubicBezTo>
                    <a:cubicBezTo>
                      <a:pt x="14" y="22"/>
                      <a:pt x="14" y="21"/>
                      <a:pt x="14" y="19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8" y="0"/>
                      <a:pt x="18" y="0"/>
                      <a:pt x="18" y="0"/>
                    </a:cubicBezTo>
                    <a:lnTo>
                      <a:pt x="18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îṩḷídè">
                <a:extLst>
                  <a:ext uri="{FF2B5EF4-FFF2-40B4-BE49-F238E27FC236}">
                    <a16:creationId xmlns:a16="http://schemas.microsoft.com/office/drawing/2014/main" id="{8D719820-5EE2-44CB-ADE7-FBF794D06C97}"/>
                  </a:ext>
                </a:extLst>
              </p:cNvPr>
              <p:cNvSpPr/>
              <p:nvPr/>
            </p:nvSpPr>
            <p:spPr bwMode="auto">
              <a:xfrm>
                <a:off x="6697663" y="3683001"/>
                <a:ext cx="12700" cy="889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0" name="ïśľiďé">
                <a:extLst>
                  <a:ext uri="{FF2B5EF4-FFF2-40B4-BE49-F238E27FC236}">
                    <a16:creationId xmlns:a16="http://schemas.microsoft.com/office/drawing/2014/main" id="{F1A537BC-8CE6-4592-B04D-5C3F51F74AAA}"/>
                  </a:ext>
                </a:extLst>
              </p:cNvPr>
              <p:cNvSpPr/>
              <p:nvPr/>
            </p:nvSpPr>
            <p:spPr bwMode="auto">
              <a:xfrm>
                <a:off x="6759575" y="3683001"/>
                <a:ext cx="69850" cy="92075"/>
              </a:xfrm>
              <a:custGeom>
                <a:avLst/>
                <a:gdLst>
                  <a:gd name="T0" fmla="*/ 44 w 44"/>
                  <a:gd name="T1" fmla="*/ 0 h 58"/>
                  <a:gd name="T2" fmla="*/ 25 w 44"/>
                  <a:gd name="T3" fmla="*/ 58 h 58"/>
                  <a:gd name="T4" fmla="*/ 19 w 44"/>
                  <a:gd name="T5" fmla="*/ 58 h 58"/>
                  <a:gd name="T6" fmla="*/ 0 w 44"/>
                  <a:gd name="T7" fmla="*/ 0 h 58"/>
                  <a:gd name="T8" fmla="*/ 9 w 44"/>
                  <a:gd name="T9" fmla="*/ 0 h 58"/>
                  <a:gd name="T10" fmla="*/ 21 w 44"/>
                  <a:gd name="T11" fmla="*/ 44 h 58"/>
                  <a:gd name="T12" fmla="*/ 21 w 44"/>
                  <a:gd name="T13" fmla="*/ 44 h 58"/>
                  <a:gd name="T14" fmla="*/ 36 w 44"/>
                  <a:gd name="T15" fmla="*/ 0 h 58"/>
                  <a:gd name="T16" fmla="*/ 44 w 44"/>
                  <a:gd name="T17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4" h="58">
                    <a:moveTo>
                      <a:pt x="44" y="0"/>
                    </a:moveTo>
                    <a:lnTo>
                      <a:pt x="25" y="58"/>
                    </a:lnTo>
                    <a:lnTo>
                      <a:pt x="19" y="58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21" y="44"/>
                    </a:lnTo>
                    <a:lnTo>
                      <a:pt x="21" y="44"/>
                    </a:lnTo>
                    <a:lnTo>
                      <a:pt x="36" y="0"/>
                    </a:lnTo>
                    <a:lnTo>
                      <a:pt x="4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í$ḻíďe">
                <a:extLst>
                  <a:ext uri="{FF2B5EF4-FFF2-40B4-BE49-F238E27FC236}">
                    <a16:creationId xmlns:a16="http://schemas.microsoft.com/office/drawing/2014/main" id="{1F055E10-2CFA-402D-B4BE-6C484B6F726F}"/>
                  </a:ext>
                </a:extLst>
              </p:cNvPr>
              <p:cNvSpPr/>
              <p:nvPr/>
            </p:nvSpPr>
            <p:spPr bwMode="auto">
              <a:xfrm>
                <a:off x="6856413" y="3683001"/>
                <a:ext cx="58738" cy="88900"/>
              </a:xfrm>
              <a:custGeom>
                <a:avLst/>
                <a:gdLst>
                  <a:gd name="T0" fmla="*/ 37 w 37"/>
                  <a:gd name="T1" fmla="*/ 56 h 56"/>
                  <a:gd name="T2" fmla="*/ 0 w 37"/>
                  <a:gd name="T3" fmla="*/ 56 h 56"/>
                  <a:gd name="T4" fmla="*/ 0 w 37"/>
                  <a:gd name="T5" fmla="*/ 0 h 56"/>
                  <a:gd name="T6" fmla="*/ 35 w 37"/>
                  <a:gd name="T7" fmla="*/ 0 h 56"/>
                  <a:gd name="T8" fmla="*/ 35 w 37"/>
                  <a:gd name="T9" fmla="*/ 6 h 56"/>
                  <a:gd name="T10" fmla="*/ 8 w 37"/>
                  <a:gd name="T11" fmla="*/ 6 h 56"/>
                  <a:gd name="T12" fmla="*/ 8 w 37"/>
                  <a:gd name="T13" fmla="*/ 23 h 56"/>
                  <a:gd name="T14" fmla="*/ 33 w 37"/>
                  <a:gd name="T15" fmla="*/ 23 h 56"/>
                  <a:gd name="T16" fmla="*/ 33 w 37"/>
                  <a:gd name="T17" fmla="*/ 29 h 56"/>
                  <a:gd name="T18" fmla="*/ 8 w 37"/>
                  <a:gd name="T19" fmla="*/ 29 h 56"/>
                  <a:gd name="T20" fmla="*/ 8 w 37"/>
                  <a:gd name="T21" fmla="*/ 50 h 56"/>
                  <a:gd name="T22" fmla="*/ 37 w 37"/>
                  <a:gd name="T23" fmla="*/ 50 h 56"/>
                  <a:gd name="T24" fmla="*/ 37 w 37"/>
                  <a:gd name="T25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7" h="56">
                    <a:moveTo>
                      <a:pt x="37" y="56"/>
                    </a:moveTo>
                    <a:lnTo>
                      <a:pt x="0" y="56"/>
                    </a:lnTo>
                    <a:lnTo>
                      <a:pt x="0" y="0"/>
                    </a:lnTo>
                    <a:lnTo>
                      <a:pt x="35" y="0"/>
                    </a:lnTo>
                    <a:lnTo>
                      <a:pt x="35" y="6"/>
                    </a:lnTo>
                    <a:lnTo>
                      <a:pt x="8" y="6"/>
                    </a:lnTo>
                    <a:lnTo>
                      <a:pt x="8" y="23"/>
                    </a:lnTo>
                    <a:lnTo>
                      <a:pt x="33" y="23"/>
                    </a:lnTo>
                    <a:lnTo>
                      <a:pt x="33" y="29"/>
                    </a:lnTo>
                    <a:lnTo>
                      <a:pt x="8" y="29"/>
                    </a:lnTo>
                    <a:lnTo>
                      <a:pt x="8" y="50"/>
                    </a:lnTo>
                    <a:lnTo>
                      <a:pt x="37" y="50"/>
                    </a:lnTo>
                    <a:lnTo>
                      <a:pt x="37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ïs1ídê">
                <a:extLst>
                  <a:ext uri="{FF2B5EF4-FFF2-40B4-BE49-F238E27FC236}">
                    <a16:creationId xmlns:a16="http://schemas.microsoft.com/office/drawing/2014/main" id="{C087F13B-04DA-4831-9592-B08E3C555064}"/>
                  </a:ext>
                </a:extLst>
              </p:cNvPr>
              <p:cNvSpPr/>
              <p:nvPr/>
            </p:nvSpPr>
            <p:spPr bwMode="auto">
              <a:xfrm>
                <a:off x="6945313" y="3683001"/>
                <a:ext cx="63500" cy="88900"/>
              </a:xfrm>
              <a:custGeom>
                <a:avLst/>
                <a:gdLst>
                  <a:gd name="T0" fmla="*/ 19 w 19"/>
                  <a:gd name="T1" fmla="*/ 27 h 27"/>
                  <a:gd name="T2" fmla="*/ 15 w 19"/>
                  <a:gd name="T3" fmla="*/ 27 h 27"/>
                  <a:gd name="T4" fmla="*/ 9 w 19"/>
                  <a:gd name="T5" fmla="*/ 15 h 27"/>
                  <a:gd name="T6" fmla="*/ 4 w 19"/>
                  <a:gd name="T7" fmla="*/ 15 h 27"/>
                  <a:gd name="T8" fmla="*/ 4 w 19"/>
                  <a:gd name="T9" fmla="*/ 27 h 27"/>
                  <a:gd name="T10" fmla="*/ 0 w 19"/>
                  <a:gd name="T11" fmla="*/ 27 h 27"/>
                  <a:gd name="T12" fmla="*/ 0 w 19"/>
                  <a:gd name="T13" fmla="*/ 0 h 27"/>
                  <a:gd name="T14" fmla="*/ 9 w 19"/>
                  <a:gd name="T15" fmla="*/ 0 h 27"/>
                  <a:gd name="T16" fmla="*/ 16 w 19"/>
                  <a:gd name="T17" fmla="*/ 2 h 27"/>
                  <a:gd name="T18" fmla="*/ 19 w 19"/>
                  <a:gd name="T19" fmla="*/ 8 h 27"/>
                  <a:gd name="T20" fmla="*/ 17 w 19"/>
                  <a:gd name="T21" fmla="*/ 13 h 27"/>
                  <a:gd name="T22" fmla="*/ 13 w 19"/>
                  <a:gd name="T23" fmla="*/ 15 h 27"/>
                  <a:gd name="T24" fmla="*/ 19 w 19"/>
                  <a:gd name="T25" fmla="*/ 27 h 27"/>
                  <a:gd name="T26" fmla="*/ 14 w 19"/>
                  <a:gd name="T27" fmla="*/ 8 h 27"/>
                  <a:gd name="T28" fmla="*/ 13 w 19"/>
                  <a:gd name="T29" fmla="*/ 4 h 27"/>
                  <a:gd name="T30" fmla="*/ 8 w 19"/>
                  <a:gd name="T31" fmla="*/ 3 h 27"/>
                  <a:gd name="T32" fmla="*/ 4 w 19"/>
                  <a:gd name="T33" fmla="*/ 3 h 27"/>
                  <a:gd name="T34" fmla="*/ 4 w 19"/>
                  <a:gd name="T35" fmla="*/ 12 h 27"/>
                  <a:gd name="T36" fmla="*/ 9 w 19"/>
                  <a:gd name="T37" fmla="*/ 12 h 27"/>
                  <a:gd name="T38" fmla="*/ 13 w 19"/>
                  <a:gd name="T39" fmla="*/ 11 h 27"/>
                  <a:gd name="T40" fmla="*/ 14 w 19"/>
                  <a:gd name="T41" fmla="*/ 8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9" h="27">
                    <a:moveTo>
                      <a:pt x="19" y="27"/>
                    </a:moveTo>
                    <a:cubicBezTo>
                      <a:pt x="15" y="27"/>
                      <a:pt x="15" y="27"/>
                      <a:pt x="15" y="27"/>
                    </a:cubicBezTo>
                    <a:cubicBezTo>
                      <a:pt x="9" y="15"/>
                      <a:pt x="9" y="15"/>
                      <a:pt x="9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12" y="0"/>
                      <a:pt x="14" y="1"/>
                      <a:pt x="16" y="2"/>
                    </a:cubicBezTo>
                    <a:cubicBezTo>
                      <a:pt x="18" y="3"/>
                      <a:pt x="19" y="5"/>
                      <a:pt x="19" y="8"/>
                    </a:cubicBezTo>
                    <a:cubicBezTo>
                      <a:pt x="19" y="10"/>
                      <a:pt x="18" y="12"/>
                      <a:pt x="17" y="13"/>
                    </a:cubicBezTo>
                    <a:cubicBezTo>
                      <a:pt x="16" y="14"/>
                      <a:pt x="14" y="15"/>
                      <a:pt x="13" y="15"/>
                    </a:cubicBezTo>
                    <a:cubicBezTo>
                      <a:pt x="19" y="27"/>
                      <a:pt x="19" y="27"/>
                      <a:pt x="19" y="27"/>
                    </a:cubicBezTo>
                    <a:close/>
                    <a:moveTo>
                      <a:pt x="14" y="8"/>
                    </a:moveTo>
                    <a:cubicBezTo>
                      <a:pt x="14" y="6"/>
                      <a:pt x="14" y="5"/>
                      <a:pt x="13" y="4"/>
                    </a:cubicBezTo>
                    <a:cubicBezTo>
                      <a:pt x="12" y="3"/>
                      <a:pt x="10" y="3"/>
                      <a:pt x="8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11" y="12"/>
                      <a:pt x="12" y="12"/>
                      <a:pt x="13" y="11"/>
                    </a:cubicBezTo>
                    <a:cubicBezTo>
                      <a:pt x="14" y="11"/>
                      <a:pt x="14" y="9"/>
                      <a:pt x="14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í$ļíḋê">
                <a:extLst>
                  <a:ext uri="{FF2B5EF4-FFF2-40B4-BE49-F238E27FC236}">
                    <a16:creationId xmlns:a16="http://schemas.microsoft.com/office/drawing/2014/main" id="{898E2424-A94E-4BE8-B296-4E14EF6AAAEF}"/>
                  </a:ext>
                </a:extLst>
              </p:cNvPr>
              <p:cNvSpPr/>
              <p:nvPr/>
            </p:nvSpPr>
            <p:spPr bwMode="auto">
              <a:xfrm>
                <a:off x="7034213" y="3683001"/>
                <a:ext cx="63500" cy="92075"/>
              </a:xfrm>
              <a:custGeom>
                <a:avLst/>
                <a:gdLst>
                  <a:gd name="T0" fmla="*/ 19 w 19"/>
                  <a:gd name="T1" fmla="*/ 20 h 28"/>
                  <a:gd name="T2" fmla="*/ 17 w 19"/>
                  <a:gd name="T3" fmla="*/ 25 h 28"/>
                  <a:gd name="T4" fmla="*/ 10 w 19"/>
                  <a:gd name="T5" fmla="*/ 28 h 28"/>
                  <a:gd name="T6" fmla="*/ 3 w 19"/>
                  <a:gd name="T7" fmla="*/ 25 h 28"/>
                  <a:gd name="T8" fmla="*/ 0 w 19"/>
                  <a:gd name="T9" fmla="*/ 20 h 28"/>
                  <a:gd name="T10" fmla="*/ 0 w 19"/>
                  <a:gd name="T11" fmla="*/ 19 h 28"/>
                  <a:gd name="T12" fmla="*/ 4 w 19"/>
                  <a:gd name="T13" fmla="*/ 19 h 28"/>
                  <a:gd name="T14" fmla="*/ 4 w 19"/>
                  <a:gd name="T15" fmla="*/ 20 h 28"/>
                  <a:gd name="T16" fmla="*/ 6 w 19"/>
                  <a:gd name="T17" fmla="*/ 23 h 28"/>
                  <a:gd name="T18" fmla="*/ 10 w 19"/>
                  <a:gd name="T19" fmla="*/ 24 h 28"/>
                  <a:gd name="T20" fmla="*/ 14 w 19"/>
                  <a:gd name="T21" fmla="*/ 23 h 28"/>
                  <a:gd name="T22" fmla="*/ 15 w 19"/>
                  <a:gd name="T23" fmla="*/ 20 h 28"/>
                  <a:gd name="T24" fmla="*/ 13 w 19"/>
                  <a:gd name="T25" fmla="*/ 17 h 28"/>
                  <a:gd name="T26" fmla="*/ 9 w 19"/>
                  <a:gd name="T27" fmla="*/ 14 h 28"/>
                  <a:gd name="T28" fmla="*/ 3 w 19"/>
                  <a:gd name="T29" fmla="*/ 11 h 28"/>
                  <a:gd name="T30" fmla="*/ 1 w 19"/>
                  <a:gd name="T31" fmla="*/ 7 h 28"/>
                  <a:gd name="T32" fmla="*/ 3 w 19"/>
                  <a:gd name="T33" fmla="*/ 2 h 28"/>
                  <a:gd name="T34" fmla="*/ 10 w 19"/>
                  <a:gd name="T35" fmla="*/ 0 h 28"/>
                  <a:gd name="T36" fmla="*/ 16 w 19"/>
                  <a:gd name="T37" fmla="*/ 2 h 28"/>
                  <a:gd name="T38" fmla="*/ 18 w 19"/>
                  <a:gd name="T39" fmla="*/ 7 h 28"/>
                  <a:gd name="T40" fmla="*/ 14 w 19"/>
                  <a:gd name="T41" fmla="*/ 7 h 28"/>
                  <a:gd name="T42" fmla="*/ 13 w 19"/>
                  <a:gd name="T43" fmla="*/ 4 h 28"/>
                  <a:gd name="T44" fmla="*/ 10 w 19"/>
                  <a:gd name="T45" fmla="*/ 3 h 28"/>
                  <a:gd name="T46" fmla="*/ 6 w 19"/>
                  <a:gd name="T47" fmla="*/ 4 h 28"/>
                  <a:gd name="T48" fmla="*/ 5 w 19"/>
                  <a:gd name="T49" fmla="*/ 7 h 28"/>
                  <a:gd name="T50" fmla="*/ 6 w 19"/>
                  <a:gd name="T51" fmla="*/ 9 h 28"/>
                  <a:gd name="T52" fmla="*/ 11 w 19"/>
                  <a:gd name="T53" fmla="*/ 12 h 28"/>
                  <a:gd name="T54" fmla="*/ 17 w 19"/>
                  <a:gd name="T55" fmla="*/ 15 h 28"/>
                  <a:gd name="T56" fmla="*/ 19 w 19"/>
                  <a:gd name="T57" fmla="*/ 2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9" h="28">
                    <a:moveTo>
                      <a:pt x="19" y="20"/>
                    </a:moveTo>
                    <a:cubicBezTo>
                      <a:pt x="19" y="22"/>
                      <a:pt x="18" y="24"/>
                      <a:pt x="17" y="25"/>
                    </a:cubicBezTo>
                    <a:cubicBezTo>
                      <a:pt x="15" y="27"/>
                      <a:pt x="13" y="28"/>
                      <a:pt x="10" y="28"/>
                    </a:cubicBezTo>
                    <a:cubicBezTo>
                      <a:pt x="7" y="28"/>
                      <a:pt x="4" y="27"/>
                      <a:pt x="3" y="25"/>
                    </a:cubicBezTo>
                    <a:cubicBezTo>
                      <a:pt x="1" y="24"/>
                      <a:pt x="0" y="22"/>
                      <a:pt x="0" y="20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4" y="21"/>
                      <a:pt x="5" y="22"/>
                      <a:pt x="6" y="23"/>
                    </a:cubicBezTo>
                    <a:cubicBezTo>
                      <a:pt x="7" y="24"/>
                      <a:pt x="8" y="24"/>
                      <a:pt x="10" y="24"/>
                    </a:cubicBezTo>
                    <a:cubicBezTo>
                      <a:pt x="11" y="24"/>
                      <a:pt x="13" y="24"/>
                      <a:pt x="14" y="23"/>
                    </a:cubicBezTo>
                    <a:cubicBezTo>
                      <a:pt x="15" y="22"/>
                      <a:pt x="15" y="21"/>
                      <a:pt x="15" y="20"/>
                    </a:cubicBezTo>
                    <a:cubicBezTo>
                      <a:pt x="15" y="19"/>
                      <a:pt x="15" y="18"/>
                      <a:pt x="13" y="17"/>
                    </a:cubicBezTo>
                    <a:cubicBezTo>
                      <a:pt x="12" y="16"/>
                      <a:pt x="11" y="15"/>
                      <a:pt x="9" y="14"/>
                    </a:cubicBezTo>
                    <a:cubicBezTo>
                      <a:pt x="6" y="13"/>
                      <a:pt x="4" y="12"/>
                      <a:pt x="3" y="11"/>
                    </a:cubicBezTo>
                    <a:cubicBezTo>
                      <a:pt x="1" y="10"/>
                      <a:pt x="1" y="9"/>
                      <a:pt x="1" y="7"/>
                    </a:cubicBezTo>
                    <a:cubicBezTo>
                      <a:pt x="1" y="5"/>
                      <a:pt x="2" y="3"/>
                      <a:pt x="3" y="2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3" y="0"/>
                      <a:pt x="15" y="0"/>
                      <a:pt x="16" y="2"/>
                    </a:cubicBezTo>
                    <a:cubicBezTo>
                      <a:pt x="18" y="4"/>
                      <a:pt x="18" y="5"/>
                      <a:pt x="18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6"/>
                      <a:pt x="14" y="5"/>
                      <a:pt x="13" y="4"/>
                    </a:cubicBezTo>
                    <a:cubicBezTo>
                      <a:pt x="12" y="3"/>
                      <a:pt x="11" y="3"/>
                      <a:pt x="10" y="3"/>
                    </a:cubicBezTo>
                    <a:cubicBezTo>
                      <a:pt x="8" y="3"/>
                      <a:pt x="7" y="3"/>
                      <a:pt x="6" y="4"/>
                    </a:cubicBezTo>
                    <a:cubicBezTo>
                      <a:pt x="5" y="5"/>
                      <a:pt x="5" y="5"/>
                      <a:pt x="5" y="7"/>
                    </a:cubicBezTo>
                    <a:cubicBezTo>
                      <a:pt x="5" y="8"/>
                      <a:pt x="5" y="8"/>
                      <a:pt x="6" y="9"/>
                    </a:cubicBezTo>
                    <a:cubicBezTo>
                      <a:pt x="7" y="10"/>
                      <a:pt x="8" y="11"/>
                      <a:pt x="11" y="12"/>
                    </a:cubicBezTo>
                    <a:cubicBezTo>
                      <a:pt x="14" y="13"/>
                      <a:pt x="16" y="14"/>
                      <a:pt x="17" y="15"/>
                    </a:cubicBezTo>
                    <a:cubicBezTo>
                      <a:pt x="18" y="16"/>
                      <a:pt x="19" y="18"/>
                      <a:pt x="19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îśľídè">
                <a:extLst>
                  <a:ext uri="{FF2B5EF4-FFF2-40B4-BE49-F238E27FC236}">
                    <a16:creationId xmlns:a16="http://schemas.microsoft.com/office/drawing/2014/main" id="{31B755ED-55A4-45AC-9B0C-70B67F6A3BDD}"/>
                  </a:ext>
                </a:extLst>
              </p:cNvPr>
              <p:cNvSpPr/>
              <p:nvPr/>
            </p:nvSpPr>
            <p:spPr bwMode="auto">
              <a:xfrm>
                <a:off x="7150100" y="3683001"/>
                <a:ext cx="12700" cy="889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işḷîḑe">
                <a:extLst>
                  <a:ext uri="{FF2B5EF4-FFF2-40B4-BE49-F238E27FC236}">
                    <a16:creationId xmlns:a16="http://schemas.microsoft.com/office/drawing/2014/main" id="{3DCBB421-CBF5-4685-84E4-AEBDF3B265CC}"/>
                  </a:ext>
                </a:extLst>
              </p:cNvPr>
              <p:cNvSpPr/>
              <p:nvPr/>
            </p:nvSpPr>
            <p:spPr bwMode="auto">
              <a:xfrm>
                <a:off x="7216775" y="3683001"/>
                <a:ext cx="61913" cy="88900"/>
              </a:xfrm>
              <a:custGeom>
                <a:avLst/>
                <a:gdLst>
                  <a:gd name="T0" fmla="*/ 39 w 39"/>
                  <a:gd name="T1" fmla="*/ 6 h 56"/>
                  <a:gd name="T2" fmla="*/ 25 w 39"/>
                  <a:gd name="T3" fmla="*/ 6 h 56"/>
                  <a:gd name="T4" fmla="*/ 25 w 39"/>
                  <a:gd name="T5" fmla="*/ 56 h 56"/>
                  <a:gd name="T6" fmla="*/ 14 w 39"/>
                  <a:gd name="T7" fmla="*/ 56 h 56"/>
                  <a:gd name="T8" fmla="*/ 14 w 39"/>
                  <a:gd name="T9" fmla="*/ 6 h 56"/>
                  <a:gd name="T10" fmla="*/ 0 w 39"/>
                  <a:gd name="T11" fmla="*/ 6 h 56"/>
                  <a:gd name="T12" fmla="*/ 0 w 39"/>
                  <a:gd name="T13" fmla="*/ 0 h 56"/>
                  <a:gd name="T14" fmla="*/ 39 w 39"/>
                  <a:gd name="T15" fmla="*/ 0 h 56"/>
                  <a:gd name="T16" fmla="*/ 39 w 39"/>
                  <a:gd name="T17" fmla="*/ 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9" h="56">
                    <a:moveTo>
                      <a:pt x="39" y="6"/>
                    </a:moveTo>
                    <a:lnTo>
                      <a:pt x="25" y="6"/>
                    </a:lnTo>
                    <a:lnTo>
                      <a:pt x="25" y="56"/>
                    </a:lnTo>
                    <a:lnTo>
                      <a:pt x="14" y="56"/>
                    </a:lnTo>
                    <a:lnTo>
                      <a:pt x="14" y="6"/>
                    </a:lnTo>
                    <a:lnTo>
                      <a:pt x="0" y="6"/>
                    </a:lnTo>
                    <a:lnTo>
                      <a:pt x="0" y="0"/>
                    </a:lnTo>
                    <a:lnTo>
                      <a:pt x="39" y="0"/>
                    </a:lnTo>
                    <a:lnTo>
                      <a:pt x="39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íṧlîḍé">
                <a:extLst>
                  <a:ext uri="{FF2B5EF4-FFF2-40B4-BE49-F238E27FC236}">
                    <a16:creationId xmlns:a16="http://schemas.microsoft.com/office/drawing/2014/main" id="{63B6AFD3-88CC-4304-B96B-B18132DD2423}"/>
                  </a:ext>
                </a:extLst>
              </p:cNvPr>
              <p:cNvSpPr/>
              <p:nvPr/>
            </p:nvSpPr>
            <p:spPr bwMode="auto">
              <a:xfrm>
                <a:off x="7302500" y="3683001"/>
                <a:ext cx="69850" cy="88900"/>
              </a:xfrm>
              <a:custGeom>
                <a:avLst/>
                <a:gdLst>
                  <a:gd name="T0" fmla="*/ 44 w 44"/>
                  <a:gd name="T1" fmla="*/ 0 h 56"/>
                  <a:gd name="T2" fmla="*/ 27 w 44"/>
                  <a:gd name="T3" fmla="*/ 31 h 56"/>
                  <a:gd name="T4" fmla="*/ 27 w 44"/>
                  <a:gd name="T5" fmla="*/ 56 h 56"/>
                  <a:gd name="T6" fmla="*/ 19 w 44"/>
                  <a:gd name="T7" fmla="*/ 56 h 56"/>
                  <a:gd name="T8" fmla="*/ 19 w 44"/>
                  <a:gd name="T9" fmla="*/ 31 h 56"/>
                  <a:gd name="T10" fmla="*/ 0 w 44"/>
                  <a:gd name="T11" fmla="*/ 0 h 56"/>
                  <a:gd name="T12" fmla="*/ 10 w 44"/>
                  <a:gd name="T13" fmla="*/ 0 h 56"/>
                  <a:gd name="T14" fmla="*/ 23 w 44"/>
                  <a:gd name="T15" fmla="*/ 25 h 56"/>
                  <a:gd name="T16" fmla="*/ 23 w 44"/>
                  <a:gd name="T17" fmla="*/ 25 h 56"/>
                  <a:gd name="T18" fmla="*/ 35 w 44"/>
                  <a:gd name="T19" fmla="*/ 0 h 56"/>
                  <a:gd name="T20" fmla="*/ 44 w 44"/>
                  <a:gd name="T21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4" h="56">
                    <a:moveTo>
                      <a:pt x="44" y="0"/>
                    </a:moveTo>
                    <a:lnTo>
                      <a:pt x="27" y="31"/>
                    </a:lnTo>
                    <a:lnTo>
                      <a:pt x="27" y="56"/>
                    </a:lnTo>
                    <a:lnTo>
                      <a:pt x="19" y="56"/>
                    </a:lnTo>
                    <a:lnTo>
                      <a:pt x="19" y="31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23" y="25"/>
                    </a:lnTo>
                    <a:lnTo>
                      <a:pt x="23" y="25"/>
                    </a:lnTo>
                    <a:lnTo>
                      <a:pt x="35" y="0"/>
                    </a:lnTo>
                    <a:lnTo>
                      <a:pt x="4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79" name="椭圆 78">
            <a:extLst>
              <a:ext uri="{FF2B5EF4-FFF2-40B4-BE49-F238E27FC236}">
                <a16:creationId xmlns:a16="http://schemas.microsoft.com/office/drawing/2014/main" id="{17A0839A-F82F-4AF3-BE0C-B059F11A609F}"/>
              </a:ext>
            </a:extLst>
          </p:cNvPr>
          <p:cNvSpPr/>
          <p:nvPr/>
        </p:nvSpPr>
        <p:spPr>
          <a:xfrm>
            <a:off x="1977651" y="4001128"/>
            <a:ext cx="915754" cy="927974"/>
          </a:xfrm>
          <a:prstGeom prst="ellipse">
            <a:avLst/>
          </a:prstGeom>
          <a:solidFill>
            <a:srgbClr val="F04049"/>
          </a:solidFill>
          <a:ln>
            <a:noFill/>
          </a:ln>
          <a:effectLst>
            <a:outerShdw blurRad="101600" dist="38100" dir="5400000" algn="t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zh-CN" sz="5400" b="1" dirty="0">
                <a:solidFill>
                  <a:schemeClr val="bg1"/>
                </a:solidFill>
                <a:effectLst>
                  <a:innerShdw blurRad="127000">
                    <a:schemeClr val="bg1">
                      <a:lumMod val="50000"/>
                      <a:alpha val="85000"/>
                    </a:schemeClr>
                  </a:innerShdw>
                </a:effectLst>
                <a:cs typeface="+mn-ea"/>
                <a:sym typeface="+mn-lt"/>
              </a:rPr>
              <a:t>4</a:t>
            </a:r>
            <a:endParaRPr lang="zh-CN" altLang="en-US" sz="5400" b="1" dirty="0">
              <a:solidFill>
                <a:schemeClr val="bg1"/>
              </a:solidFill>
              <a:effectLst>
                <a:innerShdw blurRad="127000">
                  <a:schemeClr val="bg1">
                    <a:lumMod val="50000"/>
                    <a:alpha val="85000"/>
                  </a:schemeClr>
                </a:innerShdw>
              </a:effectLst>
              <a:cs typeface="+mn-ea"/>
              <a:sym typeface="+mn-lt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AD6D6B3-BCF0-4E7E-9E0F-696945C0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14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3508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AAB6BC10-45DD-4477-83AF-883480AFB742}"/>
              </a:ext>
            </a:extLst>
          </p:cNvPr>
          <p:cNvGrpSpPr/>
          <p:nvPr/>
        </p:nvGrpSpPr>
        <p:grpSpPr>
          <a:xfrm>
            <a:off x="182880" y="406420"/>
            <a:ext cx="7410450" cy="523220"/>
            <a:chOff x="190500" y="383560"/>
            <a:chExt cx="7410450" cy="523220"/>
          </a:xfrm>
        </p:grpSpPr>
        <p:sp>
          <p:nvSpPr>
            <p:cNvPr id="36" name="平行四边形 35">
              <a:extLst>
                <a:ext uri="{FF2B5EF4-FFF2-40B4-BE49-F238E27FC236}">
                  <a16:creationId xmlns:a16="http://schemas.microsoft.com/office/drawing/2014/main" id="{F40A7694-6484-44E1-99C7-EDE95D900592}"/>
                </a:ext>
              </a:extLst>
            </p:cNvPr>
            <p:cNvSpPr/>
            <p:nvPr/>
          </p:nvSpPr>
          <p:spPr>
            <a:xfrm>
              <a:off x="190500" y="533400"/>
              <a:ext cx="845820" cy="373380"/>
            </a:xfrm>
            <a:prstGeom prst="parallelogram">
              <a:avLst/>
            </a:prstGeom>
            <a:solidFill>
              <a:srgbClr val="F04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FDB29133-41AD-4B3B-906E-5DEE9B7FE047}"/>
                </a:ext>
              </a:extLst>
            </p:cNvPr>
            <p:cNvSpPr txBox="1"/>
            <p:nvPr/>
          </p:nvSpPr>
          <p:spPr>
            <a:xfrm>
              <a:off x="506730" y="383560"/>
              <a:ext cx="70942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求解线性递推</a:t>
              </a:r>
            </a:p>
          </p:txBody>
        </p:sp>
      </p:grp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E5B60183-BC48-4A9B-803F-FE5CBF31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15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71BD527-6E22-C747-B740-C7F6631E8C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53331"/>
                <a:ext cx="7886700" cy="4351338"/>
              </a:xfrm>
            </p:spPr>
            <p:txBody>
              <a:bodyPr/>
              <a:lstStyle/>
              <a:p>
                <a:pPr defTabSz="45720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sz="20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再说斐波那契</a:t>
                </a:r>
                <a:endParaRPr lang="en-US" altLang="zh-CN" sz="2000" spc="15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lvl="1" defTabSz="45720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sz="20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求解斐波那契第 </a:t>
                </a:r>
                <a:r>
                  <a:rPr lang="en-US" altLang="zh-CN" sz="20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N</a:t>
                </a:r>
                <a:r>
                  <a:rPr lang="zh-CN" altLang="en-US" sz="20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项 </a:t>
                </a:r>
                <a:r>
                  <a:rPr lang="en-US" altLang="zh-CN" sz="20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%</a:t>
                </a:r>
                <a:r>
                  <a:rPr lang="zh-CN" altLang="en-US" sz="20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</a:t>
                </a:r>
                <a:r>
                  <a:rPr lang="en-US" altLang="zh-CN" sz="20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P</a:t>
                </a:r>
                <a:r>
                  <a:rPr lang="zh-CN" altLang="en-US" sz="20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的余数</a:t>
                </a:r>
                <a:endParaRPr lang="en-US" altLang="zh-CN" sz="2000" spc="15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lvl="1" defTabSz="45720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en-US" altLang="zh-CN" sz="20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N</a:t>
                </a:r>
                <a:r>
                  <a:rPr lang="zh-CN" altLang="en-US" sz="20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≤</a:t>
                </a:r>
                <a14:m>
                  <m:oMath xmlns:m="http://schemas.openxmlformats.org/officeDocument/2006/math">
                    <m:r>
                      <a:rPr lang="zh-CN" altLang="en-US" sz="2000" spc="150" dirty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sz="2000" i="1" spc="15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spc="150" dirty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000" spc="150" dirty="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zh-CN" altLang="en-US" sz="20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</a:t>
                </a:r>
                <a:r>
                  <a:rPr lang="en-US" altLang="zh-CN" sz="20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P</a:t>
                </a:r>
                <a:r>
                  <a:rPr lang="zh-CN" altLang="en-US" sz="20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≤</a:t>
                </a:r>
                <a14:m>
                  <m:oMath xmlns:m="http://schemas.openxmlformats.org/officeDocument/2006/math">
                    <m:r>
                      <a:rPr lang="zh-CN" altLang="en-US" sz="2000" spc="150" dirty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sz="2000" i="1" spc="150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spc="150" dirty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000" spc="150" dirty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endParaRPr lang="en-US" altLang="zh-CN" sz="2000" spc="15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0" indent="0" defTabSz="45720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None/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lang="en-US" altLang="zh-CN" sz="2000" spc="15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defTabSz="45720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sz="20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斐波那契数列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71BD527-6E22-C747-B740-C7F6631E8C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53331"/>
                <a:ext cx="7886700" cy="4351338"/>
              </a:xfrm>
              <a:blipFill>
                <a:blip r:embed="rId3"/>
                <a:stretch>
                  <a:fillRect l="-6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>
            <a:extLst>
              <a:ext uri="{FF2B5EF4-FFF2-40B4-BE49-F238E27FC236}">
                <a16:creationId xmlns:a16="http://schemas.microsoft.com/office/drawing/2014/main" id="{4E8F5634-19D8-2D44-BA80-7FA53C9CA1C9}"/>
              </a:ext>
            </a:extLst>
          </p:cNvPr>
          <p:cNvSpPr/>
          <p:nvPr/>
        </p:nvSpPr>
        <p:spPr>
          <a:xfrm>
            <a:off x="0" y="0"/>
            <a:ext cx="9144000" cy="243840"/>
          </a:xfrm>
          <a:prstGeom prst="rect">
            <a:avLst/>
          </a:prstGeom>
          <a:solidFill>
            <a:srgbClr val="F040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课程脉络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矩阵乘法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求解线性递推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矩阵快速幂优化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例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Content Placeholder 4">
            <a:hlinkClick r:id="" action="ppaction://ole?verb=0"/>
            <a:extLst>
              <a:ext uri="{FF2B5EF4-FFF2-40B4-BE49-F238E27FC236}">
                <a16:creationId xmlns:a16="http://schemas.microsoft.com/office/drawing/2014/main" id="{33BD8085-E22A-F14E-B8B3-DD19B819FB5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8557036"/>
              </p:ext>
            </p:extLst>
          </p:nvPr>
        </p:nvGraphicFramePr>
        <p:xfrm>
          <a:off x="1793240" y="3970337"/>
          <a:ext cx="5557520" cy="1093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324100" imgH="457200" progId="Equation.KSEE3">
                  <p:embed/>
                </p:oleObj>
              </mc:Choice>
              <mc:Fallback>
                <p:oleObj r:id="rId4" imgW="2324100" imgH="457200" progId="Equation.KSEE3">
                  <p:embed/>
                  <p:pic>
                    <p:nvPicPr>
                      <p:cNvPr id="10" name="Content Placeholder 4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33BD8085-E22A-F14E-B8B3-DD19B819FB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93240" y="3970337"/>
                        <a:ext cx="5557520" cy="10934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27151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AAB6BC10-45DD-4477-83AF-883480AFB742}"/>
              </a:ext>
            </a:extLst>
          </p:cNvPr>
          <p:cNvGrpSpPr/>
          <p:nvPr/>
        </p:nvGrpSpPr>
        <p:grpSpPr>
          <a:xfrm>
            <a:off x="182880" y="406420"/>
            <a:ext cx="7410450" cy="523220"/>
            <a:chOff x="190500" y="383560"/>
            <a:chExt cx="7410450" cy="523220"/>
          </a:xfrm>
        </p:grpSpPr>
        <p:sp>
          <p:nvSpPr>
            <p:cNvPr id="36" name="平行四边形 35">
              <a:extLst>
                <a:ext uri="{FF2B5EF4-FFF2-40B4-BE49-F238E27FC236}">
                  <a16:creationId xmlns:a16="http://schemas.microsoft.com/office/drawing/2014/main" id="{F40A7694-6484-44E1-99C7-EDE95D900592}"/>
                </a:ext>
              </a:extLst>
            </p:cNvPr>
            <p:cNvSpPr/>
            <p:nvPr/>
          </p:nvSpPr>
          <p:spPr>
            <a:xfrm>
              <a:off x="190500" y="533400"/>
              <a:ext cx="845820" cy="373380"/>
            </a:xfrm>
            <a:prstGeom prst="parallelogram">
              <a:avLst/>
            </a:prstGeom>
            <a:solidFill>
              <a:srgbClr val="F04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FDB29133-41AD-4B3B-906E-5DEE9B7FE047}"/>
                </a:ext>
              </a:extLst>
            </p:cNvPr>
            <p:cNvSpPr txBox="1"/>
            <p:nvPr/>
          </p:nvSpPr>
          <p:spPr>
            <a:xfrm>
              <a:off x="506730" y="383560"/>
              <a:ext cx="70942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求解线性递推</a:t>
              </a:r>
            </a:p>
          </p:txBody>
        </p:sp>
      </p:grp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E5B60183-BC48-4A9B-803F-FE5CBF31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1BD527-6E22-C747-B740-C7F6631E8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53331"/>
            <a:ext cx="7886700" cy="4351338"/>
          </a:xfrm>
        </p:spPr>
        <p:txBody>
          <a:bodyPr>
            <a:normAutofit/>
          </a:bodyPr>
          <a:lstStyle/>
          <a:p>
            <a:pPr defTabSz="45720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lang="zh-CN" altLang="en-US" sz="2000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再说斐波那契</a:t>
            </a:r>
            <a:endParaRPr lang="en-US" altLang="zh-CN" sz="2000" spc="1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 defTabSz="45720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lang="zh-CN" altLang="en-US" sz="2000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朴素做法：递推，维护两个数不断滚动</a:t>
            </a:r>
            <a:endParaRPr lang="en-US" altLang="zh-CN" sz="2000" spc="1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 defTabSz="45720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lang="en-US" altLang="zh-CN" sz="2000" spc="1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 defTabSz="45720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lang="en-US" altLang="zh-CN" sz="2000" spc="1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 defTabSz="45720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lang="en-US" altLang="zh-CN" sz="2000" spc="1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 defTabSz="45720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lang="en-US" altLang="zh-CN" sz="2000" spc="1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 defTabSz="45720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lang="zh-CN" altLang="en-US" sz="2000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它是怎么推导的？</a:t>
            </a:r>
            <a:endParaRPr lang="en-US" altLang="zh-CN" sz="2000" spc="1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 defTabSz="45720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lang="en-US" altLang="zh-CN" sz="2000" spc="1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 defTabSz="45720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lang="en-US" altLang="zh-CN" sz="2000" spc="1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 defTabSz="45720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lang="en-US" altLang="zh-CN" sz="2000" spc="1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E8F5634-19D8-2D44-BA80-7FA53C9CA1C9}"/>
              </a:ext>
            </a:extLst>
          </p:cNvPr>
          <p:cNvSpPr/>
          <p:nvPr/>
        </p:nvSpPr>
        <p:spPr>
          <a:xfrm>
            <a:off x="0" y="0"/>
            <a:ext cx="9144000" cy="243840"/>
          </a:xfrm>
          <a:prstGeom prst="rect">
            <a:avLst/>
          </a:prstGeom>
          <a:solidFill>
            <a:srgbClr val="F040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课程脉络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矩阵乘法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求解线性递推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矩阵快速幂优化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例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A453FBB-470D-4919-A717-512D73750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4998" y="2466218"/>
            <a:ext cx="3145882" cy="417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6973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>
            <a:extLst>
              <a:ext uri="{FF2B5EF4-FFF2-40B4-BE49-F238E27FC236}">
                <a16:creationId xmlns:a16="http://schemas.microsoft.com/office/drawing/2014/main" id="{3A468A88-F321-4DF4-96AC-61A1E8143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167" y="2440729"/>
            <a:ext cx="6038970" cy="1561211"/>
          </a:xfrm>
          <a:prstGeom prst="rect">
            <a:avLst/>
          </a:prstGeom>
        </p:spPr>
      </p:pic>
      <p:grpSp>
        <p:nvGrpSpPr>
          <p:cNvPr id="38" name="组合 37">
            <a:extLst>
              <a:ext uri="{FF2B5EF4-FFF2-40B4-BE49-F238E27FC236}">
                <a16:creationId xmlns:a16="http://schemas.microsoft.com/office/drawing/2014/main" id="{AAB6BC10-45DD-4477-83AF-883480AFB742}"/>
              </a:ext>
            </a:extLst>
          </p:cNvPr>
          <p:cNvGrpSpPr/>
          <p:nvPr/>
        </p:nvGrpSpPr>
        <p:grpSpPr>
          <a:xfrm>
            <a:off x="182880" y="406420"/>
            <a:ext cx="7410450" cy="523220"/>
            <a:chOff x="190500" y="383560"/>
            <a:chExt cx="7410450" cy="523220"/>
          </a:xfrm>
        </p:grpSpPr>
        <p:sp>
          <p:nvSpPr>
            <p:cNvPr id="36" name="平行四边形 35">
              <a:extLst>
                <a:ext uri="{FF2B5EF4-FFF2-40B4-BE49-F238E27FC236}">
                  <a16:creationId xmlns:a16="http://schemas.microsoft.com/office/drawing/2014/main" id="{F40A7694-6484-44E1-99C7-EDE95D900592}"/>
                </a:ext>
              </a:extLst>
            </p:cNvPr>
            <p:cNvSpPr/>
            <p:nvPr/>
          </p:nvSpPr>
          <p:spPr>
            <a:xfrm>
              <a:off x="190500" y="533400"/>
              <a:ext cx="845820" cy="373380"/>
            </a:xfrm>
            <a:prstGeom prst="parallelogram">
              <a:avLst/>
            </a:prstGeom>
            <a:solidFill>
              <a:srgbClr val="F04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FDB29133-41AD-4B3B-906E-5DEE9B7FE047}"/>
                </a:ext>
              </a:extLst>
            </p:cNvPr>
            <p:cNvSpPr txBox="1"/>
            <p:nvPr/>
          </p:nvSpPr>
          <p:spPr>
            <a:xfrm>
              <a:off x="506730" y="383560"/>
              <a:ext cx="70942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求解线性递推</a:t>
              </a:r>
            </a:p>
          </p:txBody>
        </p:sp>
      </p:grp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E5B60183-BC48-4A9B-803F-FE5CBF31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17</a:t>
            </a:fld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1BD527-6E22-C747-B740-C7F6631E8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53331"/>
            <a:ext cx="7886700" cy="4351338"/>
          </a:xfrm>
        </p:spPr>
        <p:txBody>
          <a:bodyPr>
            <a:normAutofit/>
          </a:bodyPr>
          <a:lstStyle/>
          <a:p>
            <a:pPr defTabSz="45720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lang="zh-CN" altLang="en-US" sz="2000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再说斐波那契</a:t>
            </a:r>
            <a:endParaRPr lang="en-US" altLang="zh-CN" sz="2000" spc="1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 defTabSz="45720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lang="zh-CN" altLang="en-US" sz="2000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朴素做法：递推，维护两个数不断滚动</a:t>
            </a:r>
            <a:endParaRPr lang="en-US" altLang="zh-CN" sz="2000" spc="1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 defTabSz="45720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lang="en-US" altLang="zh-CN" sz="2000" spc="1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 defTabSz="45720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lang="en-US" altLang="zh-CN" sz="2000" spc="1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 defTabSz="45720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lang="en-US" altLang="zh-CN" sz="2000" spc="1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 defTabSz="45720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lang="en-US" altLang="zh-CN" sz="2000" spc="1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 defTabSz="45720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lang="en-US" altLang="zh-CN" sz="2000" spc="1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 defTabSz="45720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lang="en-US" altLang="zh-CN" sz="2000" spc="1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E8F5634-19D8-2D44-BA80-7FA53C9CA1C9}"/>
              </a:ext>
            </a:extLst>
          </p:cNvPr>
          <p:cNvSpPr/>
          <p:nvPr/>
        </p:nvSpPr>
        <p:spPr>
          <a:xfrm>
            <a:off x="0" y="0"/>
            <a:ext cx="9144000" cy="243840"/>
          </a:xfrm>
          <a:prstGeom prst="rect">
            <a:avLst/>
          </a:prstGeom>
          <a:solidFill>
            <a:srgbClr val="F040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课程脉络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矩阵乘法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求解线性递推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矩阵快速幂优化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例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C988E61B-D278-413E-A21B-02AC03CF9F76}"/>
              </a:ext>
            </a:extLst>
          </p:cNvPr>
          <p:cNvSpPr/>
          <p:nvPr/>
        </p:nvSpPr>
        <p:spPr>
          <a:xfrm>
            <a:off x="3769360" y="2823517"/>
            <a:ext cx="1971040" cy="795634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CB90B76-B866-454F-ACDF-AAF9C2C41A0E}"/>
              </a:ext>
            </a:extLst>
          </p:cNvPr>
          <p:cNvSpPr txBox="1"/>
          <p:nvPr/>
        </p:nvSpPr>
        <p:spPr>
          <a:xfrm>
            <a:off x="2593871" y="2292340"/>
            <a:ext cx="4293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旧向量                                                 新向量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DCBB55B-A644-4DCB-908D-EB59EC9E5C19}"/>
              </a:ext>
            </a:extLst>
          </p:cNvPr>
          <p:cNvSpPr/>
          <p:nvPr/>
        </p:nvSpPr>
        <p:spPr>
          <a:xfrm>
            <a:off x="3769360" y="4470400"/>
            <a:ext cx="1117600" cy="12961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5636CCC-0054-4251-8ED5-674FEAE71D1D}"/>
              </a:ext>
            </a:extLst>
          </p:cNvPr>
          <p:cNvSpPr/>
          <p:nvPr/>
        </p:nvSpPr>
        <p:spPr>
          <a:xfrm>
            <a:off x="5237480" y="4470400"/>
            <a:ext cx="802640" cy="1296114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59C8AD3-6394-4015-A085-30232C00D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408" y="4507635"/>
            <a:ext cx="5449529" cy="1318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570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7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  <p:set>
                                      <p:cBhvr>
                                        <p:cTn id="11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>
            <a:extLst>
              <a:ext uri="{FF2B5EF4-FFF2-40B4-BE49-F238E27FC236}">
                <a16:creationId xmlns:a16="http://schemas.microsoft.com/office/drawing/2014/main" id="{3A468A88-F321-4DF4-96AC-61A1E81430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167" y="2440729"/>
            <a:ext cx="6038970" cy="1561211"/>
          </a:xfrm>
          <a:prstGeom prst="rect">
            <a:avLst/>
          </a:prstGeom>
        </p:spPr>
      </p:pic>
      <p:grpSp>
        <p:nvGrpSpPr>
          <p:cNvPr id="38" name="组合 37">
            <a:extLst>
              <a:ext uri="{FF2B5EF4-FFF2-40B4-BE49-F238E27FC236}">
                <a16:creationId xmlns:a16="http://schemas.microsoft.com/office/drawing/2014/main" id="{AAB6BC10-45DD-4477-83AF-883480AFB742}"/>
              </a:ext>
            </a:extLst>
          </p:cNvPr>
          <p:cNvGrpSpPr/>
          <p:nvPr/>
        </p:nvGrpSpPr>
        <p:grpSpPr>
          <a:xfrm>
            <a:off x="182880" y="406420"/>
            <a:ext cx="7410450" cy="523220"/>
            <a:chOff x="190500" y="383560"/>
            <a:chExt cx="7410450" cy="523220"/>
          </a:xfrm>
        </p:grpSpPr>
        <p:sp>
          <p:nvSpPr>
            <p:cNvPr id="36" name="平行四边形 35">
              <a:extLst>
                <a:ext uri="{FF2B5EF4-FFF2-40B4-BE49-F238E27FC236}">
                  <a16:creationId xmlns:a16="http://schemas.microsoft.com/office/drawing/2014/main" id="{F40A7694-6484-44E1-99C7-EDE95D900592}"/>
                </a:ext>
              </a:extLst>
            </p:cNvPr>
            <p:cNvSpPr/>
            <p:nvPr/>
          </p:nvSpPr>
          <p:spPr>
            <a:xfrm>
              <a:off x="190500" y="533400"/>
              <a:ext cx="845820" cy="373380"/>
            </a:xfrm>
            <a:prstGeom prst="parallelogram">
              <a:avLst/>
            </a:prstGeom>
            <a:solidFill>
              <a:srgbClr val="F04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FDB29133-41AD-4B3B-906E-5DEE9B7FE047}"/>
                </a:ext>
              </a:extLst>
            </p:cNvPr>
            <p:cNvSpPr txBox="1"/>
            <p:nvPr/>
          </p:nvSpPr>
          <p:spPr>
            <a:xfrm>
              <a:off x="506730" y="383560"/>
              <a:ext cx="70942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求解线性递推</a:t>
              </a:r>
            </a:p>
          </p:txBody>
        </p:sp>
      </p:grp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E5B60183-BC48-4A9B-803F-FE5CBF31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18</a:t>
            </a:fld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71BD527-6E22-C747-B740-C7F6631E8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53331"/>
            <a:ext cx="7886700" cy="4351338"/>
          </a:xfrm>
        </p:spPr>
        <p:txBody>
          <a:bodyPr>
            <a:normAutofit/>
          </a:bodyPr>
          <a:lstStyle/>
          <a:p>
            <a:pPr defTabSz="45720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lang="zh-CN" altLang="en-US" sz="2000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再说斐波那契</a:t>
            </a:r>
            <a:endParaRPr lang="en-US" altLang="zh-CN" sz="2000" spc="1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 defTabSz="45720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lang="zh-CN" altLang="en-US" sz="2000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朴素做法：递推，维护两个数不断滚动</a:t>
            </a:r>
            <a:endParaRPr lang="en-US" altLang="zh-CN" sz="2000" spc="1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 defTabSz="45720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lang="en-US" altLang="zh-CN" sz="2000" spc="1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 defTabSz="45720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lang="en-US" altLang="zh-CN" sz="2000" spc="1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 defTabSz="45720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lang="en-US" altLang="zh-CN" sz="2000" spc="1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 defTabSz="45720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lang="en-US" altLang="zh-CN" sz="2000" spc="1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 defTabSz="45720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lang="en-US" altLang="zh-CN" sz="2000" spc="1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 defTabSz="45720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lang="en-US" altLang="zh-CN" sz="2000" spc="1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E8F5634-19D8-2D44-BA80-7FA53C9CA1C9}"/>
              </a:ext>
            </a:extLst>
          </p:cNvPr>
          <p:cNvSpPr/>
          <p:nvPr/>
        </p:nvSpPr>
        <p:spPr>
          <a:xfrm>
            <a:off x="0" y="0"/>
            <a:ext cx="9144000" cy="243840"/>
          </a:xfrm>
          <a:prstGeom prst="rect">
            <a:avLst/>
          </a:prstGeom>
          <a:solidFill>
            <a:srgbClr val="F040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课程脉络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矩阵乘法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求解线性递推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矩阵快速幂优化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例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DC62560-EAAD-45B4-8BFA-748725800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427" y="4529586"/>
            <a:ext cx="5402840" cy="1561211"/>
          </a:xfrm>
          <a:prstGeom prst="rect">
            <a:avLst/>
          </a:prstGeom>
        </p:spPr>
      </p:pic>
      <p:sp>
        <p:nvSpPr>
          <p:cNvPr id="6" name="箭头: 右 5">
            <a:extLst>
              <a:ext uri="{FF2B5EF4-FFF2-40B4-BE49-F238E27FC236}">
                <a16:creationId xmlns:a16="http://schemas.microsoft.com/office/drawing/2014/main" id="{3EC26E3C-9528-4536-B0E7-665E2A85FCCD}"/>
              </a:ext>
            </a:extLst>
          </p:cNvPr>
          <p:cNvSpPr/>
          <p:nvPr/>
        </p:nvSpPr>
        <p:spPr>
          <a:xfrm>
            <a:off x="3769360" y="2823517"/>
            <a:ext cx="1971040" cy="795634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881F5EB-B8EE-4AAB-83B4-BA49B6BA48BB}"/>
              </a:ext>
            </a:extLst>
          </p:cNvPr>
          <p:cNvSpPr txBox="1"/>
          <p:nvPr/>
        </p:nvSpPr>
        <p:spPr>
          <a:xfrm>
            <a:off x="2593871" y="2292340"/>
            <a:ext cx="4293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旧向量                                                 新向量</a:t>
            </a:r>
          </a:p>
        </p:txBody>
      </p:sp>
    </p:spTree>
    <p:extLst>
      <p:ext uri="{BB962C8B-B14F-4D97-AF65-F5344CB8AC3E}">
        <p14:creationId xmlns:p14="http://schemas.microsoft.com/office/powerpoint/2010/main" val="3841474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AAB6BC10-45DD-4477-83AF-883480AFB742}"/>
              </a:ext>
            </a:extLst>
          </p:cNvPr>
          <p:cNvGrpSpPr/>
          <p:nvPr/>
        </p:nvGrpSpPr>
        <p:grpSpPr>
          <a:xfrm>
            <a:off x="182880" y="406420"/>
            <a:ext cx="7410450" cy="523220"/>
            <a:chOff x="190500" y="383560"/>
            <a:chExt cx="7410450" cy="523220"/>
          </a:xfrm>
        </p:grpSpPr>
        <p:sp>
          <p:nvSpPr>
            <p:cNvPr id="36" name="平行四边形 35">
              <a:extLst>
                <a:ext uri="{FF2B5EF4-FFF2-40B4-BE49-F238E27FC236}">
                  <a16:creationId xmlns:a16="http://schemas.microsoft.com/office/drawing/2014/main" id="{F40A7694-6484-44E1-99C7-EDE95D900592}"/>
                </a:ext>
              </a:extLst>
            </p:cNvPr>
            <p:cNvSpPr/>
            <p:nvPr/>
          </p:nvSpPr>
          <p:spPr>
            <a:xfrm>
              <a:off x="190500" y="533400"/>
              <a:ext cx="845820" cy="373380"/>
            </a:xfrm>
            <a:prstGeom prst="parallelogram">
              <a:avLst/>
            </a:prstGeom>
            <a:solidFill>
              <a:srgbClr val="F04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FDB29133-41AD-4B3B-906E-5DEE9B7FE047}"/>
                </a:ext>
              </a:extLst>
            </p:cNvPr>
            <p:cNvSpPr txBox="1"/>
            <p:nvPr/>
          </p:nvSpPr>
          <p:spPr>
            <a:xfrm>
              <a:off x="506730" y="383560"/>
              <a:ext cx="70942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求解线性递推</a:t>
              </a:r>
            </a:p>
          </p:txBody>
        </p:sp>
      </p:grp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E5B60183-BC48-4A9B-803F-FE5CBF31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19</a:t>
            </a:fld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E8F5634-19D8-2D44-BA80-7FA53C9CA1C9}"/>
              </a:ext>
            </a:extLst>
          </p:cNvPr>
          <p:cNvSpPr/>
          <p:nvPr/>
        </p:nvSpPr>
        <p:spPr>
          <a:xfrm>
            <a:off x="0" y="0"/>
            <a:ext cx="9144000" cy="243840"/>
          </a:xfrm>
          <a:prstGeom prst="rect">
            <a:avLst/>
          </a:prstGeom>
          <a:solidFill>
            <a:srgbClr val="F040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课程脉络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矩阵乘法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求解线性递推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矩阵快速幂优化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例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D08743A8-E5A7-BF41-B01F-12F3165E5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16" y="981075"/>
            <a:ext cx="8208168" cy="4895850"/>
          </a:xfrm>
        </p:spPr>
        <p:txBody>
          <a:bodyPr/>
          <a:lstStyle/>
          <a:p>
            <a:pPr defTabSz="45720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lang="zh-CN" altLang="en-US" sz="2000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斐波那契数列</a:t>
            </a:r>
          </a:p>
          <a:p>
            <a:pPr defTabSz="45720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lang="zh-CN" altLang="en-US" sz="2000" spc="1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0" indent="0" defTabSz="45720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lang="en-US" altLang="zh-CN" sz="2000" spc="1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defTabSz="45720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lang="zh-CN" altLang="en-US" sz="2000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矩阵快速幂                                                                             </a:t>
            </a:r>
            <a:endParaRPr lang="en-US" altLang="zh-CN" sz="2000" spc="1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12" name="Content Placeholder 4">
            <a:hlinkClick r:id="" action="ppaction://ole?verb=0"/>
            <a:extLst>
              <a:ext uri="{FF2B5EF4-FFF2-40B4-BE49-F238E27FC236}">
                <a16:creationId xmlns:a16="http://schemas.microsoft.com/office/drawing/2014/main" id="{F43C8A3C-7075-BD4E-BD63-DD92C555E9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8435136"/>
              </p:ext>
            </p:extLst>
          </p:nvPr>
        </p:nvGraphicFramePr>
        <p:xfrm>
          <a:off x="1679023" y="1409066"/>
          <a:ext cx="5331460" cy="10490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324100" imgH="457200" progId="Equation.KSEE3">
                  <p:embed/>
                </p:oleObj>
              </mc:Choice>
              <mc:Fallback>
                <p:oleObj r:id="rId2" imgW="2324100" imgH="457200" progId="Equation.KSEE3">
                  <p:embed/>
                  <p:pic>
                    <p:nvPicPr>
                      <p:cNvPr id="12" name="Content Placeholder 4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F43C8A3C-7075-BD4E-BD63-DD92C555E9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79023" y="1409066"/>
                        <a:ext cx="5331460" cy="10490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5">
            <a:hlinkClick r:id="" action="ppaction://ole?verb=0"/>
            <a:extLst>
              <a:ext uri="{FF2B5EF4-FFF2-40B4-BE49-F238E27FC236}">
                <a16:creationId xmlns:a16="http://schemas.microsoft.com/office/drawing/2014/main" id="{11788152-4B94-6A4A-AC1A-92E5C37802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3505382"/>
              </p:ext>
            </p:extLst>
          </p:nvPr>
        </p:nvGraphicFramePr>
        <p:xfrm>
          <a:off x="1855000" y="3161994"/>
          <a:ext cx="5434000" cy="32767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286000" imgH="1498600" progId="Equation.KSEE3">
                  <p:embed/>
                </p:oleObj>
              </mc:Choice>
              <mc:Fallback>
                <p:oleObj r:id="rId4" imgW="2286000" imgH="1498600" progId="Equation.KSEE3">
                  <p:embed/>
                  <p:pic>
                    <p:nvPicPr>
                      <p:cNvPr id="13" name="Object 5">
                        <a:hlinkClick r:id="" action="ppaction://ole?verb=0"/>
                        <a:extLst>
                          <a:ext uri="{FF2B5EF4-FFF2-40B4-BE49-F238E27FC236}">
                            <a16:creationId xmlns:a16="http://schemas.microsoft.com/office/drawing/2014/main" id="{11788152-4B94-6A4A-AC1A-92E5C37802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55000" y="3161994"/>
                        <a:ext cx="5434000" cy="32767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012357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AAB6BC10-45DD-4477-83AF-883480AFB742}"/>
              </a:ext>
            </a:extLst>
          </p:cNvPr>
          <p:cNvGrpSpPr/>
          <p:nvPr/>
        </p:nvGrpSpPr>
        <p:grpSpPr>
          <a:xfrm>
            <a:off x="182880" y="406420"/>
            <a:ext cx="7410450" cy="523220"/>
            <a:chOff x="190500" y="383560"/>
            <a:chExt cx="7410450" cy="523220"/>
          </a:xfrm>
        </p:grpSpPr>
        <p:sp>
          <p:nvSpPr>
            <p:cNvPr id="36" name="平行四边形 35">
              <a:extLst>
                <a:ext uri="{FF2B5EF4-FFF2-40B4-BE49-F238E27FC236}">
                  <a16:creationId xmlns:a16="http://schemas.microsoft.com/office/drawing/2014/main" id="{F40A7694-6484-44E1-99C7-EDE95D900592}"/>
                </a:ext>
              </a:extLst>
            </p:cNvPr>
            <p:cNvSpPr/>
            <p:nvPr/>
          </p:nvSpPr>
          <p:spPr>
            <a:xfrm>
              <a:off x="190500" y="533400"/>
              <a:ext cx="845820" cy="373380"/>
            </a:xfrm>
            <a:prstGeom prst="parallelogram">
              <a:avLst/>
            </a:prstGeom>
            <a:solidFill>
              <a:srgbClr val="F04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FDB29133-41AD-4B3B-906E-5DEE9B7FE047}"/>
                </a:ext>
              </a:extLst>
            </p:cNvPr>
            <p:cNvSpPr txBox="1"/>
            <p:nvPr/>
          </p:nvSpPr>
          <p:spPr>
            <a:xfrm>
              <a:off x="506730" y="383560"/>
              <a:ext cx="70942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求解线性递推</a:t>
              </a:r>
            </a:p>
          </p:txBody>
        </p:sp>
      </p:grp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E5B60183-BC48-4A9B-803F-FE5CBF31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20</a:t>
            </a:fld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E8F5634-19D8-2D44-BA80-7FA53C9CA1C9}"/>
              </a:ext>
            </a:extLst>
          </p:cNvPr>
          <p:cNvSpPr/>
          <p:nvPr/>
        </p:nvSpPr>
        <p:spPr>
          <a:xfrm>
            <a:off x="0" y="0"/>
            <a:ext cx="9144000" cy="243840"/>
          </a:xfrm>
          <a:prstGeom prst="rect">
            <a:avLst/>
          </a:prstGeom>
          <a:solidFill>
            <a:srgbClr val="F040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课程脉络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矩阵乘法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求解线性递推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矩阵快速幂优化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例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内容占位符 2">
                <a:extLst>
                  <a:ext uri="{FF2B5EF4-FFF2-40B4-BE49-F238E27FC236}">
                    <a16:creationId xmlns:a16="http://schemas.microsoft.com/office/drawing/2014/main" id="{FB77868F-4C6C-0242-A852-BFB78534E70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4898" y="1242060"/>
                <a:ext cx="8474203" cy="4895850"/>
              </a:xfrm>
            </p:spPr>
            <p:txBody>
              <a:bodyPr>
                <a:normAutofit/>
              </a:bodyPr>
              <a:lstStyle/>
              <a:p>
                <a:pPr defTabSz="45720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sz="20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如下式子应该如何求解？</a:t>
                </a:r>
                <a:endParaRPr lang="en-US" altLang="zh-CN" sz="2000" spc="15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lvl="1" defTabSz="45720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14:m>
                  <m:oMath xmlns:m="http://schemas.openxmlformats.org/officeDocument/2006/math">
                    <m:r>
                      <a:rPr lang="en-US" altLang="zh-CN" sz="2000" i="1" spc="15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sz="2000" i="1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i="1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𝑛</m:t>
                        </m:r>
                      </m:e>
                    </m:d>
                    <m:r>
                      <a:rPr lang="en-US" altLang="zh-CN" sz="2000" i="1" spc="15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r>
                      <a:rPr lang="en-US" altLang="zh-CN" sz="2000" b="0" i="1" spc="15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2</m:t>
                    </m:r>
                    <m:r>
                      <a:rPr lang="en-US" altLang="zh-CN" sz="2000" i="1" spc="15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∗</m:t>
                    </m:r>
                    <m:r>
                      <a:rPr lang="en-US" altLang="zh-CN" sz="2000" i="1" spc="15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sz="2000" i="1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i="1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𝑛</m:t>
                        </m:r>
                        <m:r>
                          <a:rPr lang="en-US" altLang="zh-CN" sz="2000" i="1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−1</m:t>
                        </m:r>
                      </m:e>
                    </m:d>
                    <m:r>
                      <a:rPr lang="en-US" altLang="zh-CN" sz="2000" i="1" spc="15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+</m:t>
                    </m:r>
                    <m:r>
                      <a:rPr lang="en-US" altLang="zh-CN" sz="2000" b="0" i="1" spc="15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4</m:t>
                    </m:r>
                    <m:r>
                      <a:rPr lang="en-US" altLang="zh-CN" sz="2000" i="1" spc="15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∗</m:t>
                    </m:r>
                    <m:r>
                      <a:rPr lang="en-US" altLang="zh-CN" sz="2000" i="1" spc="15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sz="2000" i="1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i="1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𝑛</m:t>
                        </m:r>
                        <m:r>
                          <a:rPr lang="en-US" altLang="zh-CN" sz="2000" i="1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−2</m:t>
                        </m:r>
                      </m:e>
                    </m:d>
                    <m:r>
                      <a:rPr lang="en-US" altLang="zh-CN" sz="2000" i="1" spc="15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+</m:t>
                    </m:r>
                    <m:r>
                      <a:rPr lang="en-US" altLang="zh-CN" sz="2000" b="0" i="1" spc="15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3</m:t>
                    </m:r>
                    <m:r>
                      <a:rPr lang="en-US" altLang="zh-CN" sz="2000" i="1" spc="15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∗</m:t>
                    </m:r>
                    <m:r>
                      <a:rPr lang="en-US" altLang="zh-CN" sz="2000" i="1" spc="15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sz="2000" i="1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i="1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𝑛</m:t>
                        </m:r>
                        <m:r>
                          <a:rPr lang="en-US" altLang="zh-CN" sz="2000" i="1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−3</m:t>
                        </m:r>
                      </m:e>
                    </m:d>
                    <m:r>
                      <a:rPr lang="en-US" altLang="zh-CN" sz="2000" i="1" spc="15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+</m:t>
                    </m:r>
                    <m:r>
                      <a:rPr lang="en-US" altLang="zh-CN" sz="2000" b="0" i="1" spc="15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5</m:t>
                    </m:r>
                  </m:oMath>
                </a14:m>
                <a:endParaRPr lang="en-US" altLang="zh-CN" sz="2000" spc="15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defTabSz="45720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lang="en-US" altLang="zh-CN" sz="2000" spc="15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defTabSz="45720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sz="20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更一般的情况，又该如何求解？</a:t>
                </a:r>
                <a:endParaRPr lang="en-US" altLang="zh-CN" sz="2000" spc="15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lvl="1" defTabSz="45720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14:m>
                  <m:oMath xmlns:m="http://schemas.openxmlformats.org/officeDocument/2006/math">
                    <m:r>
                      <a:rPr lang="en-US" altLang="zh-CN" sz="2000" b="0" i="1" spc="15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sz="2000" b="0" i="1" spc="15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b="0" i="1" spc="15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𝑛</m:t>
                        </m:r>
                      </m:e>
                    </m:d>
                    <m:r>
                      <a:rPr lang="en-US" altLang="zh-CN" sz="2000" b="0" i="1" spc="15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=</m:t>
                    </m:r>
                    <m:sSub>
                      <m:sSubPr>
                        <m:ctrlPr>
                          <a:rPr lang="en-US" altLang="zh-CN" sz="2000" b="0" i="1" spc="15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pc="15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000" b="0" i="1" spc="15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1</m:t>
                        </m:r>
                      </m:sub>
                    </m:sSub>
                    <m:r>
                      <a:rPr lang="en-US" altLang="zh-CN" sz="2000" b="0" i="1" spc="15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∗</m:t>
                    </m:r>
                    <m:r>
                      <a:rPr lang="en-US" altLang="zh-CN" sz="2000" b="0" i="1" spc="15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sz="2000" b="0" i="1" spc="15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b="0" i="1" spc="15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𝑛</m:t>
                        </m:r>
                        <m:r>
                          <a:rPr lang="en-US" altLang="zh-CN" sz="2000" b="0" i="1" spc="15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−1</m:t>
                        </m:r>
                      </m:e>
                    </m:d>
                    <m:r>
                      <a:rPr lang="en-US" altLang="zh-CN" sz="2000" b="0" i="1" spc="15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+</m:t>
                    </m:r>
                    <m:sSub>
                      <m:sSubPr>
                        <m:ctrlPr>
                          <a:rPr lang="en-US" altLang="zh-CN" sz="2000" b="0" i="1" spc="15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pc="15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000" b="0" i="1" spc="15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2</m:t>
                        </m:r>
                      </m:sub>
                    </m:sSub>
                    <m:r>
                      <a:rPr lang="en-US" altLang="zh-CN" sz="2000" b="0" i="1" spc="15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∗</m:t>
                    </m:r>
                    <m:r>
                      <a:rPr lang="en-US" altLang="zh-CN" sz="2000" b="0" i="1" spc="15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sz="2000" b="0" i="1" spc="15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b="0" i="1" spc="15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𝑛</m:t>
                        </m:r>
                        <m:r>
                          <a:rPr lang="en-US" altLang="zh-CN" sz="2000" b="0" i="1" spc="15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−2</m:t>
                        </m:r>
                      </m:e>
                    </m:d>
                    <m:r>
                      <a:rPr lang="en-US" altLang="zh-CN" sz="2000" b="0" i="1" spc="15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+…+</m:t>
                    </m:r>
                    <m:sSub>
                      <m:sSubPr>
                        <m:ctrlPr>
                          <a:rPr lang="en-US" altLang="zh-CN" sz="2000" b="0" i="1" spc="15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sSubPr>
                      <m:e>
                        <m:r>
                          <a:rPr lang="en-US" altLang="zh-CN" sz="2000" b="0" i="1" spc="15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000" b="0" i="1" spc="15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𝑘</m:t>
                        </m:r>
                      </m:sub>
                    </m:sSub>
                    <m:r>
                      <a:rPr lang="en-US" altLang="zh-CN" sz="2000" b="0" i="1" spc="15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∗</m:t>
                    </m:r>
                    <m:r>
                      <a:rPr lang="en-US" altLang="zh-CN" sz="2000" b="0" i="1" spc="15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𝑓</m:t>
                    </m:r>
                    <m:d>
                      <m:dPr>
                        <m:ctrlPr>
                          <a:rPr lang="en-US" altLang="zh-CN" sz="2000" b="0" i="1" spc="15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</m:ctrlPr>
                      </m:dPr>
                      <m:e>
                        <m:r>
                          <a:rPr lang="en-US" altLang="zh-CN" sz="2000" b="0" i="1" spc="15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𝑛</m:t>
                        </m:r>
                        <m:r>
                          <a:rPr lang="en-US" altLang="zh-CN" sz="2000" b="0" i="1" spc="15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−</m:t>
                        </m:r>
                        <m:r>
                          <a:rPr lang="en-US" altLang="zh-CN" sz="2000" b="0" i="1" spc="15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</a:rPr>
                          <m:t>𝑘</m:t>
                        </m:r>
                      </m:e>
                    </m:d>
                    <m:r>
                      <a:rPr lang="en-US" altLang="zh-CN" sz="2000" b="0" i="1" spc="15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+</m:t>
                    </m:r>
                    <m:r>
                      <a:rPr lang="en-US" altLang="zh-CN" sz="2000" b="0" i="1" spc="150" smtClean="0">
                        <a:latin typeface="Cambria Math" panose="02040503050406030204" pitchFamily="18" charset="0"/>
                        <a:ea typeface="Microsoft YaHei" panose="020B0503020204020204" pitchFamily="34" charset="-122"/>
                      </a:rPr>
                      <m:t>𝑏</m:t>
                    </m:r>
                  </m:oMath>
                </a14:m>
                <a:endParaRPr lang="en-US" altLang="zh-CN" sz="2000" spc="15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marL="0" indent="0" defTabSz="45720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None/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lang="en-US" altLang="zh-CN" sz="2000" spc="15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defTabSz="45720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sz="20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关键在于如何构造转移矩阵！</a:t>
                </a:r>
                <a:endParaRPr lang="en-US" altLang="zh-CN" sz="2000" spc="15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16" name="内容占位符 2">
                <a:extLst>
                  <a:ext uri="{FF2B5EF4-FFF2-40B4-BE49-F238E27FC236}">
                    <a16:creationId xmlns:a16="http://schemas.microsoft.com/office/drawing/2014/main" id="{FB77868F-4C6C-0242-A852-BFB78534E7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4898" y="1242060"/>
                <a:ext cx="8474203" cy="4895850"/>
              </a:xfrm>
              <a:blipFill>
                <a:blip r:embed="rId2"/>
                <a:stretch>
                  <a:fillRect l="-4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0680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占位符 4">
            <a:extLst>
              <a:ext uri="{FF2B5EF4-FFF2-40B4-BE49-F238E27FC236}">
                <a16:creationId xmlns:a16="http://schemas.microsoft.com/office/drawing/2014/main" id="{2782219E-605B-4A0D-8F55-E46229BF59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30" t="21731" r="3927" b="218"/>
          <a:stretch/>
        </p:blipFill>
        <p:spPr>
          <a:xfrm>
            <a:off x="-79021" y="0"/>
            <a:ext cx="9223021" cy="4161392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461007BA-07C3-4DD8-8798-7D3173F7E471}"/>
              </a:ext>
            </a:extLst>
          </p:cNvPr>
          <p:cNvGrpSpPr/>
          <p:nvPr/>
        </p:nvGrpSpPr>
        <p:grpSpPr>
          <a:xfrm>
            <a:off x="802881" y="3220887"/>
            <a:ext cx="7648586" cy="2501388"/>
            <a:chOff x="1200150" y="3107981"/>
            <a:chExt cx="9791700" cy="328917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3F9A6B05-7ED5-4F7C-AA64-18A3F997F137}"/>
                </a:ext>
              </a:extLst>
            </p:cNvPr>
            <p:cNvSpPr/>
            <p:nvPr/>
          </p:nvSpPr>
          <p:spPr>
            <a:xfrm>
              <a:off x="1664486" y="3107981"/>
              <a:ext cx="8945408" cy="3174172"/>
            </a:xfrm>
            <a:prstGeom prst="roundRect">
              <a:avLst>
                <a:gd name="adj" fmla="val 3205"/>
              </a:avLst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C09A6EA4-4FF5-4E8E-AB8F-7349BE02CD5E}"/>
                </a:ext>
              </a:extLst>
            </p:cNvPr>
            <p:cNvSpPr/>
            <p:nvPr/>
          </p:nvSpPr>
          <p:spPr>
            <a:xfrm>
              <a:off x="1463942" y="3222979"/>
              <a:ext cx="9346497" cy="3174172"/>
            </a:xfrm>
            <a:prstGeom prst="roundRect">
              <a:avLst>
                <a:gd name="adj" fmla="val 3205"/>
              </a:avLst>
            </a:prstGeom>
            <a:solidFill>
              <a:schemeClr val="bg1">
                <a:alpha val="9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BA5C651A-F6BF-4D75-A3D1-DDEB8CCADD03}"/>
                </a:ext>
              </a:extLst>
            </p:cNvPr>
            <p:cNvSpPr/>
            <p:nvPr/>
          </p:nvSpPr>
          <p:spPr>
            <a:xfrm>
              <a:off x="1200150" y="3365257"/>
              <a:ext cx="9791700" cy="2757614"/>
            </a:xfrm>
            <a:prstGeom prst="roundRect">
              <a:avLst>
                <a:gd name="adj" fmla="val 3205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F8F8F8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0" tIns="72000" rIns="540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457167">
                <a:lnSpc>
                  <a:spcPct val="120000"/>
                </a:lnSpc>
              </a:pPr>
              <a:endParaRPr lang="zh-CN" altLang="en-US" sz="24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9" name="标题 74">
            <a:extLst>
              <a:ext uri="{FF2B5EF4-FFF2-40B4-BE49-F238E27FC236}">
                <a16:creationId xmlns:a16="http://schemas.microsoft.com/office/drawing/2014/main" id="{FE4E37FF-6DE5-4CC8-8FB8-6127CB98D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8169" y="4161391"/>
            <a:ext cx="3044051" cy="670536"/>
          </a:xfrm>
        </p:spPr>
        <p:txBody>
          <a:bodyPr>
            <a:normAutofit fontScale="90000"/>
          </a:bodyPr>
          <a:lstStyle/>
          <a:p>
            <a:pPr algn="dist"/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自然数幂和</a:t>
            </a:r>
            <a:b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Sum</a:t>
            </a:r>
            <a:r>
              <a:rPr lang="zh-CN" alt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of</a:t>
            </a:r>
            <a:r>
              <a:rPr lang="zh-CN" alt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the</a:t>
            </a:r>
            <a:r>
              <a:rPr lang="zh-CN" alt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power </a:t>
            </a:r>
            <a:endParaRPr lang="zh-CN" altLang="en-US" sz="36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图表 9">
            <a:extLst>
              <a:ext uri="{FF2B5EF4-FFF2-40B4-BE49-F238E27FC236}">
                <a16:creationId xmlns:a16="http://schemas.microsoft.com/office/drawing/2014/main" id="{C2A16DD7-7E56-46E8-99BC-6C95E446C457}"/>
              </a:ext>
            </a:extLst>
          </p:cNvPr>
          <p:cNvGraphicFramePr/>
          <p:nvPr/>
        </p:nvGraphicFramePr>
        <p:xfrm>
          <a:off x="1381564" y="3754945"/>
          <a:ext cx="2179863" cy="1272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12" name="ba3e13bc-cc22-40db-8abb-361298693e2c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4872306A-C0C4-4EAA-A0CE-7D3D08B3D35A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7823002" y="73858"/>
            <a:ext cx="1228130" cy="313031"/>
            <a:chOff x="2866708" y="2481344"/>
            <a:chExt cx="6458593" cy="1879440"/>
          </a:xfrm>
          <a:solidFill>
            <a:schemeClr val="bg1"/>
          </a:solidFill>
        </p:grpSpPr>
        <p:grpSp>
          <p:nvGrpSpPr>
            <p:cNvPr id="16" name="ïSļïdè">
              <a:extLst>
                <a:ext uri="{FF2B5EF4-FFF2-40B4-BE49-F238E27FC236}">
                  <a16:creationId xmlns:a16="http://schemas.microsoft.com/office/drawing/2014/main" id="{FDADEC7D-9C4A-4753-B76D-1E0C37349221}"/>
                </a:ext>
              </a:extLst>
            </p:cNvPr>
            <p:cNvGrpSpPr/>
            <p:nvPr/>
          </p:nvGrpSpPr>
          <p:grpSpPr>
            <a:xfrm>
              <a:off x="2866708" y="2604783"/>
              <a:ext cx="1724148" cy="1756001"/>
              <a:chOff x="4810125" y="3095626"/>
              <a:chExt cx="687388" cy="700088"/>
            </a:xfrm>
            <a:grpFill/>
          </p:grpSpPr>
          <p:sp>
            <p:nvSpPr>
              <p:cNvPr id="46" name="íşḷidê">
                <a:extLst>
                  <a:ext uri="{FF2B5EF4-FFF2-40B4-BE49-F238E27FC236}">
                    <a16:creationId xmlns:a16="http://schemas.microsoft.com/office/drawing/2014/main" id="{D98EF6A1-CCEA-404A-AA7F-81F96F9A12C2}"/>
                  </a:ext>
                </a:extLst>
              </p:cNvPr>
              <p:cNvSpPr/>
              <p:nvPr/>
            </p:nvSpPr>
            <p:spPr bwMode="auto">
              <a:xfrm>
                <a:off x="4810125" y="3095626"/>
                <a:ext cx="687388" cy="700088"/>
              </a:xfrm>
              <a:custGeom>
                <a:avLst/>
                <a:gdLst>
                  <a:gd name="T0" fmla="*/ 104 w 208"/>
                  <a:gd name="T1" fmla="*/ 207 h 210"/>
                  <a:gd name="T2" fmla="*/ 4 w 208"/>
                  <a:gd name="T3" fmla="*/ 105 h 210"/>
                  <a:gd name="T4" fmla="*/ 104 w 208"/>
                  <a:gd name="T5" fmla="*/ 4 h 210"/>
                  <a:gd name="T6" fmla="*/ 204 w 208"/>
                  <a:gd name="T7" fmla="*/ 105 h 210"/>
                  <a:gd name="T8" fmla="*/ 104 w 208"/>
                  <a:gd name="T9" fmla="*/ 207 h 210"/>
                  <a:gd name="T10" fmla="*/ 104 w 208"/>
                  <a:gd name="T11" fmla="*/ 0 h 210"/>
                  <a:gd name="T12" fmla="*/ 0 w 208"/>
                  <a:gd name="T13" fmla="*/ 105 h 210"/>
                  <a:gd name="T14" fmla="*/ 104 w 208"/>
                  <a:gd name="T15" fmla="*/ 210 h 210"/>
                  <a:gd name="T16" fmla="*/ 208 w 208"/>
                  <a:gd name="T17" fmla="*/ 105 h 210"/>
                  <a:gd name="T18" fmla="*/ 104 w 208"/>
                  <a:gd name="T19" fmla="*/ 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8" h="210">
                    <a:moveTo>
                      <a:pt x="104" y="207"/>
                    </a:moveTo>
                    <a:cubicBezTo>
                      <a:pt x="49" y="207"/>
                      <a:pt x="4" y="161"/>
                      <a:pt x="4" y="105"/>
                    </a:cubicBezTo>
                    <a:cubicBezTo>
                      <a:pt x="4" y="49"/>
                      <a:pt x="49" y="4"/>
                      <a:pt x="104" y="4"/>
                    </a:cubicBezTo>
                    <a:cubicBezTo>
                      <a:pt x="159" y="4"/>
                      <a:pt x="204" y="49"/>
                      <a:pt x="204" y="105"/>
                    </a:cubicBezTo>
                    <a:cubicBezTo>
                      <a:pt x="204" y="161"/>
                      <a:pt x="159" y="207"/>
                      <a:pt x="104" y="207"/>
                    </a:cubicBezTo>
                    <a:close/>
                    <a:moveTo>
                      <a:pt x="104" y="0"/>
                    </a:moveTo>
                    <a:cubicBezTo>
                      <a:pt x="47" y="0"/>
                      <a:pt x="0" y="47"/>
                      <a:pt x="0" y="105"/>
                    </a:cubicBezTo>
                    <a:cubicBezTo>
                      <a:pt x="0" y="163"/>
                      <a:pt x="47" y="210"/>
                      <a:pt x="104" y="210"/>
                    </a:cubicBezTo>
                    <a:cubicBezTo>
                      <a:pt x="161" y="210"/>
                      <a:pt x="208" y="163"/>
                      <a:pt x="208" y="105"/>
                    </a:cubicBezTo>
                    <a:cubicBezTo>
                      <a:pt x="208" y="47"/>
                      <a:pt x="161" y="0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íSľïdé">
                <a:extLst>
                  <a:ext uri="{FF2B5EF4-FFF2-40B4-BE49-F238E27FC236}">
                    <a16:creationId xmlns:a16="http://schemas.microsoft.com/office/drawing/2014/main" id="{F254EC13-E0AC-4092-BAFE-B9D379CB19EC}"/>
                  </a:ext>
                </a:extLst>
              </p:cNvPr>
              <p:cNvSpPr/>
              <p:nvPr/>
            </p:nvSpPr>
            <p:spPr bwMode="auto">
              <a:xfrm>
                <a:off x="5384800" y="3559176"/>
                <a:ext cx="46038" cy="30163"/>
              </a:xfrm>
              <a:custGeom>
                <a:avLst/>
                <a:gdLst>
                  <a:gd name="T0" fmla="*/ 29 w 29"/>
                  <a:gd name="T1" fmla="*/ 13 h 19"/>
                  <a:gd name="T2" fmla="*/ 27 w 29"/>
                  <a:gd name="T3" fmla="*/ 19 h 19"/>
                  <a:gd name="T4" fmla="*/ 0 w 29"/>
                  <a:gd name="T5" fmla="*/ 6 h 19"/>
                  <a:gd name="T6" fmla="*/ 4 w 29"/>
                  <a:gd name="T7" fmla="*/ 0 h 19"/>
                  <a:gd name="T8" fmla="*/ 29 w 29"/>
                  <a:gd name="T9" fmla="*/ 13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19">
                    <a:moveTo>
                      <a:pt x="29" y="13"/>
                    </a:moveTo>
                    <a:lnTo>
                      <a:pt x="27" y="19"/>
                    </a:lnTo>
                    <a:lnTo>
                      <a:pt x="0" y="6"/>
                    </a:lnTo>
                    <a:lnTo>
                      <a:pt x="4" y="0"/>
                    </a:lnTo>
                    <a:lnTo>
                      <a:pt x="29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ïslíḋê">
                <a:extLst>
                  <a:ext uri="{FF2B5EF4-FFF2-40B4-BE49-F238E27FC236}">
                    <a16:creationId xmlns:a16="http://schemas.microsoft.com/office/drawing/2014/main" id="{CD9A8FD7-138F-4F51-8F50-1A7F398595E5}"/>
                  </a:ext>
                </a:extLst>
              </p:cNvPr>
              <p:cNvSpPr/>
              <p:nvPr/>
            </p:nvSpPr>
            <p:spPr bwMode="auto">
              <a:xfrm>
                <a:off x="5405438" y="3479801"/>
                <a:ext cx="49213" cy="42863"/>
              </a:xfrm>
              <a:custGeom>
                <a:avLst/>
                <a:gdLst>
                  <a:gd name="T0" fmla="*/ 31 w 31"/>
                  <a:gd name="T1" fmla="*/ 14 h 27"/>
                  <a:gd name="T2" fmla="*/ 29 w 31"/>
                  <a:gd name="T3" fmla="*/ 21 h 27"/>
                  <a:gd name="T4" fmla="*/ 19 w 31"/>
                  <a:gd name="T5" fmla="*/ 18 h 27"/>
                  <a:gd name="T6" fmla="*/ 0 w 31"/>
                  <a:gd name="T7" fmla="*/ 27 h 27"/>
                  <a:gd name="T8" fmla="*/ 2 w 31"/>
                  <a:gd name="T9" fmla="*/ 18 h 27"/>
                  <a:gd name="T10" fmla="*/ 14 w 31"/>
                  <a:gd name="T11" fmla="*/ 14 h 27"/>
                  <a:gd name="T12" fmla="*/ 4 w 31"/>
                  <a:gd name="T13" fmla="*/ 6 h 27"/>
                  <a:gd name="T14" fmla="*/ 4 w 31"/>
                  <a:gd name="T15" fmla="*/ 0 h 27"/>
                  <a:gd name="T16" fmla="*/ 19 w 31"/>
                  <a:gd name="T17" fmla="*/ 12 h 27"/>
                  <a:gd name="T18" fmla="*/ 31 w 31"/>
                  <a:gd name="T19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" h="27">
                    <a:moveTo>
                      <a:pt x="31" y="14"/>
                    </a:moveTo>
                    <a:lnTo>
                      <a:pt x="29" y="21"/>
                    </a:lnTo>
                    <a:lnTo>
                      <a:pt x="19" y="18"/>
                    </a:lnTo>
                    <a:lnTo>
                      <a:pt x="0" y="27"/>
                    </a:lnTo>
                    <a:lnTo>
                      <a:pt x="2" y="18"/>
                    </a:lnTo>
                    <a:lnTo>
                      <a:pt x="14" y="14"/>
                    </a:lnTo>
                    <a:lnTo>
                      <a:pt x="4" y="6"/>
                    </a:lnTo>
                    <a:lnTo>
                      <a:pt x="4" y="0"/>
                    </a:lnTo>
                    <a:lnTo>
                      <a:pt x="19" y="12"/>
                    </a:lnTo>
                    <a:lnTo>
                      <a:pt x="31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işļïḍè">
                <a:extLst>
                  <a:ext uri="{FF2B5EF4-FFF2-40B4-BE49-F238E27FC236}">
                    <a16:creationId xmlns:a16="http://schemas.microsoft.com/office/drawing/2014/main" id="{4830FFCB-3E89-4192-8203-0AAB5A627595}"/>
                  </a:ext>
                </a:extLst>
              </p:cNvPr>
              <p:cNvSpPr/>
              <p:nvPr/>
            </p:nvSpPr>
            <p:spPr bwMode="auto">
              <a:xfrm>
                <a:off x="5391150" y="3522663"/>
                <a:ext cx="50800" cy="36513"/>
              </a:xfrm>
              <a:custGeom>
                <a:avLst/>
                <a:gdLst>
                  <a:gd name="T0" fmla="*/ 32 w 32"/>
                  <a:gd name="T1" fmla="*/ 17 h 23"/>
                  <a:gd name="T2" fmla="*/ 32 w 32"/>
                  <a:gd name="T3" fmla="*/ 23 h 23"/>
                  <a:gd name="T4" fmla="*/ 9 w 32"/>
                  <a:gd name="T5" fmla="*/ 15 h 23"/>
                  <a:gd name="T6" fmla="*/ 7 w 32"/>
                  <a:gd name="T7" fmla="*/ 23 h 23"/>
                  <a:gd name="T8" fmla="*/ 0 w 32"/>
                  <a:gd name="T9" fmla="*/ 21 h 23"/>
                  <a:gd name="T10" fmla="*/ 9 w 32"/>
                  <a:gd name="T11" fmla="*/ 0 h 23"/>
                  <a:gd name="T12" fmla="*/ 13 w 32"/>
                  <a:gd name="T13" fmla="*/ 2 h 23"/>
                  <a:gd name="T14" fmla="*/ 11 w 32"/>
                  <a:gd name="T15" fmla="*/ 8 h 23"/>
                  <a:gd name="T16" fmla="*/ 32 w 32"/>
                  <a:gd name="T17" fmla="*/ 17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" h="23">
                    <a:moveTo>
                      <a:pt x="32" y="17"/>
                    </a:moveTo>
                    <a:lnTo>
                      <a:pt x="32" y="23"/>
                    </a:lnTo>
                    <a:lnTo>
                      <a:pt x="9" y="15"/>
                    </a:lnTo>
                    <a:lnTo>
                      <a:pt x="7" y="23"/>
                    </a:lnTo>
                    <a:lnTo>
                      <a:pt x="0" y="21"/>
                    </a:lnTo>
                    <a:lnTo>
                      <a:pt x="9" y="0"/>
                    </a:lnTo>
                    <a:lnTo>
                      <a:pt x="13" y="2"/>
                    </a:lnTo>
                    <a:lnTo>
                      <a:pt x="11" y="8"/>
                    </a:lnTo>
                    <a:lnTo>
                      <a:pt x="32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0" name="í$ļîḓé">
                <a:extLst>
                  <a:ext uri="{FF2B5EF4-FFF2-40B4-BE49-F238E27FC236}">
                    <a16:creationId xmlns:a16="http://schemas.microsoft.com/office/drawing/2014/main" id="{EF860E45-7BB8-4BAE-8E76-FF26B80DC424}"/>
                  </a:ext>
                </a:extLst>
              </p:cNvPr>
              <p:cNvSpPr/>
              <p:nvPr/>
            </p:nvSpPr>
            <p:spPr bwMode="auto">
              <a:xfrm>
                <a:off x="5368925" y="3579813"/>
                <a:ext cx="46038" cy="46038"/>
              </a:xfrm>
              <a:custGeom>
                <a:avLst/>
                <a:gdLst>
                  <a:gd name="T0" fmla="*/ 0 w 14"/>
                  <a:gd name="T1" fmla="*/ 6 h 14"/>
                  <a:gd name="T2" fmla="*/ 1 w 14"/>
                  <a:gd name="T3" fmla="*/ 3 h 14"/>
                  <a:gd name="T4" fmla="*/ 4 w 14"/>
                  <a:gd name="T5" fmla="*/ 1 h 14"/>
                  <a:gd name="T6" fmla="*/ 8 w 14"/>
                  <a:gd name="T7" fmla="*/ 1 h 14"/>
                  <a:gd name="T8" fmla="*/ 6 w 14"/>
                  <a:gd name="T9" fmla="*/ 4 h 14"/>
                  <a:gd name="T10" fmla="*/ 5 w 14"/>
                  <a:gd name="T11" fmla="*/ 3 h 14"/>
                  <a:gd name="T12" fmla="*/ 3 w 14"/>
                  <a:gd name="T13" fmla="*/ 5 h 14"/>
                  <a:gd name="T14" fmla="*/ 3 w 14"/>
                  <a:gd name="T15" fmla="*/ 6 h 14"/>
                  <a:gd name="T16" fmla="*/ 3 w 14"/>
                  <a:gd name="T17" fmla="*/ 7 h 14"/>
                  <a:gd name="T18" fmla="*/ 4 w 14"/>
                  <a:gd name="T19" fmla="*/ 7 h 14"/>
                  <a:gd name="T20" fmla="*/ 6 w 14"/>
                  <a:gd name="T21" fmla="*/ 6 h 14"/>
                  <a:gd name="T22" fmla="*/ 9 w 14"/>
                  <a:gd name="T23" fmla="*/ 4 h 14"/>
                  <a:gd name="T24" fmla="*/ 11 w 14"/>
                  <a:gd name="T25" fmla="*/ 3 h 14"/>
                  <a:gd name="T26" fmla="*/ 13 w 14"/>
                  <a:gd name="T27" fmla="*/ 4 h 14"/>
                  <a:gd name="T28" fmla="*/ 14 w 14"/>
                  <a:gd name="T29" fmla="*/ 6 h 14"/>
                  <a:gd name="T30" fmla="*/ 14 w 14"/>
                  <a:gd name="T31" fmla="*/ 8 h 14"/>
                  <a:gd name="T32" fmla="*/ 13 w 14"/>
                  <a:gd name="T33" fmla="*/ 11 h 14"/>
                  <a:gd name="T34" fmla="*/ 10 w 14"/>
                  <a:gd name="T35" fmla="*/ 14 h 14"/>
                  <a:gd name="T36" fmla="*/ 6 w 14"/>
                  <a:gd name="T37" fmla="*/ 13 h 14"/>
                  <a:gd name="T38" fmla="*/ 7 w 14"/>
                  <a:gd name="T39" fmla="*/ 11 h 14"/>
                  <a:gd name="T40" fmla="*/ 10 w 14"/>
                  <a:gd name="T41" fmla="*/ 11 h 14"/>
                  <a:gd name="T42" fmla="*/ 11 w 14"/>
                  <a:gd name="T43" fmla="*/ 10 h 14"/>
                  <a:gd name="T44" fmla="*/ 12 w 14"/>
                  <a:gd name="T45" fmla="*/ 8 h 14"/>
                  <a:gd name="T46" fmla="*/ 11 w 14"/>
                  <a:gd name="T47" fmla="*/ 6 h 14"/>
                  <a:gd name="T48" fmla="*/ 10 w 14"/>
                  <a:gd name="T49" fmla="*/ 6 h 14"/>
                  <a:gd name="T50" fmla="*/ 9 w 14"/>
                  <a:gd name="T51" fmla="*/ 7 h 14"/>
                  <a:gd name="T52" fmla="*/ 7 w 14"/>
                  <a:gd name="T53" fmla="*/ 8 h 14"/>
                  <a:gd name="T54" fmla="*/ 5 w 14"/>
                  <a:gd name="T55" fmla="*/ 10 h 14"/>
                  <a:gd name="T56" fmla="*/ 2 w 14"/>
                  <a:gd name="T57" fmla="*/ 9 h 14"/>
                  <a:gd name="T58" fmla="*/ 0 w 14"/>
                  <a:gd name="T59" fmla="*/ 8 h 14"/>
                  <a:gd name="T60" fmla="*/ 0 w 14"/>
                  <a:gd name="T61" fmla="*/ 6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4" h="14">
                    <a:moveTo>
                      <a:pt x="0" y="6"/>
                    </a:moveTo>
                    <a:cubicBezTo>
                      <a:pt x="0" y="5"/>
                      <a:pt x="1" y="4"/>
                      <a:pt x="1" y="3"/>
                    </a:cubicBezTo>
                    <a:cubicBezTo>
                      <a:pt x="2" y="2"/>
                      <a:pt x="3" y="1"/>
                      <a:pt x="4" y="1"/>
                    </a:cubicBezTo>
                    <a:cubicBezTo>
                      <a:pt x="5" y="0"/>
                      <a:pt x="7" y="1"/>
                      <a:pt x="8" y="1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3"/>
                      <a:pt x="5" y="3"/>
                      <a:pt x="5" y="3"/>
                    </a:cubicBezTo>
                    <a:cubicBezTo>
                      <a:pt x="4" y="4"/>
                      <a:pt x="4" y="4"/>
                      <a:pt x="3" y="5"/>
                    </a:cubicBezTo>
                    <a:cubicBezTo>
                      <a:pt x="3" y="5"/>
                      <a:pt x="2" y="6"/>
                      <a:pt x="3" y="6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3" y="7"/>
                      <a:pt x="4" y="7"/>
                      <a:pt x="4" y="7"/>
                    </a:cubicBezTo>
                    <a:cubicBezTo>
                      <a:pt x="4" y="7"/>
                      <a:pt x="5" y="7"/>
                      <a:pt x="6" y="6"/>
                    </a:cubicBezTo>
                    <a:cubicBezTo>
                      <a:pt x="7" y="5"/>
                      <a:pt x="8" y="4"/>
                      <a:pt x="9" y="4"/>
                    </a:cubicBezTo>
                    <a:cubicBezTo>
                      <a:pt x="9" y="4"/>
                      <a:pt x="10" y="3"/>
                      <a:pt x="11" y="3"/>
                    </a:cubicBezTo>
                    <a:cubicBezTo>
                      <a:pt x="11" y="3"/>
                      <a:pt x="12" y="4"/>
                      <a:pt x="13" y="4"/>
                    </a:cubicBezTo>
                    <a:cubicBezTo>
                      <a:pt x="13" y="5"/>
                      <a:pt x="14" y="5"/>
                      <a:pt x="14" y="6"/>
                    </a:cubicBezTo>
                    <a:cubicBezTo>
                      <a:pt x="14" y="7"/>
                      <a:pt x="14" y="7"/>
                      <a:pt x="14" y="8"/>
                    </a:cubicBezTo>
                    <a:cubicBezTo>
                      <a:pt x="14" y="9"/>
                      <a:pt x="14" y="10"/>
                      <a:pt x="13" y="11"/>
                    </a:cubicBezTo>
                    <a:cubicBezTo>
                      <a:pt x="12" y="12"/>
                      <a:pt x="11" y="13"/>
                      <a:pt x="10" y="14"/>
                    </a:cubicBezTo>
                    <a:cubicBezTo>
                      <a:pt x="9" y="14"/>
                      <a:pt x="7" y="14"/>
                      <a:pt x="6" y="13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8" y="11"/>
                      <a:pt x="9" y="11"/>
                      <a:pt x="10" y="11"/>
                    </a:cubicBezTo>
                    <a:cubicBezTo>
                      <a:pt x="10" y="11"/>
                      <a:pt x="11" y="10"/>
                      <a:pt x="11" y="10"/>
                    </a:cubicBezTo>
                    <a:cubicBezTo>
                      <a:pt x="12" y="9"/>
                      <a:pt x="12" y="8"/>
                      <a:pt x="12" y="8"/>
                    </a:cubicBezTo>
                    <a:cubicBezTo>
                      <a:pt x="12" y="7"/>
                      <a:pt x="12" y="7"/>
                      <a:pt x="11" y="6"/>
                    </a:cubicBezTo>
                    <a:cubicBezTo>
                      <a:pt x="11" y="6"/>
                      <a:pt x="11" y="6"/>
                      <a:pt x="10" y="6"/>
                    </a:cubicBezTo>
                    <a:cubicBezTo>
                      <a:pt x="10" y="6"/>
                      <a:pt x="10" y="6"/>
                      <a:pt x="9" y="7"/>
                    </a:cubicBezTo>
                    <a:cubicBezTo>
                      <a:pt x="9" y="7"/>
                      <a:pt x="8" y="7"/>
                      <a:pt x="7" y="8"/>
                    </a:cubicBezTo>
                    <a:cubicBezTo>
                      <a:pt x="6" y="9"/>
                      <a:pt x="5" y="10"/>
                      <a:pt x="5" y="10"/>
                    </a:cubicBezTo>
                    <a:cubicBezTo>
                      <a:pt x="4" y="10"/>
                      <a:pt x="3" y="10"/>
                      <a:pt x="2" y="9"/>
                    </a:cubicBezTo>
                    <a:cubicBezTo>
                      <a:pt x="1" y="9"/>
                      <a:pt x="1" y="9"/>
                      <a:pt x="0" y="8"/>
                    </a:cubicBezTo>
                    <a:cubicBezTo>
                      <a:pt x="0" y="7"/>
                      <a:pt x="0" y="7"/>
                      <a:pt x="0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íşļíḑè">
                <a:extLst>
                  <a:ext uri="{FF2B5EF4-FFF2-40B4-BE49-F238E27FC236}">
                    <a16:creationId xmlns:a16="http://schemas.microsoft.com/office/drawing/2014/main" id="{47A905E5-018C-47A3-9365-F9BA3A00BA5E}"/>
                  </a:ext>
                </a:extLst>
              </p:cNvPr>
              <p:cNvSpPr/>
              <p:nvPr/>
            </p:nvSpPr>
            <p:spPr bwMode="auto">
              <a:xfrm>
                <a:off x="5335588" y="3616326"/>
                <a:ext cx="60325" cy="52388"/>
              </a:xfrm>
              <a:custGeom>
                <a:avLst/>
                <a:gdLst>
                  <a:gd name="T0" fmla="*/ 12 w 18"/>
                  <a:gd name="T1" fmla="*/ 9 h 16"/>
                  <a:gd name="T2" fmla="*/ 10 w 18"/>
                  <a:gd name="T3" fmla="*/ 8 h 16"/>
                  <a:gd name="T4" fmla="*/ 9 w 18"/>
                  <a:gd name="T5" fmla="*/ 9 h 16"/>
                  <a:gd name="T6" fmla="*/ 8 w 18"/>
                  <a:gd name="T7" fmla="*/ 9 h 16"/>
                  <a:gd name="T8" fmla="*/ 8 w 18"/>
                  <a:gd name="T9" fmla="*/ 10 h 16"/>
                  <a:gd name="T10" fmla="*/ 12 w 18"/>
                  <a:gd name="T11" fmla="*/ 14 h 16"/>
                  <a:gd name="T12" fmla="*/ 10 w 18"/>
                  <a:gd name="T13" fmla="*/ 16 h 16"/>
                  <a:gd name="T14" fmla="*/ 0 w 18"/>
                  <a:gd name="T15" fmla="*/ 7 h 16"/>
                  <a:gd name="T16" fmla="*/ 4 w 18"/>
                  <a:gd name="T17" fmla="*/ 2 h 16"/>
                  <a:gd name="T18" fmla="*/ 6 w 18"/>
                  <a:gd name="T19" fmla="*/ 0 h 16"/>
                  <a:gd name="T20" fmla="*/ 8 w 18"/>
                  <a:gd name="T21" fmla="*/ 0 h 16"/>
                  <a:gd name="T22" fmla="*/ 10 w 18"/>
                  <a:gd name="T23" fmla="*/ 1 h 16"/>
                  <a:gd name="T24" fmla="*/ 12 w 18"/>
                  <a:gd name="T25" fmla="*/ 3 h 16"/>
                  <a:gd name="T26" fmla="*/ 11 w 18"/>
                  <a:gd name="T27" fmla="*/ 6 h 16"/>
                  <a:gd name="T28" fmla="*/ 12 w 18"/>
                  <a:gd name="T29" fmla="*/ 6 h 16"/>
                  <a:gd name="T30" fmla="*/ 15 w 18"/>
                  <a:gd name="T31" fmla="*/ 6 h 16"/>
                  <a:gd name="T32" fmla="*/ 18 w 18"/>
                  <a:gd name="T33" fmla="*/ 7 h 16"/>
                  <a:gd name="T34" fmla="*/ 16 w 18"/>
                  <a:gd name="T35" fmla="*/ 9 h 16"/>
                  <a:gd name="T36" fmla="*/ 12 w 18"/>
                  <a:gd name="T37" fmla="*/ 9 h 16"/>
                  <a:gd name="T38" fmla="*/ 9 w 18"/>
                  <a:gd name="T39" fmla="*/ 5 h 16"/>
                  <a:gd name="T40" fmla="*/ 9 w 18"/>
                  <a:gd name="T41" fmla="*/ 4 h 16"/>
                  <a:gd name="T42" fmla="*/ 8 w 18"/>
                  <a:gd name="T43" fmla="*/ 3 h 16"/>
                  <a:gd name="T44" fmla="*/ 7 w 18"/>
                  <a:gd name="T45" fmla="*/ 3 h 16"/>
                  <a:gd name="T46" fmla="*/ 6 w 18"/>
                  <a:gd name="T47" fmla="*/ 3 h 16"/>
                  <a:gd name="T48" fmla="*/ 5 w 18"/>
                  <a:gd name="T49" fmla="*/ 5 h 16"/>
                  <a:gd name="T50" fmla="*/ 3 w 18"/>
                  <a:gd name="T51" fmla="*/ 6 h 16"/>
                  <a:gd name="T52" fmla="*/ 6 w 18"/>
                  <a:gd name="T53" fmla="*/ 8 h 16"/>
                  <a:gd name="T54" fmla="*/ 7 w 18"/>
                  <a:gd name="T55" fmla="*/ 7 h 16"/>
                  <a:gd name="T56" fmla="*/ 9 w 18"/>
                  <a:gd name="T57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" h="16">
                    <a:moveTo>
                      <a:pt x="12" y="9"/>
                    </a:moveTo>
                    <a:cubicBezTo>
                      <a:pt x="11" y="8"/>
                      <a:pt x="10" y="8"/>
                      <a:pt x="10" y="8"/>
                    </a:cubicBezTo>
                    <a:cubicBezTo>
                      <a:pt x="10" y="8"/>
                      <a:pt x="9" y="8"/>
                      <a:pt x="9" y="9"/>
                    </a:cubicBezTo>
                    <a:cubicBezTo>
                      <a:pt x="9" y="9"/>
                      <a:pt x="8" y="9"/>
                      <a:pt x="8" y="9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12" y="14"/>
                      <a:pt x="12" y="14"/>
                      <a:pt x="12" y="14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1"/>
                      <a:pt x="6" y="1"/>
                      <a:pt x="6" y="0"/>
                    </a:cubicBezTo>
                    <a:cubicBezTo>
                      <a:pt x="7" y="0"/>
                      <a:pt x="8" y="0"/>
                      <a:pt x="8" y="0"/>
                    </a:cubicBezTo>
                    <a:cubicBezTo>
                      <a:pt x="9" y="0"/>
                      <a:pt x="10" y="1"/>
                      <a:pt x="10" y="1"/>
                    </a:cubicBezTo>
                    <a:cubicBezTo>
                      <a:pt x="11" y="2"/>
                      <a:pt x="11" y="3"/>
                      <a:pt x="12" y="3"/>
                    </a:cubicBezTo>
                    <a:cubicBezTo>
                      <a:pt x="12" y="4"/>
                      <a:pt x="11" y="5"/>
                      <a:pt x="11" y="6"/>
                    </a:cubicBezTo>
                    <a:cubicBezTo>
                      <a:pt x="11" y="6"/>
                      <a:pt x="12" y="6"/>
                      <a:pt x="12" y="6"/>
                    </a:cubicBezTo>
                    <a:cubicBezTo>
                      <a:pt x="13" y="6"/>
                      <a:pt x="14" y="6"/>
                      <a:pt x="15" y="6"/>
                    </a:cubicBezTo>
                    <a:cubicBezTo>
                      <a:pt x="18" y="7"/>
                      <a:pt x="18" y="7"/>
                      <a:pt x="18" y="7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2" y="9"/>
                      <a:pt x="12" y="9"/>
                      <a:pt x="12" y="9"/>
                    </a:cubicBezTo>
                    <a:close/>
                    <a:moveTo>
                      <a:pt x="9" y="5"/>
                    </a:moveTo>
                    <a:cubicBezTo>
                      <a:pt x="9" y="5"/>
                      <a:pt x="9" y="4"/>
                      <a:pt x="9" y="4"/>
                    </a:cubicBezTo>
                    <a:cubicBezTo>
                      <a:pt x="9" y="4"/>
                      <a:pt x="9" y="4"/>
                      <a:pt x="8" y="3"/>
                    </a:cubicBezTo>
                    <a:cubicBezTo>
                      <a:pt x="8" y="3"/>
                      <a:pt x="8" y="3"/>
                      <a:pt x="7" y="3"/>
                    </a:cubicBezTo>
                    <a:cubicBezTo>
                      <a:pt x="7" y="3"/>
                      <a:pt x="7" y="3"/>
                      <a:pt x="6" y="3"/>
                    </a:cubicBez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8" y="6"/>
                      <a:pt x="9" y="5"/>
                      <a:pt x="9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2" name="î$1îḋé">
                <a:extLst>
                  <a:ext uri="{FF2B5EF4-FFF2-40B4-BE49-F238E27FC236}">
                    <a16:creationId xmlns:a16="http://schemas.microsoft.com/office/drawing/2014/main" id="{B3C50769-1FD6-4599-9F0F-E27B386FCB4E}"/>
                  </a:ext>
                </a:extLst>
              </p:cNvPr>
              <p:cNvSpPr/>
              <p:nvPr/>
            </p:nvSpPr>
            <p:spPr bwMode="auto">
              <a:xfrm>
                <a:off x="5302250" y="3641726"/>
                <a:ext cx="57150" cy="57150"/>
              </a:xfrm>
              <a:custGeom>
                <a:avLst/>
                <a:gdLst>
                  <a:gd name="T0" fmla="*/ 19 w 36"/>
                  <a:gd name="T1" fmla="*/ 36 h 36"/>
                  <a:gd name="T2" fmla="*/ 0 w 36"/>
                  <a:gd name="T3" fmla="*/ 15 h 36"/>
                  <a:gd name="T4" fmla="*/ 17 w 36"/>
                  <a:gd name="T5" fmla="*/ 0 h 36"/>
                  <a:gd name="T6" fmla="*/ 19 w 36"/>
                  <a:gd name="T7" fmla="*/ 5 h 36"/>
                  <a:gd name="T8" fmla="*/ 9 w 36"/>
                  <a:gd name="T9" fmla="*/ 15 h 36"/>
                  <a:gd name="T10" fmla="*/ 13 w 36"/>
                  <a:gd name="T11" fmla="*/ 19 h 36"/>
                  <a:gd name="T12" fmla="*/ 23 w 36"/>
                  <a:gd name="T13" fmla="*/ 11 h 36"/>
                  <a:gd name="T14" fmla="*/ 25 w 36"/>
                  <a:gd name="T15" fmla="*/ 15 h 36"/>
                  <a:gd name="T16" fmla="*/ 15 w 36"/>
                  <a:gd name="T17" fmla="*/ 24 h 36"/>
                  <a:gd name="T18" fmla="*/ 19 w 36"/>
                  <a:gd name="T19" fmla="*/ 30 h 36"/>
                  <a:gd name="T20" fmla="*/ 31 w 36"/>
                  <a:gd name="T21" fmla="*/ 19 h 36"/>
                  <a:gd name="T22" fmla="*/ 36 w 36"/>
                  <a:gd name="T23" fmla="*/ 24 h 36"/>
                  <a:gd name="T24" fmla="*/ 19 w 36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" h="36">
                    <a:moveTo>
                      <a:pt x="19" y="36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19" y="5"/>
                    </a:lnTo>
                    <a:lnTo>
                      <a:pt x="9" y="15"/>
                    </a:lnTo>
                    <a:lnTo>
                      <a:pt x="13" y="19"/>
                    </a:lnTo>
                    <a:lnTo>
                      <a:pt x="23" y="11"/>
                    </a:lnTo>
                    <a:lnTo>
                      <a:pt x="25" y="15"/>
                    </a:lnTo>
                    <a:lnTo>
                      <a:pt x="15" y="24"/>
                    </a:lnTo>
                    <a:lnTo>
                      <a:pt x="19" y="30"/>
                    </a:lnTo>
                    <a:lnTo>
                      <a:pt x="31" y="19"/>
                    </a:lnTo>
                    <a:lnTo>
                      <a:pt x="36" y="24"/>
                    </a:lnTo>
                    <a:lnTo>
                      <a:pt x="19" y="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3" name="isļiḋê">
                <a:extLst>
                  <a:ext uri="{FF2B5EF4-FFF2-40B4-BE49-F238E27FC236}">
                    <a16:creationId xmlns:a16="http://schemas.microsoft.com/office/drawing/2014/main" id="{DF39C0CD-F391-4B36-8104-CF10B1316DDB}"/>
                  </a:ext>
                </a:extLst>
              </p:cNvPr>
              <p:cNvSpPr/>
              <p:nvPr/>
            </p:nvSpPr>
            <p:spPr bwMode="auto">
              <a:xfrm>
                <a:off x="5262563" y="3665538"/>
                <a:ext cx="46038" cy="53975"/>
              </a:xfrm>
              <a:custGeom>
                <a:avLst/>
                <a:gdLst>
                  <a:gd name="T0" fmla="*/ 23 w 29"/>
                  <a:gd name="T1" fmla="*/ 0 h 34"/>
                  <a:gd name="T2" fmla="*/ 29 w 29"/>
                  <a:gd name="T3" fmla="*/ 30 h 34"/>
                  <a:gd name="T4" fmla="*/ 23 w 29"/>
                  <a:gd name="T5" fmla="*/ 34 h 34"/>
                  <a:gd name="T6" fmla="*/ 0 w 29"/>
                  <a:gd name="T7" fmla="*/ 15 h 34"/>
                  <a:gd name="T8" fmla="*/ 7 w 29"/>
                  <a:gd name="T9" fmla="*/ 11 h 34"/>
                  <a:gd name="T10" fmla="*/ 23 w 29"/>
                  <a:gd name="T11" fmla="*/ 25 h 34"/>
                  <a:gd name="T12" fmla="*/ 19 w 29"/>
                  <a:gd name="T13" fmla="*/ 4 h 34"/>
                  <a:gd name="T14" fmla="*/ 23 w 29"/>
                  <a:gd name="T15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9" h="34">
                    <a:moveTo>
                      <a:pt x="23" y="0"/>
                    </a:moveTo>
                    <a:lnTo>
                      <a:pt x="29" y="30"/>
                    </a:lnTo>
                    <a:lnTo>
                      <a:pt x="23" y="34"/>
                    </a:lnTo>
                    <a:lnTo>
                      <a:pt x="0" y="15"/>
                    </a:lnTo>
                    <a:lnTo>
                      <a:pt x="7" y="11"/>
                    </a:lnTo>
                    <a:lnTo>
                      <a:pt x="23" y="25"/>
                    </a:lnTo>
                    <a:lnTo>
                      <a:pt x="19" y="4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4" name="íşḷíďè">
                <a:extLst>
                  <a:ext uri="{FF2B5EF4-FFF2-40B4-BE49-F238E27FC236}">
                    <a16:creationId xmlns:a16="http://schemas.microsoft.com/office/drawing/2014/main" id="{E3313441-9841-486D-9E6A-3820D270968E}"/>
                  </a:ext>
                </a:extLst>
              </p:cNvPr>
              <p:cNvSpPr/>
              <p:nvPr/>
            </p:nvSpPr>
            <p:spPr bwMode="auto">
              <a:xfrm>
                <a:off x="5249863" y="3689351"/>
                <a:ext cx="26988" cy="42863"/>
              </a:xfrm>
              <a:custGeom>
                <a:avLst/>
                <a:gdLst>
                  <a:gd name="T0" fmla="*/ 17 w 17"/>
                  <a:gd name="T1" fmla="*/ 25 h 27"/>
                  <a:gd name="T2" fmla="*/ 12 w 17"/>
                  <a:gd name="T3" fmla="*/ 27 h 27"/>
                  <a:gd name="T4" fmla="*/ 0 w 17"/>
                  <a:gd name="T5" fmla="*/ 2 h 27"/>
                  <a:gd name="T6" fmla="*/ 6 w 17"/>
                  <a:gd name="T7" fmla="*/ 0 h 27"/>
                  <a:gd name="T8" fmla="*/ 17 w 17"/>
                  <a:gd name="T9" fmla="*/ 2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7">
                    <a:moveTo>
                      <a:pt x="17" y="25"/>
                    </a:moveTo>
                    <a:lnTo>
                      <a:pt x="12" y="27"/>
                    </a:lnTo>
                    <a:lnTo>
                      <a:pt x="0" y="2"/>
                    </a:lnTo>
                    <a:lnTo>
                      <a:pt x="6" y="0"/>
                    </a:lnTo>
                    <a:lnTo>
                      <a:pt x="17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5" name="ïṩľíḓê">
                <a:extLst>
                  <a:ext uri="{FF2B5EF4-FFF2-40B4-BE49-F238E27FC236}">
                    <a16:creationId xmlns:a16="http://schemas.microsoft.com/office/drawing/2014/main" id="{F55D3F91-D03F-475E-BCF7-B3EEAC951C17}"/>
                  </a:ext>
                </a:extLst>
              </p:cNvPr>
              <p:cNvSpPr/>
              <p:nvPr/>
            </p:nvSpPr>
            <p:spPr bwMode="auto">
              <a:xfrm>
                <a:off x="5207000" y="3695701"/>
                <a:ext cx="46038" cy="53975"/>
              </a:xfrm>
              <a:custGeom>
                <a:avLst/>
                <a:gdLst>
                  <a:gd name="T0" fmla="*/ 23 w 29"/>
                  <a:gd name="T1" fmla="*/ 0 h 34"/>
                  <a:gd name="T2" fmla="*/ 29 w 29"/>
                  <a:gd name="T3" fmla="*/ 27 h 34"/>
                  <a:gd name="T4" fmla="*/ 25 w 29"/>
                  <a:gd name="T5" fmla="*/ 29 h 34"/>
                  <a:gd name="T6" fmla="*/ 8 w 29"/>
                  <a:gd name="T7" fmla="*/ 15 h 34"/>
                  <a:gd name="T8" fmla="*/ 12 w 29"/>
                  <a:gd name="T9" fmla="*/ 32 h 34"/>
                  <a:gd name="T10" fmla="*/ 8 w 29"/>
                  <a:gd name="T11" fmla="*/ 34 h 34"/>
                  <a:gd name="T12" fmla="*/ 0 w 29"/>
                  <a:gd name="T13" fmla="*/ 6 h 34"/>
                  <a:gd name="T14" fmla="*/ 6 w 29"/>
                  <a:gd name="T15" fmla="*/ 4 h 34"/>
                  <a:gd name="T16" fmla="*/ 23 w 29"/>
                  <a:gd name="T17" fmla="*/ 19 h 34"/>
                  <a:gd name="T18" fmla="*/ 17 w 29"/>
                  <a:gd name="T19" fmla="*/ 2 h 34"/>
                  <a:gd name="T20" fmla="*/ 23 w 29"/>
                  <a:gd name="T21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9" h="34">
                    <a:moveTo>
                      <a:pt x="23" y="0"/>
                    </a:moveTo>
                    <a:lnTo>
                      <a:pt x="29" y="27"/>
                    </a:lnTo>
                    <a:lnTo>
                      <a:pt x="25" y="29"/>
                    </a:lnTo>
                    <a:lnTo>
                      <a:pt x="8" y="15"/>
                    </a:lnTo>
                    <a:lnTo>
                      <a:pt x="12" y="32"/>
                    </a:lnTo>
                    <a:lnTo>
                      <a:pt x="8" y="34"/>
                    </a:lnTo>
                    <a:lnTo>
                      <a:pt x="0" y="6"/>
                    </a:lnTo>
                    <a:lnTo>
                      <a:pt x="6" y="4"/>
                    </a:lnTo>
                    <a:lnTo>
                      <a:pt x="23" y="19"/>
                    </a:lnTo>
                    <a:lnTo>
                      <a:pt x="17" y="2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6" name="íšlïḑe">
                <a:extLst>
                  <a:ext uri="{FF2B5EF4-FFF2-40B4-BE49-F238E27FC236}">
                    <a16:creationId xmlns:a16="http://schemas.microsoft.com/office/drawing/2014/main" id="{63DA53E3-4A5C-4ECF-A17F-7855ECDFA9E2}"/>
                  </a:ext>
                </a:extLst>
              </p:cNvPr>
              <p:cNvSpPr/>
              <p:nvPr/>
            </p:nvSpPr>
            <p:spPr bwMode="auto">
              <a:xfrm>
                <a:off x="5164138" y="3705226"/>
                <a:ext cx="36513" cy="50800"/>
              </a:xfrm>
              <a:custGeom>
                <a:avLst/>
                <a:gdLst>
                  <a:gd name="T0" fmla="*/ 9 w 11"/>
                  <a:gd name="T1" fmla="*/ 8 h 15"/>
                  <a:gd name="T2" fmla="*/ 8 w 11"/>
                  <a:gd name="T3" fmla="*/ 1 h 15"/>
                  <a:gd name="T4" fmla="*/ 11 w 11"/>
                  <a:gd name="T5" fmla="*/ 0 h 15"/>
                  <a:gd name="T6" fmla="*/ 11 w 11"/>
                  <a:gd name="T7" fmla="*/ 7 h 15"/>
                  <a:gd name="T8" fmla="*/ 11 w 11"/>
                  <a:gd name="T9" fmla="*/ 11 h 15"/>
                  <a:gd name="T10" fmla="*/ 11 w 11"/>
                  <a:gd name="T11" fmla="*/ 13 h 15"/>
                  <a:gd name="T12" fmla="*/ 9 w 11"/>
                  <a:gd name="T13" fmla="*/ 14 h 15"/>
                  <a:gd name="T14" fmla="*/ 7 w 11"/>
                  <a:gd name="T15" fmla="*/ 14 h 15"/>
                  <a:gd name="T16" fmla="*/ 4 w 11"/>
                  <a:gd name="T17" fmla="*/ 14 h 15"/>
                  <a:gd name="T18" fmla="*/ 2 w 11"/>
                  <a:gd name="T19" fmla="*/ 13 h 15"/>
                  <a:gd name="T20" fmla="*/ 1 w 11"/>
                  <a:gd name="T21" fmla="*/ 12 h 15"/>
                  <a:gd name="T22" fmla="*/ 1 w 11"/>
                  <a:gd name="T23" fmla="*/ 8 h 15"/>
                  <a:gd name="T24" fmla="*/ 0 w 11"/>
                  <a:gd name="T25" fmla="*/ 1 h 15"/>
                  <a:gd name="T26" fmla="*/ 3 w 11"/>
                  <a:gd name="T27" fmla="*/ 1 h 15"/>
                  <a:gd name="T28" fmla="*/ 3 w 11"/>
                  <a:gd name="T29" fmla="*/ 8 h 15"/>
                  <a:gd name="T30" fmla="*/ 4 w 11"/>
                  <a:gd name="T31" fmla="*/ 11 h 15"/>
                  <a:gd name="T32" fmla="*/ 4 w 11"/>
                  <a:gd name="T33" fmla="*/ 12 h 15"/>
                  <a:gd name="T34" fmla="*/ 6 w 11"/>
                  <a:gd name="T35" fmla="*/ 12 h 15"/>
                  <a:gd name="T36" fmla="*/ 8 w 11"/>
                  <a:gd name="T37" fmla="*/ 12 h 15"/>
                  <a:gd name="T38" fmla="*/ 9 w 11"/>
                  <a:gd name="T39" fmla="*/ 10 h 15"/>
                  <a:gd name="T40" fmla="*/ 9 w 11"/>
                  <a:gd name="T41" fmla="*/ 8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1" h="15">
                    <a:moveTo>
                      <a:pt x="9" y="8"/>
                    </a:moveTo>
                    <a:cubicBezTo>
                      <a:pt x="8" y="1"/>
                      <a:pt x="8" y="1"/>
                      <a:pt x="8" y="1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11" y="10"/>
                      <a:pt x="11" y="11"/>
                    </a:cubicBezTo>
                    <a:cubicBezTo>
                      <a:pt x="11" y="12"/>
                      <a:pt x="11" y="12"/>
                      <a:pt x="11" y="13"/>
                    </a:cubicBezTo>
                    <a:cubicBezTo>
                      <a:pt x="10" y="13"/>
                      <a:pt x="10" y="14"/>
                      <a:pt x="9" y="14"/>
                    </a:cubicBezTo>
                    <a:cubicBezTo>
                      <a:pt x="9" y="14"/>
                      <a:pt x="8" y="14"/>
                      <a:pt x="7" y="14"/>
                    </a:cubicBezTo>
                    <a:cubicBezTo>
                      <a:pt x="5" y="15"/>
                      <a:pt x="4" y="15"/>
                      <a:pt x="4" y="14"/>
                    </a:cubicBezTo>
                    <a:cubicBezTo>
                      <a:pt x="3" y="14"/>
                      <a:pt x="2" y="14"/>
                      <a:pt x="2" y="13"/>
                    </a:cubicBezTo>
                    <a:cubicBezTo>
                      <a:pt x="2" y="13"/>
                      <a:pt x="1" y="12"/>
                      <a:pt x="1" y="12"/>
                    </a:cubicBezTo>
                    <a:cubicBezTo>
                      <a:pt x="1" y="11"/>
                      <a:pt x="1" y="10"/>
                      <a:pt x="1" y="8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3" y="9"/>
                      <a:pt x="3" y="10"/>
                      <a:pt x="4" y="11"/>
                    </a:cubicBezTo>
                    <a:cubicBezTo>
                      <a:pt x="4" y="11"/>
                      <a:pt x="4" y="12"/>
                      <a:pt x="4" y="12"/>
                    </a:cubicBezTo>
                    <a:cubicBezTo>
                      <a:pt x="5" y="12"/>
                      <a:pt x="6" y="12"/>
                      <a:pt x="6" y="12"/>
                    </a:cubicBezTo>
                    <a:cubicBezTo>
                      <a:pt x="7" y="12"/>
                      <a:pt x="8" y="12"/>
                      <a:pt x="8" y="12"/>
                    </a:cubicBezTo>
                    <a:cubicBezTo>
                      <a:pt x="8" y="11"/>
                      <a:pt x="9" y="11"/>
                      <a:pt x="9" y="10"/>
                    </a:cubicBezTo>
                    <a:cubicBezTo>
                      <a:pt x="9" y="10"/>
                      <a:pt x="9" y="9"/>
                      <a:pt x="9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7" name="iṥļïḓê">
                <a:extLst>
                  <a:ext uri="{FF2B5EF4-FFF2-40B4-BE49-F238E27FC236}">
                    <a16:creationId xmlns:a16="http://schemas.microsoft.com/office/drawing/2014/main" id="{BBFF4709-8B5F-4C3A-A192-3FB0E46EF4CC}"/>
                  </a:ext>
                </a:extLst>
              </p:cNvPr>
              <p:cNvSpPr/>
              <p:nvPr/>
            </p:nvSpPr>
            <p:spPr bwMode="auto">
              <a:xfrm>
                <a:off x="5091113" y="3705226"/>
                <a:ext cx="42863" cy="47625"/>
              </a:xfrm>
              <a:custGeom>
                <a:avLst/>
                <a:gdLst>
                  <a:gd name="T0" fmla="*/ 9 w 13"/>
                  <a:gd name="T1" fmla="*/ 11 h 14"/>
                  <a:gd name="T2" fmla="*/ 10 w 13"/>
                  <a:gd name="T3" fmla="*/ 9 h 14"/>
                  <a:gd name="T4" fmla="*/ 7 w 13"/>
                  <a:gd name="T5" fmla="*/ 9 h 14"/>
                  <a:gd name="T6" fmla="*/ 7 w 13"/>
                  <a:gd name="T7" fmla="*/ 6 h 14"/>
                  <a:gd name="T8" fmla="*/ 13 w 13"/>
                  <a:gd name="T9" fmla="*/ 7 h 14"/>
                  <a:gd name="T10" fmla="*/ 12 w 13"/>
                  <a:gd name="T11" fmla="*/ 13 h 14"/>
                  <a:gd name="T12" fmla="*/ 9 w 13"/>
                  <a:gd name="T13" fmla="*/ 14 h 14"/>
                  <a:gd name="T14" fmla="*/ 6 w 13"/>
                  <a:gd name="T15" fmla="*/ 14 h 14"/>
                  <a:gd name="T16" fmla="*/ 2 w 13"/>
                  <a:gd name="T17" fmla="*/ 12 h 14"/>
                  <a:gd name="T18" fmla="*/ 0 w 13"/>
                  <a:gd name="T19" fmla="*/ 9 h 14"/>
                  <a:gd name="T20" fmla="*/ 0 w 13"/>
                  <a:gd name="T21" fmla="*/ 6 h 14"/>
                  <a:gd name="T22" fmla="*/ 2 w 13"/>
                  <a:gd name="T23" fmla="*/ 2 h 14"/>
                  <a:gd name="T24" fmla="*/ 5 w 13"/>
                  <a:gd name="T25" fmla="*/ 0 h 14"/>
                  <a:gd name="T26" fmla="*/ 8 w 13"/>
                  <a:gd name="T27" fmla="*/ 0 h 14"/>
                  <a:gd name="T28" fmla="*/ 12 w 13"/>
                  <a:gd name="T29" fmla="*/ 2 h 14"/>
                  <a:gd name="T30" fmla="*/ 13 w 13"/>
                  <a:gd name="T31" fmla="*/ 5 h 14"/>
                  <a:gd name="T32" fmla="*/ 10 w 13"/>
                  <a:gd name="T33" fmla="*/ 5 h 14"/>
                  <a:gd name="T34" fmla="*/ 9 w 13"/>
                  <a:gd name="T35" fmla="*/ 3 h 14"/>
                  <a:gd name="T36" fmla="*/ 8 w 13"/>
                  <a:gd name="T37" fmla="*/ 2 h 14"/>
                  <a:gd name="T38" fmla="*/ 5 w 13"/>
                  <a:gd name="T39" fmla="*/ 3 h 14"/>
                  <a:gd name="T40" fmla="*/ 3 w 13"/>
                  <a:gd name="T41" fmla="*/ 6 h 14"/>
                  <a:gd name="T42" fmla="*/ 4 w 13"/>
                  <a:gd name="T43" fmla="*/ 10 h 14"/>
                  <a:gd name="T44" fmla="*/ 6 w 13"/>
                  <a:gd name="T45" fmla="*/ 11 h 14"/>
                  <a:gd name="T46" fmla="*/ 8 w 13"/>
                  <a:gd name="T47" fmla="*/ 11 h 14"/>
                  <a:gd name="T48" fmla="*/ 9 w 13"/>
                  <a:gd name="T49" fmla="*/ 11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3" h="14">
                    <a:moveTo>
                      <a:pt x="9" y="11"/>
                    </a:moveTo>
                    <a:cubicBezTo>
                      <a:pt x="10" y="9"/>
                      <a:pt x="10" y="9"/>
                      <a:pt x="10" y="9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13"/>
                      <a:pt x="12" y="13"/>
                      <a:pt x="12" y="13"/>
                    </a:cubicBezTo>
                    <a:cubicBezTo>
                      <a:pt x="11" y="13"/>
                      <a:pt x="10" y="13"/>
                      <a:pt x="9" y="14"/>
                    </a:cubicBezTo>
                    <a:cubicBezTo>
                      <a:pt x="8" y="14"/>
                      <a:pt x="7" y="14"/>
                      <a:pt x="6" y="14"/>
                    </a:cubicBezTo>
                    <a:cubicBezTo>
                      <a:pt x="5" y="14"/>
                      <a:pt x="3" y="13"/>
                      <a:pt x="2" y="12"/>
                    </a:cubicBezTo>
                    <a:cubicBezTo>
                      <a:pt x="1" y="12"/>
                      <a:pt x="1" y="11"/>
                      <a:pt x="0" y="9"/>
                    </a:cubicBezTo>
                    <a:cubicBezTo>
                      <a:pt x="0" y="8"/>
                      <a:pt x="0" y="7"/>
                      <a:pt x="0" y="6"/>
                    </a:cubicBezTo>
                    <a:cubicBezTo>
                      <a:pt x="0" y="4"/>
                      <a:pt x="1" y="3"/>
                      <a:pt x="2" y="2"/>
                    </a:cubicBezTo>
                    <a:cubicBezTo>
                      <a:pt x="2" y="1"/>
                      <a:pt x="3" y="1"/>
                      <a:pt x="5" y="0"/>
                    </a:cubicBezTo>
                    <a:cubicBezTo>
                      <a:pt x="6" y="0"/>
                      <a:pt x="7" y="0"/>
                      <a:pt x="8" y="0"/>
                    </a:cubicBezTo>
                    <a:cubicBezTo>
                      <a:pt x="10" y="0"/>
                      <a:pt x="11" y="1"/>
                      <a:pt x="12" y="2"/>
                    </a:cubicBezTo>
                    <a:cubicBezTo>
                      <a:pt x="13" y="2"/>
                      <a:pt x="13" y="3"/>
                      <a:pt x="13" y="5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0" y="4"/>
                      <a:pt x="10" y="4"/>
                      <a:pt x="9" y="3"/>
                    </a:cubicBezTo>
                    <a:cubicBezTo>
                      <a:pt x="9" y="3"/>
                      <a:pt x="8" y="2"/>
                      <a:pt x="8" y="2"/>
                    </a:cubicBezTo>
                    <a:cubicBezTo>
                      <a:pt x="6" y="2"/>
                      <a:pt x="5" y="2"/>
                      <a:pt x="5" y="3"/>
                    </a:cubicBezTo>
                    <a:cubicBezTo>
                      <a:pt x="4" y="4"/>
                      <a:pt x="3" y="5"/>
                      <a:pt x="3" y="6"/>
                    </a:cubicBezTo>
                    <a:cubicBezTo>
                      <a:pt x="3" y="8"/>
                      <a:pt x="3" y="9"/>
                      <a:pt x="4" y="10"/>
                    </a:cubicBezTo>
                    <a:cubicBezTo>
                      <a:pt x="4" y="11"/>
                      <a:pt x="5" y="11"/>
                      <a:pt x="6" y="11"/>
                    </a:cubicBezTo>
                    <a:cubicBezTo>
                      <a:pt x="7" y="12"/>
                      <a:pt x="7" y="12"/>
                      <a:pt x="8" y="11"/>
                    </a:cubicBezTo>
                    <a:cubicBezTo>
                      <a:pt x="9" y="11"/>
                      <a:pt x="9" y="11"/>
                      <a:pt x="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8" name="îṩḷïḓè">
                <a:extLst>
                  <a:ext uri="{FF2B5EF4-FFF2-40B4-BE49-F238E27FC236}">
                    <a16:creationId xmlns:a16="http://schemas.microsoft.com/office/drawing/2014/main" id="{707FA54D-B4C7-497E-97AC-7EE62AA17D29}"/>
                  </a:ext>
                </a:extLst>
              </p:cNvPr>
              <p:cNvSpPr/>
              <p:nvPr/>
            </p:nvSpPr>
            <p:spPr bwMode="auto">
              <a:xfrm>
                <a:off x="5038725" y="3689351"/>
                <a:ext cx="49213" cy="52388"/>
              </a:xfrm>
              <a:custGeom>
                <a:avLst/>
                <a:gdLst>
                  <a:gd name="T0" fmla="*/ 21 w 31"/>
                  <a:gd name="T1" fmla="*/ 23 h 33"/>
                  <a:gd name="T2" fmla="*/ 27 w 31"/>
                  <a:gd name="T3" fmla="*/ 6 h 33"/>
                  <a:gd name="T4" fmla="*/ 31 w 31"/>
                  <a:gd name="T5" fmla="*/ 8 h 33"/>
                  <a:gd name="T6" fmla="*/ 23 w 31"/>
                  <a:gd name="T7" fmla="*/ 33 h 33"/>
                  <a:gd name="T8" fmla="*/ 16 w 31"/>
                  <a:gd name="T9" fmla="*/ 31 h 33"/>
                  <a:gd name="T10" fmla="*/ 12 w 31"/>
                  <a:gd name="T11" fmla="*/ 10 h 33"/>
                  <a:gd name="T12" fmla="*/ 6 w 31"/>
                  <a:gd name="T13" fmla="*/ 29 h 33"/>
                  <a:gd name="T14" fmla="*/ 0 w 31"/>
                  <a:gd name="T15" fmla="*/ 27 h 33"/>
                  <a:gd name="T16" fmla="*/ 10 w 31"/>
                  <a:gd name="T17" fmla="*/ 0 h 33"/>
                  <a:gd name="T18" fmla="*/ 14 w 31"/>
                  <a:gd name="T19" fmla="*/ 2 h 33"/>
                  <a:gd name="T20" fmla="*/ 21 w 31"/>
                  <a:gd name="T21" fmla="*/ 2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1" h="33">
                    <a:moveTo>
                      <a:pt x="21" y="23"/>
                    </a:moveTo>
                    <a:lnTo>
                      <a:pt x="27" y="6"/>
                    </a:lnTo>
                    <a:lnTo>
                      <a:pt x="31" y="8"/>
                    </a:lnTo>
                    <a:lnTo>
                      <a:pt x="23" y="33"/>
                    </a:lnTo>
                    <a:lnTo>
                      <a:pt x="16" y="31"/>
                    </a:lnTo>
                    <a:lnTo>
                      <a:pt x="12" y="10"/>
                    </a:lnTo>
                    <a:lnTo>
                      <a:pt x="6" y="29"/>
                    </a:lnTo>
                    <a:lnTo>
                      <a:pt x="0" y="27"/>
                    </a:lnTo>
                    <a:lnTo>
                      <a:pt x="10" y="0"/>
                    </a:lnTo>
                    <a:lnTo>
                      <a:pt x="14" y="2"/>
                    </a:lnTo>
                    <a:lnTo>
                      <a:pt x="21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9" name="ïśḻïdê">
                <a:extLst>
                  <a:ext uri="{FF2B5EF4-FFF2-40B4-BE49-F238E27FC236}">
                    <a16:creationId xmlns:a16="http://schemas.microsoft.com/office/drawing/2014/main" id="{72C9BFF9-DB34-4164-93D9-EA9400969614}"/>
                  </a:ext>
                </a:extLst>
              </p:cNvPr>
              <p:cNvSpPr/>
              <p:nvPr/>
            </p:nvSpPr>
            <p:spPr bwMode="auto">
              <a:xfrm>
                <a:off x="4995863" y="3671888"/>
                <a:ext cx="46038" cy="47625"/>
              </a:xfrm>
              <a:custGeom>
                <a:avLst/>
                <a:gdLst>
                  <a:gd name="T0" fmla="*/ 6 w 14"/>
                  <a:gd name="T1" fmla="*/ 3 h 14"/>
                  <a:gd name="T2" fmla="*/ 4 w 14"/>
                  <a:gd name="T3" fmla="*/ 5 h 14"/>
                  <a:gd name="T4" fmla="*/ 3 w 14"/>
                  <a:gd name="T5" fmla="*/ 9 h 14"/>
                  <a:gd name="T6" fmla="*/ 5 w 14"/>
                  <a:gd name="T7" fmla="*/ 11 h 14"/>
                  <a:gd name="T8" fmla="*/ 7 w 14"/>
                  <a:gd name="T9" fmla="*/ 11 h 14"/>
                  <a:gd name="T10" fmla="*/ 10 w 14"/>
                  <a:gd name="T11" fmla="*/ 9 h 14"/>
                  <a:gd name="T12" fmla="*/ 11 w 14"/>
                  <a:gd name="T13" fmla="*/ 6 h 14"/>
                  <a:gd name="T14" fmla="*/ 9 w 14"/>
                  <a:gd name="T15" fmla="*/ 3 h 14"/>
                  <a:gd name="T16" fmla="*/ 6 w 14"/>
                  <a:gd name="T17" fmla="*/ 3 h 14"/>
                  <a:gd name="T18" fmla="*/ 8 w 14"/>
                  <a:gd name="T19" fmla="*/ 14 h 14"/>
                  <a:gd name="T20" fmla="*/ 3 w 14"/>
                  <a:gd name="T21" fmla="*/ 13 h 14"/>
                  <a:gd name="T22" fmla="*/ 0 w 14"/>
                  <a:gd name="T23" fmla="*/ 9 h 14"/>
                  <a:gd name="T24" fmla="*/ 1 w 14"/>
                  <a:gd name="T25" fmla="*/ 4 h 14"/>
                  <a:gd name="T26" fmla="*/ 4 w 14"/>
                  <a:gd name="T27" fmla="*/ 1 h 14"/>
                  <a:gd name="T28" fmla="*/ 6 w 14"/>
                  <a:gd name="T29" fmla="*/ 0 h 14"/>
                  <a:gd name="T30" fmla="*/ 8 w 14"/>
                  <a:gd name="T31" fmla="*/ 0 h 14"/>
                  <a:gd name="T32" fmla="*/ 11 w 14"/>
                  <a:gd name="T33" fmla="*/ 1 h 14"/>
                  <a:gd name="T34" fmla="*/ 14 w 14"/>
                  <a:gd name="T35" fmla="*/ 5 h 14"/>
                  <a:gd name="T36" fmla="*/ 13 w 14"/>
                  <a:gd name="T37" fmla="*/ 11 h 14"/>
                  <a:gd name="T38" fmla="*/ 8 w 14"/>
                  <a:gd name="T39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4" h="14">
                    <a:moveTo>
                      <a:pt x="6" y="3"/>
                    </a:move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3" y="8"/>
                      <a:pt x="3" y="9"/>
                    </a:cubicBezTo>
                    <a:cubicBezTo>
                      <a:pt x="3" y="10"/>
                      <a:pt x="4" y="11"/>
                      <a:pt x="5" y="11"/>
                    </a:cubicBezTo>
                    <a:cubicBezTo>
                      <a:pt x="5" y="12"/>
                      <a:pt x="6" y="12"/>
                      <a:pt x="7" y="11"/>
                    </a:cubicBezTo>
                    <a:cubicBezTo>
                      <a:pt x="8" y="11"/>
                      <a:pt x="9" y="10"/>
                      <a:pt x="10" y="9"/>
                    </a:cubicBezTo>
                    <a:cubicBezTo>
                      <a:pt x="11" y="8"/>
                      <a:pt x="11" y="7"/>
                      <a:pt x="11" y="6"/>
                    </a:cubicBezTo>
                    <a:cubicBezTo>
                      <a:pt x="11" y="5"/>
                      <a:pt x="10" y="4"/>
                      <a:pt x="9" y="3"/>
                    </a:cubicBezTo>
                    <a:cubicBezTo>
                      <a:pt x="8" y="3"/>
                      <a:pt x="7" y="2"/>
                      <a:pt x="6" y="3"/>
                    </a:cubicBezTo>
                    <a:close/>
                    <a:moveTo>
                      <a:pt x="8" y="14"/>
                    </a:moveTo>
                    <a:cubicBezTo>
                      <a:pt x="7" y="14"/>
                      <a:pt x="5" y="14"/>
                      <a:pt x="3" y="13"/>
                    </a:cubicBezTo>
                    <a:cubicBezTo>
                      <a:pt x="2" y="12"/>
                      <a:pt x="1" y="11"/>
                      <a:pt x="0" y="9"/>
                    </a:cubicBezTo>
                    <a:cubicBezTo>
                      <a:pt x="0" y="7"/>
                      <a:pt x="0" y="6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4" y="1"/>
                      <a:pt x="5" y="0"/>
                      <a:pt x="6" y="0"/>
                    </a:cubicBezTo>
                    <a:cubicBezTo>
                      <a:pt x="6" y="0"/>
                      <a:pt x="7" y="0"/>
                      <a:pt x="8" y="0"/>
                    </a:cubicBezTo>
                    <a:cubicBezTo>
                      <a:pt x="9" y="0"/>
                      <a:pt x="10" y="1"/>
                      <a:pt x="11" y="1"/>
                    </a:cubicBezTo>
                    <a:cubicBezTo>
                      <a:pt x="12" y="2"/>
                      <a:pt x="13" y="4"/>
                      <a:pt x="14" y="5"/>
                    </a:cubicBezTo>
                    <a:cubicBezTo>
                      <a:pt x="14" y="7"/>
                      <a:pt x="14" y="9"/>
                      <a:pt x="13" y="11"/>
                    </a:cubicBezTo>
                    <a:cubicBezTo>
                      <a:pt x="11" y="12"/>
                      <a:pt x="10" y="13"/>
                      <a:pt x="8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ïSḻíḑe">
                <a:extLst>
                  <a:ext uri="{FF2B5EF4-FFF2-40B4-BE49-F238E27FC236}">
                    <a16:creationId xmlns:a16="http://schemas.microsoft.com/office/drawing/2014/main" id="{114C71F0-2E10-432B-8F4E-F9A3621ACE3A}"/>
                  </a:ext>
                </a:extLst>
              </p:cNvPr>
              <p:cNvSpPr/>
              <p:nvPr/>
            </p:nvSpPr>
            <p:spPr bwMode="auto">
              <a:xfrm>
                <a:off x="4948238" y="3638551"/>
                <a:ext cx="50800" cy="50800"/>
              </a:xfrm>
              <a:custGeom>
                <a:avLst/>
                <a:gdLst>
                  <a:gd name="T0" fmla="*/ 9 w 15"/>
                  <a:gd name="T1" fmla="*/ 3 h 15"/>
                  <a:gd name="T2" fmla="*/ 3 w 15"/>
                  <a:gd name="T3" fmla="*/ 10 h 15"/>
                  <a:gd name="T4" fmla="*/ 5 w 15"/>
                  <a:gd name="T5" fmla="*/ 11 h 15"/>
                  <a:gd name="T6" fmla="*/ 6 w 15"/>
                  <a:gd name="T7" fmla="*/ 12 h 15"/>
                  <a:gd name="T8" fmla="*/ 7 w 15"/>
                  <a:gd name="T9" fmla="*/ 13 h 15"/>
                  <a:gd name="T10" fmla="*/ 9 w 15"/>
                  <a:gd name="T11" fmla="*/ 12 h 15"/>
                  <a:gd name="T12" fmla="*/ 11 w 15"/>
                  <a:gd name="T13" fmla="*/ 10 h 15"/>
                  <a:gd name="T14" fmla="*/ 12 w 15"/>
                  <a:gd name="T15" fmla="*/ 8 h 15"/>
                  <a:gd name="T16" fmla="*/ 12 w 15"/>
                  <a:gd name="T17" fmla="*/ 7 h 15"/>
                  <a:gd name="T18" fmla="*/ 12 w 15"/>
                  <a:gd name="T19" fmla="*/ 6 h 15"/>
                  <a:gd name="T20" fmla="*/ 10 w 15"/>
                  <a:gd name="T21" fmla="*/ 4 h 15"/>
                  <a:gd name="T22" fmla="*/ 9 w 15"/>
                  <a:gd name="T23" fmla="*/ 3 h 15"/>
                  <a:gd name="T24" fmla="*/ 11 w 15"/>
                  <a:gd name="T25" fmla="*/ 14 h 15"/>
                  <a:gd name="T26" fmla="*/ 8 w 15"/>
                  <a:gd name="T27" fmla="*/ 15 h 15"/>
                  <a:gd name="T28" fmla="*/ 6 w 15"/>
                  <a:gd name="T29" fmla="*/ 15 h 15"/>
                  <a:gd name="T30" fmla="*/ 4 w 15"/>
                  <a:gd name="T31" fmla="*/ 13 h 15"/>
                  <a:gd name="T32" fmla="*/ 0 w 15"/>
                  <a:gd name="T33" fmla="*/ 10 h 15"/>
                  <a:gd name="T34" fmla="*/ 9 w 15"/>
                  <a:gd name="T35" fmla="*/ 0 h 15"/>
                  <a:gd name="T36" fmla="*/ 12 w 15"/>
                  <a:gd name="T37" fmla="*/ 3 h 15"/>
                  <a:gd name="T38" fmla="*/ 14 w 15"/>
                  <a:gd name="T39" fmla="*/ 5 h 15"/>
                  <a:gd name="T40" fmla="*/ 15 w 15"/>
                  <a:gd name="T41" fmla="*/ 7 h 15"/>
                  <a:gd name="T42" fmla="*/ 14 w 15"/>
                  <a:gd name="T43" fmla="*/ 10 h 15"/>
                  <a:gd name="T44" fmla="*/ 13 w 15"/>
                  <a:gd name="T45" fmla="*/ 12 h 15"/>
                  <a:gd name="T46" fmla="*/ 11 w 15"/>
                  <a:gd name="T47" fmla="*/ 14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5" h="15">
                    <a:moveTo>
                      <a:pt x="9" y="3"/>
                    </a:moveTo>
                    <a:cubicBezTo>
                      <a:pt x="3" y="10"/>
                      <a:pt x="3" y="10"/>
                      <a:pt x="3" y="10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5" y="12"/>
                      <a:pt x="6" y="12"/>
                      <a:pt x="6" y="12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3"/>
                      <a:pt x="8" y="13"/>
                      <a:pt x="9" y="12"/>
                    </a:cubicBezTo>
                    <a:cubicBezTo>
                      <a:pt x="9" y="12"/>
                      <a:pt x="10" y="11"/>
                      <a:pt x="11" y="10"/>
                    </a:cubicBezTo>
                    <a:cubicBezTo>
                      <a:pt x="11" y="10"/>
                      <a:pt x="12" y="9"/>
                      <a:pt x="12" y="8"/>
                    </a:cubicBezTo>
                    <a:cubicBezTo>
                      <a:pt x="12" y="8"/>
                      <a:pt x="12" y="7"/>
                      <a:pt x="12" y="7"/>
                    </a:cubicBezTo>
                    <a:cubicBezTo>
                      <a:pt x="12" y="7"/>
                      <a:pt x="12" y="6"/>
                      <a:pt x="12" y="6"/>
                    </a:cubicBezTo>
                    <a:cubicBezTo>
                      <a:pt x="11" y="5"/>
                      <a:pt x="11" y="5"/>
                      <a:pt x="10" y="4"/>
                    </a:cubicBezTo>
                    <a:cubicBezTo>
                      <a:pt x="9" y="3"/>
                      <a:pt x="9" y="3"/>
                      <a:pt x="9" y="3"/>
                    </a:cubicBezTo>
                    <a:close/>
                    <a:moveTo>
                      <a:pt x="11" y="14"/>
                    </a:moveTo>
                    <a:cubicBezTo>
                      <a:pt x="10" y="15"/>
                      <a:pt x="9" y="15"/>
                      <a:pt x="8" y="15"/>
                    </a:cubicBezTo>
                    <a:cubicBezTo>
                      <a:pt x="7" y="15"/>
                      <a:pt x="7" y="15"/>
                      <a:pt x="6" y="15"/>
                    </a:cubicBezTo>
                    <a:cubicBezTo>
                      <a:pt x="5" y="14"/>
                      <a:pt x="4" y="14"/>
                      <a:pt x="4" y="13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3" y="4"/>
                      <a:pt x="14" y="4"/>
                      <a:pt x="14" y="5"/>
                    </a:cubicBezTo>
                    <a:cubicBezTo>
                      <a:pt x="15" y="6"/>
                      <a:pt x="15" y="6"/>
                      <a:pt x="15" y="7"/>
                    </a:cubicBezTo>
                    <a:cubicBezTo>
                      <a:pt x="15" y="8"/>
                      <a:pt x="15" y="9"/>
                      <a:pt x="14" y="10"/>
                    </a:cubicBezTo>
                    <a:cubicBezTo>
                      <a:pt x="14" y="10"/>
                      <a:pt x="14" y="11"/>
                      <a:pt x="13" y="12"/>
                    </a:cubicBezTo>
                    <a:cubicBezTo>
                      <a:pt x="12" y="13"/>
                      <a:pt x="11" y="14"/>
                      <a:pt x="11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1" name="ïsľíḋè">
                <a:extLst>
                  <a:ext uri="{FF2B5EF4-FFF2-40B4-BE49-F238E27FC236}">
                    <a16:creationId xmlns:a16="http://schemas.microsoft.com/office/drawing/2014/main" id="{91F4A257-2A0F-4CD8-915C-0D17C78D509D}"/>
                  </a:ext>
                </a:extLst>
              </p:cNvPr>
              <p:cNvSpPr/>
              <p:nvPr/>
            </p:nvSpPr>
            <p:spPr bwMode="auto">
              <a:xfrm>
                <a:off x="4913313" y="3605213"/>
                <a:ext cx="58738" cy="57150"/>
              </a:xfrm>
              <a:custGeom>
                <a:avLst/>
                <a:gdLst>
                  <a:gd name="T0" fmla="*/ 37 w 37"/>
                  <a:gd name="T1" fmla="*/ 17 h 36"/>
                  <a:gd name="T2" fmla="*/ 14 w 37"/>
                  <a:gd name="T3" fmla="*/ 36 h 36"/>
                  <a:gd name="T4" fmla="*/ 10 w 37"/>
                  <a:gd name="T5" fmla="*/ 32 h 36"/>
                  <a:gd name="T6" fmla="*/ 18 w 37"/>
                  <a:gd name="T7" fmla="*/ 11 h 36"/>
                  <a:gd name="T8" fmla="*/ 4 w 37"/>
                  <a:gd name="T9" fmla="*/ 21 h 36"/>
                  <a:gd name="T10" fmla="*/ 0 w 37"/>
                  <a:gd name="T11" fmla="*/ 19 h 36"/>
                  <a:gd name="T12" fmla="*/ 20 w 37"/>
                  <a:gd name="T13" fmla="*/ 0 h 36"/>
                  <a:gd name="T14" fmla="*/ 25 w 37"/>
                  <a:gd name="T15" fmla="*/ 5 h 36"/>
                  <a:gd name="T16" fmla="*/ 18 w 37"/>
                  <a:gd name="T17" fmla="*/ 26 h 36"/>
                  <a:gd name="T18" fmla="*/ 33 w 37"/>
                  <a:gd name="T19" fmla="*/ 13 h 36"/>
                  <a:gd name="T20" fmla="*/ 37 w 37"/>
                  <a:gd name="T21" fmla="*/ 1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7" h="36">
                    <a:moveTo>
                      <a:pt x="37" y="17"/>
                    </a:moveTo>
                    <a:lnTo>
                      <a:pt x="14" y="36"/>
                    </a:lnTo>
                    <a:lnTo>
                      <a:pt x="10" y="32"/>
                    </a:lnTo>
                    <a:lnTo>
                      <a:pt x="18" y="11"/>
                    </a:lnTo>
                    <a:lnTo>
                      <a:pt x="4" y="21"/>
                    </a:lnTo>
                    <a:lnTo>
                      <a:pt x="0" y="19"/>
                    </a:lnTo>
                    <a:lnTo>
                      <a:pt x="20" y="0"/>
                    </a:lnTo>
                    <a:lnTo>
                      <a:pt x="25" y="5"/>
                    </a:lnTo>
                    <a:lnTo>
                      <a:pt x="18" y="26"/>
                    </a:lnTo>
                    <a:lnTo>
                      <a:pt x="33" y="13"/>
                    </a:lnTo>
                    <a:lnTo>
                      <a:pt x="37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2" name="iśļídé">
                <a:extLst>
                  <a:ext uri="{FF2B5EF4-FFF2-40B4-BE49-F238E27FC236}">
                    <a16:creationId xmlns:a16="http://schemas.microsoft.com/office/drawing/2014/main" id="{10EE661D-0A71-4477-BCFC-A73FF2DB2545}"/>
                  </a:ext>
                </a:extLst>
              </p:cNvPr>
              <p:cNvSpPr/>
              <p:nvPr/>
            </p:nvSpPr>
            <p:spPr bwMode="auto">
              <a:xfrm>
                <a:off x="4883150" y="3579813"/>
                <a:ext cx="52388" cy="46038"/>
              </a:xfrm>
              <a:custGeom>
                <a:avLst/>
                <a:gdLst>
                  <a:gd name="T0" fmla="*/ 0 w 33"/>
                  <a:gd name="T1" fmla="*/ 4 h 29"/>
                  <a:gd name="T2" fmla="*/ 31 w 33"/>
                  <a:gd name="T3" fmla="*/ 0 h 29"/>
                  <a:gd name="T4" fmla="*/ 33 w 33"/>
                  <a:gd name="T5" fmla="*/ 4 h 29"/>
                  <a:gd name="T6" fmla="*/ 14 w 33"/>
                  <a:gd name="T7" fmla="*/ 29 h 29"/>
                  <a:gd name="T8" fmla="*/ 10 w 33"/>
                  <a:gd name="T9" fmla="*/ 23 h 29"/>
                  <a:gd name="T10" fmla="*/ 16 w 33"/>
                  <a:gd name="T11" fmla="*/ 16 h 29"/>
                  <a:gd name="T12" fmla="*/ 10 w 33"/>
                  <a:gd name="T13" fmla="*/ 8 h 29"/>
                  <a:gd name="T14" fmla="*/ 4 w 33"/>
                  <a:gd name="T15" fmla="*/ 8 h 29"/>
                  <a:gd name="T16" fmla="*/ 0 w 33"/>
                  <a:gd name="T17" fmla="*/ 4 h 29"/>
                  <a:gd name="T18" fmla="*/ 0 w 33"/>
                  <a:gd name="T19" fmla="*/ 4 h 29"/>
                  <a:gd name="T20" fmla="*/ 19 w 33"/>
                  <a:gd name="T21" fmla="*/ 14 h 29"/>
                  <a:gd name="T22" fmla="*/ 27 w 33"/>
                  <a:gd name="T23" fmla="*/ 4 h 29"/>
                  <a:gd name="T24" fmla="*/ 14 w 33"/>
                  <a:gd name="T25" fmla="*/ 6 h 29"/>
                  <a:gd name="T26" fmla="*/ 19 w 33"/>
                  <a:gd name="T27" fmla="*/ 14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3" h="29">
                    <a:moveTo>
                      <a:pt x="0" y="4"/>
                    </a:moveTo>
                    <a:lnTo>
                      <a:pt x="31" y="0"/>
                    </a:lnTo>
                    <a:lnTo>
                      <a:pt x="33" y="4"/>
                    </a:lnTo>
                    <a:lnTo>
                      <a:pt x="14" y="29"/>
                    </a:lnTo>
                    <a:lnTo>
                      <a:pt x="10" y="23"/>
                    </a:lnTo>
                    <a:lnTo>
                      <a:pt x="16" y="16"/>
                    </a:lnTo>
                    <a:lnTo>
                      <a:pt x="10" y="8"/>
                    </a:lnTo>
                    <a:lnTo>
                      <a:pt x="4" y="8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  <a:moveTo>
                      <a:pt x="19" y="14"/>
                    </a:moveTo>
                    <a:lnTo>
                      <a:pt x="27" y="4"/>
                    </a:lnTo>
                    <a:lnTo>
                      <a:pt x="14" y="6"/>
                    </a:lnTo>
                    <a:lnTo>
                      <a:pt x="19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3" name="iṥlïḑé">
                <a:extLst>
                  <a:ext uri="{FF2B5EF4-FFF2-40B4-BE49-F238E27FC236}">
                    <a16:creationId xmlns:a16="http://schemas.microsoft.com/office/drawing/2014/main" id="{64D7C10C-C1B1-44FA-BB1E-78E008BACE0B}"/>
                  </a:ext>
                </a:extLst>
              </p:cNvPr>
              <p:cNvSpPr/>
              <p:nvPr/>
            </p:nvSpPr>
            <p:spPr bwMode="auto">
              <a:xfrm>
                <a:off x="4865688" y="3525838"/>
                <a:ext cx="53975" cy="49213"/>
              </a:xfrm>
              <a:custGeom>
                <a:avLst/>
                <a:gdLst>
                  <a:gd name="T0" fmla="*/ 15 w 34"/>
                  <a:gd name="T1" fmla="*/ 10 h 31"/>
                  <a:gd name="T2" fmla="*/ 2 w 34"/>
                  <a:gd name="T3" fmla="*/ 15 h 31"/>
                  <a:gd name="T4" fmla="*/ 0 w 34"/>
                  <a:gd name="T5" fmla="*/ 8 h 31"/>
                  <a:gd name="T6" fmla="*/ 27 w 34"/>
                  <a:gd name="T7" fmla="*/ 0 h 31"/>
                  <a:gd name="T8" fmla="*/ 30 w 34"/>
                  <a:gd name="T9" fmla="*/ 4 h 31"/>
                  <a:gd name="T10" fmla="*/ 19 w 34"/>
                  <a:gd name="T11" fmla="*/ 8 h 31"/>
                  <a:gd name="T12" fmla="*/ 21 w 34"/>
                  <a:gd name="T13" fmla="*/ 19 h 31"/>
                  <a:gd name="T14" fmla="*/ 34 w 34"/>
                  <a:gd name="T15" fmla="*/ 15 h 31"/>
                  <a:gd name="T16" fmla="*/ 34 w 34"/>
                  <a:gd name="T17" fmla="*/ 21 h 31"/>
                  <a:gd name="T18" fmla="*/ 9 w 34"/>
                  <a:gd name="T19" fmla="*/ 31 h 31"/>
                  <a:gd name="T20" fmla="*/ 7 w 34"/>
                  <a:gd name="T21" fmla="*/ 25 h 31"/>
                  <a:gd name="T22" fmla="*/ 17 w 34"/>
                  <a:gd name="T23" fmla="*/ 21 h 31"/>
                  <a:gd name="T24" fmla="*/ 15 w 34"/>
                  <a:gd name="T25" fmla="*/ 1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4" h="31">
                    <a:moveTo>
                      <a:pt x="15" y="10"/>
                    </a:moveTo>
                    <a:lnTo>
                      <a:pt x="2" y="15"/>
                    </a:lnTo>
                    <a:lnTo>
                      <a:pt x="0" y="8"/>
                    </a:lnTo>
                    <a:lnTo>
                      <a:pt x="27" y="0"/>
                    </a:lnTo>
                    <a:lnTo>
                      <a:pt x="30" y="4"/>
                    </a:lnTo>
                    <a:lnTo>
                      <a:pt x="19" y="8"/>
                    </a:lnTo>
                    <a:lnTo>
                      <a:pt x="21" y="19"/>
                    </a:lnTo>
                    <a:lnTo>
                      <a:pt x="34" y="15"/>
                    </a:lnTo>
                    <a:lnTo>
                      <a:pt x="34" y="21"/>
                    </a:lnTo>
                    <a:lnTo>
                      <a:pt x="9" y="31"/>
                    </a:lnTo>
                    <a:lnTo>
                      <a:pt x="7" y="25"/>
                    </a:lnTo>
                    <a:lnTo>
                      <a:pt x="17" y="21"/>
                    </a:lnTo>
                    <a:lnTo>
                      <a:pt x="15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4" name="îṧḷiḑé">
                <a:extLst>
                  <a:ext uri="{FF2B5EF4-FFF2-40B4-BE49-F238E27FC236}">
                    <a16:creationId xmlns:a16="http://schemas.microsoft.com/office/drawing/2014/main" id="{7539DE5E-FC79-4564-BE36-C204A33D1E11}"/>
                  </a:ext>
                </a:extLst>
              </p:cNvPr>
              <p:cNvSpPr/>
              <p:nvPr/>
            </p:nvSpPr>
            <p:spPr bwMode="auto">
              <a:xfrm>
                <a:off x="4856163" y="3486151"/>
                <a:ext cx="49213" cy="39688"/>
              </a:xfrm>
              <a:custGeom>
                <a:avLst/>
                <a:gdLst>
                  <a:gd name="T0" fmla="*/ 4 w 15"/>
                  <a:gd name="T1" fmla="*/ 1 h 12"/>
                  <a:gd name="T2" fmla="*/ 5 w 15"/>
                  <a:gd name="T3" fmla="*/ 3 h 12"/>
                  <a:gd name="T4" fmla="*/ 3 w 15"/>
                  <a:gd name="T5" fmla="*/ 4 h 12"/>
                  <a:gd name="T6" fmla="*/ 3 w 15"/>
                  <a:gd name="T7" fmla="*/ 6 h 12"/>
                  <a:gd name="T8" fmla="*/ 4 w 15"/>
                  <a:gd name="T9" fmla="*/ 8 h 12"/>
                  <a:gd name="T10" fmla="*/ 5 w 15"/>
                  <a:gd name="T11" fmla="*/ 9 h 12"/>
                  <a:gd name="T12" fmla="*/ 6 w 15"/>
                  <a:gd name="T13" fmla="*/ 8 h 12"/>
                  <a:gd name="T14" fmla="*/ 6 w 15"/>
                  <a:gd name="T15" fmla="*/ 7 h 12"/>
                  <a:gd name="T16" fmla="*/ 6 w 15"/>
                  <a:gd name="T17" fmla="*/ 5 h 12"/>
                  <a:gd name="T18" fmla="*/ 7 w 15"/>
                  <a:gd name="T19" fmla="*/ 2 h 12"/>
                  <a:gd name="T20" fmla="*/ 10 w 15"/>
                  <a:gd name="T21" fmla="*/ 0 h 12"/>
                  <a:gd name="T22" fmla="*/ 12 w 15"/>
                  <a:gd name="T23" fmla="*/ 0 h 12"/>
                  <a:gd name="T24" fmla="*/ 13 w 15"/>
                  <a:gd name="T25" fmla="*/ 2 h 12"/>
                  <a:gd name="T26" fmla="*/ 14 w 15"/>
                  <a:gd name="T27" fmla="*/ 4 h 12"/>
                  <a:gd name="T28" fmla="*/ 14 w 15"/>
                  <a:gd name="T29" fmla="*/ 8 h 12"/>
                  <a:gd name="T30" fmla="*/ 11 w 15"/>
                  <a:gd name="T31" fmla="*/ 10 h 12"/>
                  <a:gd name="T32" fmla="*/ 11 w 15"/>
                  <a:gd name="T33" fmla="*/ 7 h 12"/>
                  <a:gd name="T34" fmla="*/ 12 w 15"/>
                  <a:gd name="T35" fmla="*/ 6 h 12"/>
                  <a:gd name="T36" fmla="*/ 12 w 15"/>
                  <a:gd name="T37" fmla="*/ 5 h 12"/>
                  <a:gd name="T38" fmla="*/ 11 w 15"/>
                  <a:gd name="T39" fmla="*/ 3 h 12"/>
                  <a:gd name="T40" fmla="*/ 10 w 15"/>
                  <a:gd name="T41" fmla="*/ 3 h 12"/>
                  <a:gd name="T42" fmla="*/ 10 w 15"/>
                  <a:gd name="T43" fmla="*/ 3 h 12"/>
                  <a:gd name="T44" fmla="*/ 9 w 15"/>
                  <a:gd name="T45" fmla="*/ 6 h 12"/>
                  <a:gd name="T46" fmla="*/ 9 w 15"/>
                  <a:gd name="T47" fmla="*/ 9 h 12"/>
                  <a:gd name="T48" fmla="*/ 8 w 15"/>
                  <a:gd name="T49" fmla="*/ 10 h 12"/>
                  <a:gd name="T50" fmla="*/ 6 w 15"/>
                  <a:gd name="T51" fmla="*/ 11 h 12"/>
                  <a:gd name="T52" fmla="*/ 3 w 15"/>
                  <a:gd name="T53" fmla="*/ 11 h 12"/>
                  <a:gd name="T54" fmla="*/ 1 w 15"/>
                  <a:gd name="T55" fmla="*/ 10 h 12"/>
                  <a:gd name="T56" fmla="*/ 0 w 15"/>
                  <a:gd name="T57" fmla="*/ 7 h 12"/>
                  <a:gd name="T58" fmla="*/ 1 w 15"/>
                  <a:gd name="T59" fmla="*/ 3 h 12"/>
                  <a:gd name="T60" fmla="*/ 4 w 15"/>
                  <a:gd name="T61" fmla="*/ 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" h="12">
                    <a:moveTo>
                      <a:pt x="4" y="1"/>
                    </a:moveTo>
                    <a:cubicBezTo>
                      <a:pt x="5" y="3"/>
                      <a:pt x="5" y="3"/>
                      <a:pt x="5" y="3"/>
                    </a:cubicBezTo>
                    <a:cubicBezTo>
                      <a:pt x="4" y="3"/>
                      <a:pt x="3" y="4"/>
                      <a:pt x="3" y="4"/>
                    </a:cubicBezTo>
                    <a:cubicBezTo>
                      <a:pt x="3" y="5"/>
                      <a:pt x="3" y="6"/>
                      <a:pt x="3" y="6"/>
                    </a:cubicBezTo>
                    <a:cubicBezTo>
                      <a:pt x="3" y="7"/>
                      <a:pt x="3" y="8"/>
                      <a:pt x="4" y="8"/>
                    </a:cubicBezTo>
                    <a:cubicBezTo>
                      <a:pt x="4" y="9"/>
                      <a:pt x="5" y="9"/>
                      <a:pt x="5" y="9"/>
                    </a:cubicBezTo>
                    <a:cubicBezTo>
                      <a:pt x="5" y="9"/>
                      <a:pt x="6" y="8"/>
                      <a:pt x="6" y="8"/>
                    </a:cubicBezTo>
                    <a:cubicBezTo>
                      <a:pt x="6" y="8"/>
                      <a:pt x="6" y="8"/>
                      <a:pt x="6" y="7"/>
                    </a:cubicBezTo>
                    <a:cubicBezTo>
                      <a:pt x="6" y="7"/>
                      <a:pt x="6" y="6"/>
                      <a:pt x="6" y="5"/>
                    </a:cubicBezTo>
                    <a:cubicBezTo>
                      <a:pt x="7" y="3"/>
                      <a:pt x="7" y="2"/>
                      <a:pt x="7" y="2"/>
                    </a:cubicBezTo>
                    <a:cubicBezTo>
                      <a:pt x="8" y="1"/>
                      <a:pt x="9" y="0"/>
                      <a:pt x="10" y="0"/>
                    </a:cubicBezTo>
                    <a:cubicBezTo>
                      <a:pt x="10" y="0"/>
                      <a:pt x="11" y="0"/>
                      <a:pt x="12" y="0"/>
                    </a:cubicBezTo>
                    <a:cubicBezTo>
                      <a:pt x="12" y="1"/>
                      <a:pt x="13" y="1"/>
                      <a:pt x="13" y="2"/>
                    </a:cubicBezTo>
                    <a:cubicBezTo>
                      <a:pt x="14" y="2"/>
                      <a:pt x="14" y="3"/>
                      <a:pt x="14" y="4"/>
                    </a:cubicBezTo>
                    <a:cubicBezTo>
                      <a:pt x="15" y="6"/>
                      <a:pt x="14" y="7"/>
                      <a:pt x="14" y="8"/>
                    </a:cubicBezTo>
                    <a:cubicBezTo>
                      <a:pt x="13" y="9"/>
                      <a:pt x="12" y="10"/>
                      <a:pt x="11" y="10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1" y="7"/>
                      <a:pt x="12" y="7"/>
                      <a:pt x="12" y="6"/>
                    </a:cubicBezTo>
                    <a:cubicBezTo>
                      <a:pt x="12" y="6"/>
                      <a:pt x="12" y="5"/>
                      <a:pt x="12" y="5"/>
                    </a:cubicBezTo>
                    <a:cubicBezTo>
                      <a:pt x="12" y="4"/>
                      <a:pt x="12" y="3"/>
                      <a:pt x="11" y="3"/>
                    </a:cubicBezTo>
                    <a:cubicBezTo>
                      <a:pt x="11" y="3"/>
                      <a:pt x="11" y="2"/>
                      <a:pt x="10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9" y="3"/>
                      <a:pt x="9" y="4"/>
                      <a:pt x="9" y="6"/>
                    </a:cubicBezTo>
                    <a:cubicBezTo>
                      <a:pt x="9" y="7"/>
                      <a:pt x="9" y="8"/>
                      <a:pt x="9" y="9"/>
                    </a:cubicBezTo>
                    <a:cubicBezTo>
                      <a:pt x="8" y="9"/>
                      <a:pt x="8" y="10"/>
                      <a:pt x="8" y="10"/>
                    </a:cubicBezTo>
                    <a:cubicBezTo>
                      <a:pt x="7" y="11"/>
                      <a:pt x="6" y="11"/>
                      <a:pt x="6" y="11"/>
                    </a:cubicBezTo>
                    <a:cubicBezTo>
                      <a:pt x="5" y="12"/>
                      <a:pt x="4" y="11"/>
                      <a:pt x="3" y="11"/>
                    </a:cubicBezTo>
                    <a:cubicBezTo>
                      <a:pt x="3" y="11"/>
                      <a:pt x="2" y="10"/>
                      <a:pt x="1" y="10"/>
                    </a:cubicBezTo>
                    <a:cubicBezTo>
                      <a:pt x="1" y="9"/>
                      <a:pt x="1" y="8"/>
                      <a:pt x="0" y="7"/>
                    </a:cubicBezTo>
                    <a:cubicBezTo>
                      <a:pt x="0" y="5"/>
                      <a:pt x="0" y="4"/>
                      <a:pt x="1" y="3"/>
                    </a:cubicBezTo>
                    <a:cubicBezTo>
                      <a:pt x="2" y="2"/>
                      <a:pt x="3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5" name="ïṣḷîďé">
                <a:extLst>
                  <a:ext uri="{FF2B5EF4-FFF2-40B4-BE49-F238E27FC236}">
                    <a16:creationId xmlns:a16="http://schemas.microsoft.com/office/drawing/2014/main" id="{A365E589-706F-4B3F-B387-7E7476A019D5}"/>
                  </a:ext>
                </a:extLst>
              </p:cNvPr>
              <p:cNvSpPr/>
              <p:nvPr/>
            </p:nvSpPr>
            <p:spPr bwMode="auto">
              <a:xfrm>
                <a:off x="4916488" y="3205163"/>
                <a:ext cx="474663" cy="477838"/>
              </a:xfrm>
              <a:custGeom>
                <a:avLst/>
                <a:gdLst>
                  <a:gd name="T0" fmla="*/ 72 w 144"/>
                  <a:gd name="T1" fmla="*/ 143 h 143"/>
                  <a:gd name="T2" fmla="*/ 0 w 144"/>
                  <a:gd name="T3" fmla="*/ 72 h 143"/>
                  <a:gd name="T4" fmla="*/ 72 w 144"/>
                  <a:gd name="T5" fmla="*/ 0 h 143"/>
                  <a:gd name="T6" fmla="*/ 144 w 144"/>
                  <a:gd name="T7" fmla="*/ 72 h 143"/>
                  <a:gd name="T8" fmla="*/ 72 w 144"/>
                  <a:gd name="T9" fmla="*/ 143 h 143"/>
                  <a:gd name="T10" fmla="*/ 3 w 144"/>
                  <a:gd name="T11" fmla="*/ 72 h 143"/>
                  <a:gd name="T12" fmla="*/ 10 w 144"/>
                  <a:gd name="T13" fmla="*/ 102 h 143"/>
                  <a:gd name="T14" fmla="*/ 133 w 144"/>
                  <a:gd name="T15" fmla="*/ 102 h 143"/>
                  <a:gd name="T16" fmla="*/ 141 w 144"/>
                  <a:gd name="T17" fmla="*/ 72 h 143"/>
                  <a:gd name="T18" fmla="*/ 72 w 144"/>
                  <a:gd name="T19" fmla="*/ 3 h 143"/>
                  <a:gd name="T20" fmla="*/ 3 w 144"/>
                  <a:gd name="T21" fmla="*/ 72 h 143"/>
                  <a:gd name="T22" fmla="*/ 132 w 144"/>
                  <a:gd name="T23" fmla="*/ 106 h 143"/>
                  <a:gd name="T24" fmla="*/ 12 w 144"/>
                  <a:gd name="T25" fmla="*/ 106 h 143"/>
                  <a:gd name="T26" fmla="*/ 72 w 144"/>
                  <a:gd name="T27" fmla="*/ 140 h 143"/>
                  <a:gd name="T28" fmla="*/ 132 w 144"/>
                  <a:gd name="T29" fmla="*/ 106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4" h="143">
                    <a:moveTo>
                      <a:pt x="72" y="143"/>
                    </a:moveTo>
                    <a:cubicBezTo>
                      <a:pt x="32" y="143"/>
                      <a:pt x="0" y="111"/>
                      <a:pt x="0" y="72"/>
                    </a:cubicBezTo>
                    <a:cubicBezTo>
                      <a:pt x="0" y="32"/>
                      <a:pt x="32" y="0"/>
                      <a:pt x="72" y="0"/>
                    </a:cubicBezTo>
                    <a:cubicBezTo>
                      <a:pt x="111" y="0"/>
                      <a:pt x="144" y="32"/>
                      <a:pt x="144" y="72"/>
                    </a:cubicBezTo>
                    <a:cubicBezTo>
                      <a:pt x="144" y="111"/>
                      <a:pt x="111" y="143"/>
                      <a:pt x="72" y="143"/>
                    </a:cubicBezTo>
                    <a:close/>
                    <a:moveTo>
                      <a:pt x="3" y="72"/>
                    </a:moveTo>
                    <a:cubicBezTo>
                      <a:pt x="3" y="83"/>
                      <a:pt x="6" y="93"/>
                      <a:pt x="10" y="102"/>
                    </a:cubicBezTo>
                    <a:cubicBezTo>
                      <a:pt x="133" y="102"/>
                      <a:pt x="133" y="102"/>
                      <a:pt x="133" y="102"/>
                    </a:cubicBezTo>
                    <a:cubicBezTo>
                      <a:pt x="138" y="93"/>
                      <a:pt x="141" y="83"/>
                      <a:pt x="141" y="72"/>
                    </a:cubicBezTo>
                    <a:cubicBezTo>
                      <a:pt x="141" y="34"/>
                      <a:pt x="110" y="3"/>
                      <a:pt x="72" y="3"/>
                    </a:cubicBezTo>
                    <a:cubicBezTo>
                      <a:pt x="34" y="3"/>
                      <a:pt x="3" y="34"/>
                      <a:pt x="3" y="72"/>
                    </a:cubicBezTo>
                    <a:close/>
                    <a:moveTo>
                      <a:pt x="132" y="106"/>
                    </a:moveTo>
                    <a:cubicBezTo>
                      <a:pt x="12" y="106"/>
                      <a:pt x="12" y="106"/>
                      <a:pt x="12" y="106"/>
                    </a:cubicBezTo>
                    <a:cubicBezTo>
                      <a:pt x="24" y="126"/>
                      <a:pt x="46" y="140"/>
                      <a:pt x="72" y="140"/>
                    </a:cubicBezTo>
                    <a:cubicBezTo>
                      <a:pt x="97" y="140"/>
                      <a:pt x="120" y="126"/>
                      <a:pt x="132" y="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6" name="iṧḻîďé">
                <a:extLst>
                  <a:ext uri="{FF2B5EF4-FFF2-40B4-BE49-F238E27FC236}">
                    <a16:creationId xmlns:a16="http://schemas.microsoft.com/office/drawing/2014/main" id="{37DC4535-2BA3-49A9-953E-5F1EDD480300}"/>
                  </a:ext>
                </a:extLst>
              </p:cNvPr>
              <p:cNvSpPr/>
              <p:nvPr/>
            </p:nvSpPr>
            <p:spPr bwMode="auto">
              <a:xfrm>
                <a:off x="4948238" y="3235326"/>
                <a:ext cx="411163" cy="306388"/>
              </a:xfrm>
              <a:custGeom>
                <a:avLst/>
                <a:gdLst>
                  <a:gd name="T0" fmla="*/ 114 w 124"/>
                  <a:gd name="T1" fmla="*/ 68 h 92"/>
                  <a:gd name="T2" fmla="*/ 103 w 124"/>
                  <a:gd name="T3" fmla="*/ 62 h 92"/>
                  <a:gd name="T4" fmla="*/ 95 w 124"/>
                  <a:gd name="T5" fmla="*/ 68 h 92"/>
                  <a:gd name="T6" fmla="*/ 83 w 124"/>
                  <a:gd name="T7" fmla="*/ 62 h 92"/>
                  <a:gd name="T8" fmla="*/ 70 w 124"/>
                  <a:gd name="T9" fmla="*/ 81 h 92"/>
                  <a:gd name="T10" fmla="*/ 104 w 124"/>
                  <a:gd name="T11" fmla="*/ 76 h 92"/>
                  <a:gd name="T12" fmla="*/ 124 w 124"/>
                  <a:gd name="T13" fmla="*/ 83 h 92"/>
                  <a:gd name="T14" fmla="*/ 81 w 124"/>
                  <a:gd name="T15" fmla="*/ 84 h 92"/>
                  <a:gd name="T16" fmla="*/ 43 w 124"/>
                  <a:gd name="T17" fmla="*/ 84 h 92"/>
                  <a:gd name="T18" fmla="*/ 0 w 124"/>
                  <a:gd name="T19" fmla="*/ 83 h 92"/>
                  <a:gd name="T20" fmla="*/ 19 w 124"/>
                  <a:gd name="T21" fmla="*/ 76 h 92"/>
                  <a:gd name="T22" fmla="*/ 54 w 124"/>
                  <a:gd name="T23" fmla="*/ 81 h 92"/>
                  <a:gd name="T24" fmla="*/ 53 w 124"/>
                  <a:gd name="T25" fmla="*/ 62 h 92"/>
                  <a:gd name="T26" fmla="*/ 44 w 124"/>
                  <a:gd name="T27" fmla="*/ 55 h 92"/>
                  <a:gd name="T28" fmla="*/ 30 w 124"/>
                  <a:gd name="T29" fmla="*/ 66 h 92"/>
                  <a:gd name="T30" fmla="*/ 24 w 124"/>
                  <a:gd name="T31" fmla="*/ 55 h 92"/>
                  <a:gd name="T32" fmla="*/ 10 w 124"/>
                  <a:gd name="T33" fmla="*/ 66 h 92"/>
                  <a:gd name="T34" fmla="*/ 4 w 124"/>
                  <a:gd name="T35" fmla="*/ 56 h 92"/>
                  <a:gd name="T36" fmla="*/ 20 w 124"/>
                  <a:gd name="T37" fmla="*/ 47 h 92"/>
                  <a:gd name="T38" fmla="*/ 45 w 124"/>
                  <a:gd name="T39" fmla="*/ 35 h 92"/>
                  <a:gd name="T40" fmla="*/ 79 w 124"/>
                  <a:gd name="T41" fmla="*/ 35 h 92"/>
                  <a:gd name="T42" fmla="*/ 107 w 124"/>
                  <a:gd name="T43" fmla="*/ 53 h 92"/>
                  <a:gd name="T44" fmla="*/ 120 w 124"/>
                  <a:gd name="T45" fmla="*/ 62 h 92"/>
                  <a:gd name="T46" fmla="*/ 47 w 124"/>
                  <a:gd name="T47" fmla="*/ 47 h 92"/>
                  <a:gd name="T48" fmla="*/ 60 w 124"/>
                  <a:gd name="T49" fmla="*/ 37 h 92"/>
                  <a:gd name="T50" fmla="*/ 65 w 124"/>
                  <a:gd name="T51" fmla="*/ 48 h 92"/>
                  <a:gd name="T52" fmla="*/ 66 w 124"/>
                  <a:gd name="T53" fmla="*/ 55 h 92"/>
                  <a:gd name="T54" fmla="*/ 62 w 124"/>
                  <a:gd name="T55" fmla="*/ 17 h 92"/>
                  <a:gd name="T56" fmla="*/ 90 w 124"/>
                  <a:gd name="T57" fmla="*/ 35 h 92"/>
                  <a:gd name="T58" fmla="*/ 88 w 124"/>
                  <a:gd name="T59" fmla="*/ 54 h 92"/>
                  <a:gd name="T60" fmla="*/ 90 w 124"/>
                  <a:gd name="T61" fmla="*/ 35 h 92"/>
                  <a:gd name="T62" fmla="*/ 29 w 124"/>
                  <a:gd name="T63" fmla="*/ 47 h 92"/>
                  <a:gd name="T64" fmla="*/ 41 w 124"/>
                  <a:gd name="T65" fmla="*/ 42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24" h="92">
                    <a:moveTo>
                      <a:pt x="112" y="62"/>
                    </a:moveTo>
                    <a:cubicBezTo>
                      <a:pt x="114" y="68"/>
                      <a:pt x="114" y="68"/>
                      <a:pt x="114" y="68"/>
                    </a:cubicBezTo>
                    <a:cubicBezTo>
                      <a:pt x="105" y="68"/>
                      <a:pt x="105" y="68"/>
                      <a:pt x="105" y="68"/>
                    </a:cubicBezTo>
                    <a:cubicBezTo>
                      <a:pt x="103" y="62"/>
                      <a:pt x="103" y="62"/>
                      <a:pt x="103" y="62"/>
                    </a:cubicBezTo>
                    <a:cubicBezTo>
                      <a:pt x="92" y="62"/>
                      <a:pt x="92" y="62"/>
                      <a:pt x="92" y="62"/>
                    </a:cubicBezTo>
                    <a:cubicBezTo>
                      <a:pt x="95" y="68"/>
                      <a:pt x="95" y="68"/>
                      <a:pt x="95" y="68"/>
                    </a:cubicBezTo>
                    <a:cubicBezTo>
                      <a:pt x="86" y="68"/>
                      <a:pt x="86" y="68"/>
                      <a:pt x="86" y="68"/>
                    </a:cubicBezTo>
                    <a:cubicBezTo>
                      <a:pt x="83" y="62"/>
                      <a:pt x="83" y="62"/>
                      <a:pt x="83" y="62"/>
                    </a:cubicBezTo>
                    <a:cubicBezTo>
                      <a:pt x="67" y="62"/>
                      <a:pt x="67" y="62"/>
                      <a:pt x="67" y="62"/>
                    </a:cubicBezTo>
                    <a:cubicBezTo>
                      <a:pt x="70" y="81"/>
                      <a:pt x="70" y="81"/>
                      <a:pt x="70" y="81"/>
                    </a:cubicBezTo>
                    <a:cubicBezTo>
                      <a:pt x="70" y="81"/>
                      <a:pt x="73" y="83"/>
                      <a:pt x="81" y="77"/>
                    </a:cubicBezTo>
                    <a:cubicBezTo>
                      <a:pt x="81" y="77"/>
                      <a:pt x="92" y="88"/>
                      <a:pt x="104" y="76"/>
                    </a:cubicBezTo>
                    <a:cubicBezTo>
                      <a:pt x="104" y="76"/>
                      <a:pt x="112" y="85"/>
                      <a:pt x="122" y="77"/>
                    </a:cubicBezTo>
                    <a:cubicBezTo>
                      <a:pt x="124" y="83"/>
                      <a:pt x="124" y="83"/>
                      <a:pt x="124" y="83"/>
                    </a:cubicBezTo>
                    <a:cubicBezTo>
                      <a:pt x="124" y="83"/>
                      <a:pt x="115" y="90"/>
                      <a:pt x="104" y="84"/>
                    </a:cubicBezTo>
                    <a:cubicBezTo>
                      <a:pt x="104" y="84"/>
                      <a:pt x="92" y="92"/>
                      <a:pt x="81" y="84"/>
                    </a:cubicBezTo>
                    <a:cubicBezTo>
                      <a:pt x="81" y="84"/>
                      <a:pt x="70" y="92"/>
                      <a:pt x="62" y="84"/>
                    </a:cubicBezTo>
                    <a:cubicBezTo>
                      <a:pt x="62" y="84"/>
                      <a:pt x="56" y="92"/>
                      <a:pt x="43" y="84"/>
                    </a:cubicBezTo>
                    <a:cubicBezTo>
                      <a:pt x="43" y="84"/>
                      <a:pt x="33" y="92"/>
                      <a:pt x="19" y="83"/>
                    </a:cubicBezTo>
                    <a:cubicBezTo>
                      <a:pt x="19" y="83"/>
                      <a:pt x="10" y="90"/>
                      <a:pt x="0" y="83"/>
                    </a:cubicBezTo>
                    <a:cubicBezTo>
                      <a:pt x="2" y="78"/>
                      <a:pt x="2" y="78"/>
                      <a:pt x="2" y="78"/>
                    </a:cubicBezTo>
                    <a:cubicBezTo>
                      <a:pt x="2" y="78"/>
                      <a:pt x="11" y="85"/>
                      <a:pt x="19" y="76"/>
                    </a:cubicBezTo>
                    <a:cubicBezTo>
                      <a:pt x="19" y="76"/>
                      <a:pt x="30" y="88"/>
                      <a:pt x="43" y="77"/>
                    </a:cubicBezTo>
                    <a:cubicBezTo>
                      <a:pt x="43" y="77"/>
                      <a:pt x="50" y="82"/>
                      <a:pt x="54" y="81"/>
                    </a:cubicBezTo>
                    <a:cubicBezTo>
                      <a:pt x="57" y="62"/>
                      <a:pt x="57" y="62"/>
                      <a:pt x="57" y="62"/>
                    </a:cubicBezTo>
                    <a:cubicBezTo>
                      <a:pt x="53" y="62"/>
                      <a:pt x="53" y="62"/>
                      <a:pt x="53" y="62"/>
                    </a:cubicBezTo>
                    <a:cubicBezTo>
                      <a:pt x="58" y="55"/>
                      <a:pt x="58" y="55"/>
                      <a:pt x="58" y="55"/>
                    </a:cubicBezTo>
                    <a:cubicBezTo>
                      <a:pt x="44" y="55"/>
                      <a:pt x="44" y="55"/>
                      <a:pt x="44" y="55"/>
                    </a:cubicBezTo>
                    <a:cubicBezTo>
                      <a:pt x="39" y="66"/>
                      <a:pt x="39" y="66"/>
                      <a:pt x="39" y="66"/>
                    </a:cubicBezTo>
                    <a:cubicBezTo>
                      <a:pt x="30" y="66"/>
                      <a:pt x="30" y="66"/>
                      <a:pt x="30" y="66"/>
                    </a:cubicBezTo>
                    <a:cubicBezTo>
                      <a:pt x="35" y="55"/>
                      <a:pt x="35" y="55"/>
                      <a:pt x="35" y="55"/>
                    </a:cubicBezTo>
                    <a:cubicBezTo>
                      <a:pt x="24" y="55"/>
                      <a:pt x="24" y="55"/>
                      <a:pt x="24" y="55"/>
                    </a:cubicBezTo>
                    <a:cubicBezTo>
                      <a:pt x="19" y="66"/>
                      <a:pt x="19" y="66"/>
                      <a:pt x="19" y="66"/>
                    </a:cubicBezTo>
                    <a:cubicBezTo>
                      <a:pt x="10" y="66"/>
                      <a:pt x="10" y="66"/>
                      <a:pt x="10" y="66"/>
                    </a:cubicBezTo>
                    <a:cubicBezTo>
                      <a:pt x="15" y="55"/>
                      <a:pt x="15" y="55"/>
                      <a:pt x="15" y="55"/>
                    </a:cubicBezTo>
                    <a:cubicBezTo>
                      <a:pt x="4" y="56"/>
                      <a:pt x="4" y="56"/>
                      <a:pt x="4" y="5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20" y="47"/>
                      <a:pt x="20" y="47"/>
                      <a:pt x="20" y="47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45" y="35"/>
                      <a:pt x="45" y="35"/>
                      <a:pt x="45" y="35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79" y="35"/>
                      <a:pt x="79" y="35"/>
                      <a:pt x="79" y="35"/>
                    </a:cubicBezTo>
                    <a:cubicBezTo>
                      <a:pt x="92" y="22"/>
                      <a:pt x="92" y="22"/>
                      <a:pt x="92" y="22"/>
                    </a:cubicBezTo>
                    <a:cubicBezTo>
                      <a:pt x="107" y="53"/>
                      <a:pt x="107" y="53"/>
                      <a:pt x="107" y="53"/>
                    </a:cubicBezTo>
                    <a:cubicBezTo>
                      <a:pt x="120" y="53"/>
                      <a:pt x="120" y="53"/>
                      <a:pt x="120" y="53"/>
                    </a:cubicBezTo>
                    <a:cubicBezTo>
                      <a:pt x="120" y="62"/>
                      <a:pt x="120" y="62"/>
                      <a:pt x="120" y="62"/>
                    </a:cubicBezTo>
                    <a:cubicBezTo>
                      <a:pt x="112" y="62"/>
                      <a:pt x="112" y="62"/>
                      <a:pt x="112" y="62"/>
                    </a:cubicBezTo>
                    <a:close/>
                    <a:moveTo>
                      <a:pt x="47" y="47"/>
                    </a:moveTo>
                    <a:cubicBezTo>
                      <a:pt x="58" y="48"/>
                      <a:pt x="58" y="48"/>
                      <a:pt x="58" y="48"/>
                    </a:cubicBezTo>
                    <a:cubicBezTo>
                      <a:pt x="60" y="37"/>
                      <a:pt x="60" y="37"/>
                      <a:pt x="60" y="37"/>
                    </a:cubicBezTo>
                    <a:cubicBezTo>
                      <a:pt x="64" y="37"/>
                      <a:pt x="64" y="37"/>
                      <a:pt x="64" y="37"/>
                    </a:cubicBezTo>
                    <a:cubicBezTo>
                      <a:pt x="65" y="48"/>
                      <a:pt x="65" y="48"/>
                      <a:pt x="65" y="48"/>
                    </a:cubicBezTo>
                    <a:cubicBezTo>
                      <a:pt x="71" y="48"/>
                      <a:pt x="71" y="48"/>
                      <a:pt x="71" y="48"/>
                    </a:cubicBezTo>
                    <a:cubicBezTo>
                      <a:pt x="66" y="55"/>
                      <a:pt x="66" y="55"/>
                      <a:pt x="66" y="55"/>
                    </a:cubicBezTo>
                    <a:cubicBezTo>
                      <a:pt x="79" y="54"/>
                      <a:pt x="79" y="54"/>
                      <a:pt x="79" y="54"/>
                    </a:cubicBezTo>
                    <a:cubicBezTo>
                      <a:pt x="62" y="17"/>
                      <a:pt x="62" y="17"/>
                      <a:pt x="62" y="17"/>
                    </a:cubicBezTo>
                    <a:cubicBezTo>
                      <a:pt x="47" y="47"/>
                      <a:pt x="47" y="47"/>
                      <a:pt x="47" y="47"/>
                    </a:cubicBezTo>
                    <a:close/>
                    <a:moveTo>
                      <a:pt x="90" y="35"/>
                    </a:moveTo>
                    <a:cubicBezTo>
                      <a:pt x="83" y="42"/>
                      <a:pt x="83" y="42"/>
                      <a:pt x="83" y="42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99" y="54"/>
                      <a:pt x="99" y="54"/>
                      <a:pt x="99" y="54"/>
                    </a:cubicBezTo>
                    <a:cubicBezTo>
                      <a:pt x="90" y="35"/>
                      <a:pt x="90" y="35"/>
                      <a:pt x="90" y="35"/>
                    </a:cubicBezTo>
                    <a:close/>
                    <a:moveTo>
                      <a:pt x="34" y="35"/>
                    </a:moveTo>
                    <a:cubicBezTo>
                      <a:pt x="29" y="47"/>
                      <a:pt x="29" y="47"/>
                      <a:pt x="29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41" y="42"/>
                      <a:pt x="41" y="42"/>
                      <a:pt x="41" y="42"/>
                    </a:cubicBezTo>
                    <a:lnTo>
                      <a:pt x="34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7" name="îṡ1íḓè">
                <a:extLst>
                  <a:ext uri="{FF2B5EF4-FFF2-40B4-BE49-F238E27FC236}">
                    <a16:creationId xmlns:a16="http://schemas.microsoft.com/office/drawing/2014/main" id="{34EE4143-C8BE-463F-BDAE-827CCA818386}"/>
                  </a:ext>
                </a:extLst>
              </p:cNvPr>
              <p:cNvSpPr/>
              <p:nvPr/>
            </p:nvSpPr>
            <p:spPr bwMode="auto">
              <a:xfrm>
                <a:off x="5375275" y="3316288"/>
                <a:ext cx="88900" cy="58738"/>
              </a:xfrm>
              <a:custGeom>
                <a:avLst/>
                <a:gdLst>
                  <a:gd name="T0" fmla="*/ 2 w 27"/>
                  <a:gd name="T1" fmla="*/ 7 h 18"/>
                  <a:gd name="T2" fmla="*/ 4 w 27"/>
                  <a:gd name="T3" fmla="*/ 12 h 18"/>
                  <a:gd name="T4" fmla="*/ 6 w 27"/>
                  <a:gd name="T5" fmla="*/ 10 h 18"/>
                  <a:gd name="T6" fmla="*/ 5 w 27"/>
                  <a:gd name="T7" fmla="*/ 8 h 18"/>
                  <a:gd name="T8" fmla="*/ 2 w 27"/>
                  <a:gd name="T9" fmla="*/ 7 h 18"/>
                  <a:gd name="T10" fmla="*/ 4 w 27"/>
                  <a:gd name="T11" fmla="*/ 13 h 18"/>
                  <a:gd name="T12" fmla="*/ 1 w 27"/>
                  <a:gd name="T13" fmla="*/ 10 h 18"/>
                  <a:gd name="T14" fmla="*/ 3 w 27"/>
                  <a:gd name="T15" fmla="*/ 2 h 18"/>
                  <a:gd name="T16" fmla="*/ 9 w 27"/>
                  <a:gd name="T17" fmla="*/ 11 h 18"/>
                  <a:gd name="T18" fmla="*/ 9 w 27"/>
                  <a:gd name="T19" fmla="*/ 8 h 18"/>
                  <a:gd name="T20" fmla="*/ 10 w 27"/>
                  <a:gd name="T21" fmla="*/ 6 h 18"/>
                  <a:gd name="T22" fmla="*/ 12 w 27"/>
                  <a:gd name="T23" fmla="*/ 6 h 18"/>
                  <a:gd name="T24" fmla="*/ 10 w 27"/>
                  <a:gd name="T25" fmla="*/ 5 h 18"/>
                  <a:gd name="T26" fmla="*/ 10 w 27"/>
                  <a:gd name="T27" fmla="*/ 3 h 18"/>
                  <a:gd name="T28" fmla="*/ 12 w 27"/>
                  <a:gd name="T29" fmla="*/ 3 h 18"/>
                  <a:gd name="T30" fmla="*/ 20 w 27"/>
                  <a:gd name="T31" fmla="*/ 7 h 18"/>
                  <a:gd name="T32" fmla="*/ 21 w 27"/>
                  <a:gd name="T33" fmla="*/ 7 h 18"/>
                  <a:gd name="T34" fmla="*/ 21 w 27"/>
                  <a:gd name="T35" fmla="*/ 5 h 18"/>
                  <a:gd name="T36" fmla="*/ 18 w 27"/>
                  <a:gd name="T37" fmla="*/ 3 h 18"/>
                  <a:gd name="T38" fmla="*/ 17 w 27"/>
                  <a:gd name="T39" fmla="*/ 1 h 18"/>
                  <a:gd name="T40" fmla="*/ 19 w 27"/>
                  <a:gd name="T41" fmla="*/ 0 h 18"/>
                  <a:gd name="T42" fmla="*/ 20 w 27"/>
                  <a:gd name="T43" fmla="*/ 1 h 18"/>
                  <a:gd name="T44" fmla="*/ 19 w 27"/>
                  <a:gd name="T45" fmla="*/ 2 h 18"/>
                  <a:gd name="T46" fmla="*/ 22 w 27"/>
                  <a:gd name="T47" fmla="*/ 5 h 18"/>
                  <a:gd name="T48" fmla="*/ 23 w 27"/>
                  <a:gd name="T49" fmla="*/ 5 h 18"/>
                  <a:gd name="T50" fmla="*/ 24 w 27"/>
                  <a:gd name="T51" fmla="*/ 7 h 18"/>
                  <a:gd name="T52" fmla="*/ 26 w 27"/>
                  <a:gd name="T53" fmla="*/ 8 h 18"/>
                  <a:gd name="T54" fmla="*/ 27 w 27"/>
                  <a:gd name="T55" fmla="*/ 9 h 18"/>
                  <a:gd name="T56" fmla="*/ 27 w 27"/>
                  <a:gd name="T57" fmla="*/ 11 h 18"/>
                  <a:gd name="T58" fmla="*/ 21 w 27"/>
                  <a:gd name="T59" fmla="*/ 9 h 18"/>
                  <a:gd name="T60" fmla="*/ 19 w 27"/>
                  <a:gd name="T61" fmla="*/ 8 h 18"/>
                  <a:gd name="T62" fmla="*/ 17 w 27"/>
                  <a:gd name="T63" fmla="*/ 8 h 18"/>
                  <a:gd name="T64" fmla="*/ 14 w 27"/>
                  <a:gd name="T65" fmla="*/ 6 h 18"/>
                  <a:gd name="T66" fmla="*/ 15 w 27"/>
                  <a:gd name="T67" fmla="*/ 9 h 18"/>
                  <a:gd name="T68" fmla="*/ 11 w 27"/>
                  <a:gd name="T69" fmla="*/ 8 h 18"/>
                  <a:gd name="T70" fmla="*/ 9 w 27"/>
                  <a:gd name="T71" fmla="*/ 12 h 18"/>
                  <a:gd name="T72" fmla="*/ 9 w 27"/>
                  <a:gd name="T73" fmla="*/ 15 h 18"/>
                  <a:gd name="T74" fmla="*/ 7 w 27"/>
                  <a:gd name="T75" fmla="*/ 16 h 18"/>
                  <a:gd name="T76" fmla="*/ 7 w 27"/>
                  <a:gd name="T77" fmla="*/ 15 h 18"/>
                  <a:gd name="T78" fmla="*/ 7 w 27"/>
                  <a:gd name="T79" fmla="*/ 13 h 18"/>
                  <a:gd name="T80" fmla="*/ 6 w 27"/>
                  <a:gd name="T81" fmla="*/ 13 h 18"/>
                  <a:gd name="T82" fmla="*/ 4 w 27"/>
                  <a:gd name="T83" fmla="*/ 13 h 18"/>
                  <a:gd name="T84" fmla="*/ 25 w 27"/>
                  <a:gd name="T85" fmla="*/ 9 h 18"/>
                  <a:gd name="T86" fmla="*/ 24 w 27"/>
                  <a:gd name="T87" fmla="*/ 8 h 18"/>
                  <a:gd name="T88" fmla="*/ 23 w 27"/>
                  <a:gd name="T89" fmla="*/ 8 h 18"/>
                  <a:gd name="T90" fmla="*/ 25 w 27"/>
                  <a:gd name="T91" fmla="*/ 9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27" h="18">
                    <a:moveTo>
                      <a:pt x="2" y="7"/>
                    </a:moveTo>
                    <a:cubicBezTo>
                      <a:pt x="2" y="7"/>
                      <a:pt x="1" y="12"/>
                      <a:pt x="4" y="12"/>
                    </a:cubicBezTo>
                    <a:cubicBezTo>
                      <a:pt x="4" y="12"/>
                      <a:pt x="8" y="12"/>
                      <a:pt x="6" y="10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2" y="5"/>
                      <a:pt x="2" y="7"/>
                    </a:cubicBezTo>
                    <a:close/>
                    <a:moveTo>
                      <a:pt x="4" y="13"/>
                    </a:moveTo>
                    <a:cubicBezTo>
                      <a:pt x="0" y="13"/>
                      <a:pt x="1" y="10"/>
                      <a:pt x="1" y="10"/>
                    </a:cubicBezTo>
                    <a:cubicBezTo>
                      <a:pt x="2" y="2"/>
                      <a:pt x="3" y="2"/>
                      <a:pt x="3" y="2"/>
                    </a:cubicBezTo>
                    <a:cubicBezTo>
                      <a:pt x="9" y="7"/>
                      <a:pt x="9" y="11"/>
                      <a:pt x="9" y="11"/>
                    </a:cubicBezTo>
                    <a:cubicBezTo>
                      <a:pt x="10" y="10"/>
                      <a:pt x="9" y="8"/>
                      <a:pt x="9" y="8"/>
                    </a:cubicBezTo>
                    <a:cubicBezTo>
                      <a:pt x="8" y="6"/>
                      <a:pt x="10" y="6"/>
                      <a:pt x="10" y="6"/>
                    </a:cubicBezTo>
                    <a:cubicBezTo>
                      <a:pt x="11" y="7"/>
                      <a:pt x="12" y="6"/>
                      <a:pt x="12" y="6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0" y="4"/>
                      <a:pt x="10" y="3"/>
                      <a:pt x="10" y="3"/>
                    </a:cubicBezTo>
                    <a:cubicBezTo>
                      <a:pt x="11" y="2"/>
                      <a:pt x="12" y="3"/>
                      <a:pt x="12" y="3"/>
                    </a:cubicBezTo>
                    <a:cubicBezTo>
                      <a:pt x="12" y="4"/>
                      <a:pt x="20" y="7"/>
                      <a:pt x="20" y="7"/>
                    </a:cubicBezTo>
                    <a:cubicBezTo>
                      <a:pt x="21" y="8"/>
                      <a:pt x="21" y="7"/>
                      <a:pt x="21" y="7"/>
                    </a:cubicBezTo>
                    <a:cubicBezTo>
                      <a:pt x="21" y="7"/>
                      <a:pt x="21" y="5"/>
                      <a:pt x="21" y="5"/>
                    </a:cubicBezTo>
                    <a:cubicBezTo>
                      <a:pt x="21" y="5"/>
                      <a:pt x="18" y="3"/>
                      <a:pt x="18" y="3"/>
                    </a:cubicBezTo>
                    <a:cubicBezTo>
                      <a:pt x="16" y="3"/>
                      <a:pt x="17" y="1"/>
                      <a:pt x="17" y="1"/>
                    </a:cubicBezTo>
                    <a:cubicBezTo>
                      <a:pt x="17" y="1"/>
                      <a:pt x="19" y="0"/>
                      <a:pt x="19" y="0"/>
                    </a:cubicBezTo>
                    <a:cubicBezTo>
                      <a:pt x="21" y="0"/>
                      <a:pt x="20" y="1"/>
                      <a:pt x="20" y="1"/>
                    </a:cubicBezTo>
                    <a:cubicBezTo>
                      <a:pt x="18" y="2"/>
                      <a:pt x="19" y="2"/>
                      <a:pt x="19" y="2"/>
                    </a:cubicBezTo>
                    <a:cubicBezTo>
                      <a:pt x="22" y="5"/>
                      <a:pt x="22" y="5"/>
                      <a:pt x="22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3" y="7"/>
                      <a:pt x="24" y="7"/>
                      <a:pt x="24" y="7"/>
                    </a:cubicBezTo>
                    <a:cubicBezTo>
                      <a:pt x="26" y="8"/>
                      <a:pt x="26" y="8"/>
                      <a:pt x="26" y="8"/>
                    </a:cubicBezTo>
                    <a:cubicBezTo>
                      <a:pt x="27" y="9"/>
                      <a:pt x="27" y="9"/>
                      <a:pt x="27" y="9"/>
                    </a:cubicBezTo>
                    <a:cubicBezTo>
                      <a:pt x="27" y="9"/>
                      <a:pt x="27" y="11"/>
                      <a:pt x="27" y="11"/>
                    </a:cubicBezTo>
                    <a:cubicBezTo>
                      <a:pt x="22" y="11"/>
                      <a:pt x="21" y="9"/>
                      <a:pt x="21" y="9"/>
                    </a:cubicBezTo>
                    <a:cubicBezTo>
                      <a:pt x="19" y="9"/>
                      <a:pt x="19" y="8"/>
                      <a:pt x="19" y="8"/>
                    </a:cubicBezTo>
                    <a:cubicBezTo>
                      <a:pt x="18" y="8"/>
                      <a:pt x="17" y="8"/>
                      <a:pt x="17" y="8"/>
                    </a:cubicBezTo>
                    <a:cubicBezTo>
                      <a:pt x="17" y="7"/>
                      <a:pt x="15" y="6"/>
                      <a:pt x="14" y="6"/>
                    </a:cubicBezTo>
                    <a:cubicBezTo>
                      <a:pt x="16" y="8"/>
                      <a:pt x="15" y="9"/>
                      <a:pt x="15" y="9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1" y="12"/>
                      <a:pt x="9" y="12"/>
                      <a:pt x="9" y="12"/>
                    </a:cubicBezTo>
                    <a:cubicBezTo>
                      <a:pt x="9" y="15"/>
                      <a:pt x="9" y="15"/>
                      <a:pt x="9" y="15"/>
                    </a:cubicBezTo>
                    <a:cubicBezTo>
                      <a:pt x="8" y="18"/>
                      <a:pt x="7" y="16"/>
                      <a:pt x="7" y="16"/>
                    </a:cubicBezTo>
                    <a:cubicBezTo>
                      <a:pt x="6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2"/>
                      <a:pt x="6" y="13"/>
                      <a:pt x="6" y="13"/>
                    </a:cubicBezTo>
                    <a:cubicBezTo>
                      <a:pt x="4" y="13"/>
                      <a:pt x="4" y="13"/>
                      <a:pt x="4" y="13"/>
                    </a:cubicBezTo>
                    <a:close/>
                    <a:moveTo>
                      <a:pt x="25" y="9"/>
                    </a:moveTo>
                    <a:cubicBezTo>
                      <a:pt x="24" y="8"/>
                      <a:pt x="24" y="8"/>
                      <a:pt x="24" y="8"/>
                    </a:cubicBezTo>
                    <a:cubicBezTo>
                      <a:pt x="24" y="8"/>
                      <a:pt x="23" y="8"/>
                      <a:pt x="23" y="8"/>
                    </a:cubicBezTo>
                    <a:cubicBezTo>
                      <a:pt x="22" y="8"/>
                      <a:pt x="25" y="9"/>
                      <a:pt x="25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8" name="ïṩliḑé">
                <a:extLst>
                  <a:ext uri="{FF2B5EF4-FFF2-40B4-BE49-F238E27FC236}">
                    <a16:creationId xmlns:a16="http://schemas.microsoft.com/office/drawing/2014/main" id="{377801C3-8F19-4720-B7CE-9333FBE3FE4B}"/>
                  </a:ext>
                </a:extLst>
              </p:cNvPr>
              <p:cNvSpPr/>
              <p:nvPr/>
            </p:nvSpPr>
            <p:spPr bwMode="auto">
              <a:xfrm>
                <a:off x="5249863" y="3201988"/>
                <a:ext cx="26988" cy="23813"/>
              </a:xfrm>
              <a:custGeom>
                <a:avLst/>
                <a:gdLst>
                  <a:gd name="T0" fmla="*/ 2 w 8"/>
                  <a:gd name="T1" fmla="*/ 6 h 7"/>
                  <a:gd name="T2" fmla="*/ 5 w 8"/>
                  <a:gd name="T3" fmla="*/ 2 h 7"/>
                  <a:gd name="T4" fmla="*/ 6 w 8"/>
                  <a:gd name="T5" fmla="*/ 2 h 7"/>
                  <a:gd name="T6" fmla="*/ 6 w 8"/>
                  <a:gd name="T7" fmla="*/ 6 h 7"/>
                  <a:gd name="T8" fmla="*/ 2 w 8"/>
                  <a:gd name="T9" fmla="*/ 7 h 7"/>
                  <a:gd name="T10" fmla="*/ 2 w 8"/>
                  <a:gd name="T11" fmla="*/ 6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7">
                    <a:moveTo>
                      <a:pt x="2" y="6"/>
                    </a:moveTo>
                    <a:cubicBezTo>
                      <a:pt x="3" y="6"/>
                      <a:pt x="5" y="2"/>
                      <a:pt x="5" y="2"/>
                    </a:cubicBezTo>
                    <a:cubicBezTo>
                      <a:pt x="5" y="0"/>
                      <a:pt x="6" y="2"/>
                      <a:pt x="6" y="2"/>
                    </a:cubicBezTo>
                    <a:cubicBezTo>
                      <a:pt x="8" y="4"/>
                      <a:pt x="6" y="6"/>
                      <a:pt x="6" y="6"/>
                    </a:cubicBezTo>
                    <a:cubicBezTo>
                      <a:pt x="5" y="6"/>
                      <a:pt x="2" y="7"/>
                      <a:pt x="2" y="7"/>
                    </a:cubicBezTo>
                    <a:cubicBezTo>
                      <a:pt x="0" y="7"/>
                      <a:pt x="2" y="6"/>
                      <a:pt x="2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9" name="îSľíḓê">
                <a:extLst>
                  <a:ext uri="{FF2B5EF4-FFF2-40B4-BE49-F238E27FC236}">
                    <a16:creationId xmlns:a16="http://schemas.microsoft.com/office/drawing/2014/main" id="{E0289DD6-CB93-48DE-8D9B-2717278C25A8}"/>
                  </a:ext>
                </a:extLst>
              </p:cNvPr>
              <p:cNvSpPr/>
              <p:nvPr/>
            </p:nvSpPr>
            <p:spPr bwMode="auto">
              <a:xfrm>
                <a:off x="5207000" y="3162301"/>
                <a:ext cx="85725" cy="39688"/>
              </a:xfrm>
              <a:custGeom>
                <a:avLst/>
                <a:gdLst>
                  <a:gd name="T0" fmla="*/ 16 w 26"/>
                  <a:gd name="T1" fmla="*/ 1 h 12"/>
                  <a:gd name="T2" fmla="*/ 17 w 26"/>
                  <a:gd name="T3" fmla="*/ 2 h 12"/>
                  <a:gd name="T4" fmla="*/ 15 w 26"/>
                  <a:gd name="T5" fmla="*/ 4 h 12"/>
                  <a:gd name="T6" fmla="*/ 20 w 26"/>
                  <a:gd name="T7" fmla="*/ 3 h 12"/>
                  <a:gd name="T8" fmla="*/ 20 w 26"/>
                  <a:gd name="T9" fmla="*/ 3 h 12"/>
                  <a:gd name="T10" fmla="*/ 21 w 26"/>
                  <a:gd name="T11" fmla="*/ 0 h 12"/>
                  <a:gd name="T12" fmla="*/ 22 w 26"/>
                  <a:gd name="T13" fmla="*/ 1 h 12"/>
                  <a:gd name="T14" fmla="*/ 23 w 26"/>
                  <a:gd name="T15" fmla="*/ 4 h 12"/>
                  <a:gd name="T16" fmla="*/ 25 w 26"/>
                  <a:gd name="T17" fmla="*/ 4 h 12"/>
                  <a:gd name="T18" fmla="*/ 26 w 26"/>
                  <a:gd name="T19" fmla="*/ 4 h 12"/>
                  <a:gd name="T20" fmla="*/ 26 w 26"/>
                  <a:gd name="T21" fmla="*/ 6 h 12"/>
                  <a:gd name="T22" fmla="*/ 22 w 26"/>
                  <a:gd name="T23" fmla="*/ 6 h 12"/>
                  <a:gd name="T24" fmla="*/ 11 w 26"/>
                  <a:gd name="T25" fmla="*/ 11 h 12"/>
                  <a:gd name="T26" fmla="*/ 3 w 26"/>
                  <a:gd name="T27" fmla="*/ 12 h 12"/>
                  <a:gd name="T28" fmla="*/ 2 w 26"/>
                  <a:gd name="T29" fmla="*/ 11 h 12"/>
                  <a:gd name="T30" fmla="*/ 12 w 26"/>
                  <a:gd name="T31" fmla="*/ 8 h 12"/>
                  <a:gd name="T32" fmla="*/ 15 w 26"/>
                  <a:gd name="T33" fmla="*/ 7 h 12"/>
                  <a:gd name="T34" fmla="*/ 13 w 26"/>
                  <a:gd name="T35" fmla="*/ 5 h 12"/>
                  <a:gd name="T36" fmla="*/ 16 w 26"/>
                  <a:gd name="T37" fmla="*/ 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6" h="12">
                    <a:moveTo>
                      <a:pt x="16" y="1"/>
                    </a:moveTo>
                    <a:cubicBezTo>
                      <a:pt x="16" y="1"/>
                      <a:pt x="17" y="1"/>
                      <a:pt x="17" y="2"/>
                    </a:cubicBezTo>
                    <a:cubicBezTo>
                      <a:pt x="17" y="2"/>
                      <a:pt x="15" y="2"/>
                      <a:pt x="15" y="4"/>
                    </a:cubicBezTo>
                    <a:cubicBezTo>
                      <a:pt x="20" y="3"/>
                      <a:pt x="20" y="3"/>
                      <a:pt x="20" y="3"/>
                    </a:cubicBezTo>
                    <a:cubicBezTo>
                      <a:pt x="20" y="3"/>
                      <a:pt x="20" y="3"/>
                      <a:pt x="20" y="3"/>
                    </a:cubicBezTo>
                    <a:cubicBezTo>
                      <a:pt x="20" y="3"/>
                      <a:pt x="21" y="1"/>
                      <a:pt x="21" y="0"/>
                    </a:cubicBezTo>
                    <a:cubicBezTo>
                      <a:pt x="21" y="0"/>
                      <a:pt x="22" y="0"/>
                      <a:pt x="22" y="1"/>
                    </a:cubicBezTo>
                    <a:cubicBezTo>
                      <a:pt x="22" y="1"/>
                      <a:pt x="23" y="3"/>
                      <a:pt x="23" y="4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4"/>
                      <a:pt x="26" y="4"/>
                      <a:pt x="26" y="4"/>
                    </a:cubicBezTo>
                    <a:cubicBezTo>
                      <a:pt x="26" y="6"/>
                      <a:pt x="26" y="6"/>
                      <a:pt x="26" y="6"/>
                    </a:cubicBezTo>
                    <a:cubicBezTo>
                      <a:pt x="26" y="6"/>
                      <a:pt x="24" y="6"/>
                      <a:pt x="22" y="6"/>
                    </a:cubicBezTo>
                    <a:cubicBezTo>
                      <a:pt x="22" y="6"/>
                      <a:pt x="21" y="8"/>
                      <a:pt x="11" y="11"/>
                    </a:cubicBezTo>
                    <a:cubicBezTo>
                      <a:pt x="11" y="11"/>
                      <a:pt x="4" y="12"/>
                      <a:pt x="3" y="12"/>
                    </a:cubicBezTo>
                    <a:cubicBezTo>
                      <a:pt x="3" y="12"/>
                      <a:pt x="0" y="11"/>
                      <a:pt x="2" y="11"/>
                    </a:cubicBezTo>
                    <a:cubicBezTo>
                      <a:pt x="2" y="11"/>
                      <a:pt x="8" y="11"/>
                      <a:pt x="12" y="8"/>
                    </a:cubicBezTo>
                    <a:cubicBezTo>
                      <a:pt x="12" y="8"/>
                      <a:pt x="15" y="7"/>
                      <a:pt x="15" y="7"/>
                    </a:cubicBezTo>
                    <a:cubicBezTo>
                      <a:pt x="15" y="7"/>
                      <a:pt x="13" y="6"/>
                      <a:pt x="13" y="5"/>
                    </a:cubicBezTo>
                    <a:cubicBezTo>
                      <a:pt x="13" y="5"/>
                      <a:pt x="14" y="2"/>
                      <a:pt x="1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0" name="íṧļïḋé">
                <a:extLst>
                  <a:ext uri="{FF2B5EF4-FFF2-40B4-BE49-F238E27FC236}">
                    <a16:creationId xmlns:a16="http://schemas.microsoft.com/office/drawing/2014/main" id="{F29B1D7E-8DD7-4832-ACF4-E57068D66362}"/>
                  </a:ext>
                </a:extLst>
              </p:cNvPr>
              <p:cNvSpPr/>
              <p:nvPr/>
            </p:nvSpPr>
            <p:spPr bwMode="auto">
              <a:xfrm>
                <a:off x="5041900" y="3201988"/>
                <a:ext cx="15875" cy="14288"/>
              </a:xfrm>
              <a:custGeom>
                <a:avLst/>
                <a:gdLst>
                  <a:gd name="T0" fmla="*/ 5 w 5"/>
                  <a:gd name="T1" fmla="*/ 1 h 4"/>
                  <a:gd name="T2" fmla="*/ 5 w 5"/>
                  <a:gd name="T3" fmla="*/ 2 h 4"/>
                  <a:gd name="T4" fmla="*/ 4 w 5"/>
                  <a:gd name="T5" fmla="*/ 3 h 4"/>
                  <a:gd name="T6" fmla="*/ 2 w 5"/>
                  <a:gd name="T7" fmla="*/ 2 h 4"/>
                  <a:gd name="T8" fmla="*/ 2 w 5"/>
                  <a:gd name="T9" fmla="*/ 1 h 4"/>
                  <a:gd name="T10" fmla="*/ 4 w 5"/>
                  <a:gd name="T11" fmla="*/ 0 h 4"/>
                  <a:gd name="T12" fmla="*/ 5 w 5"/>
                  <a:gd name="T13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4">
                    <a:moveTo>
                      <a:pt x="5" y="1"/>
                    </a:moveTo>
                    <a:cubicBezTo>
                      <a:pt x="5" y="2"/>
                      <a:pt x="5" y="2"/>
                      <a:pt x="5" y="2"/>
                    </a:cubicBezTo>
                    <a:cubicBezTo>
                      <a:pt x="5" y="4"/>
                      <a:pt x="4" y="3"/>
                      <a:pt x="4" y="3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0" y="1"/>
                      <a:pt x="2" y="1"/>
                      <a:pt x="2" y="1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5" y="0"/>
                      <a:pt x="5" y="1"/>
                      <a:pt x="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1" name="îŝľiḋe">
                <a:extLst>
                  <a:ext uri="{FF2B5EF4-FFF2-40B4-BE49-F238E27FC236}">
                    <a16:creationId xmlns:a16="http://schemas.microsoft.com/office/drawing/2014/main" id="{78878888-6A96-4EF7-B3A7-E577C7EDD08A}"/>
                  </a:ext>
                </a:extLst>
              </p:cNvPr>
              <p:cNvSpPr/>
              <p:nvPr/>
            </p:nvSpPr>
            <p:spPr bwMode="auto">
              <a:xfrm>
                <a:off x="5011738" y="3146426"/>
                <a:ext cx="39688" cy="85725"/>
              </a:xfrm>
              <a:custGeom>
                <a:avLst/>
                <a:gdLst>
                  <a:gd name="T0" fmla="*/ 4 w 12"/>
                  <a:gd name="T1" fmla="*/ 19 h 26"/>
                  <a:gd name="T2" fmla="*/ 4 w 12"/>
                  <a:gd name="T3" fmla="*/ 14 h 26"/>
                  <a:gd name="T4" fmla="*/ 1 w 12"/>
                  <a:gd name="T5" fmla="*/ 13 h 26"/>
                  <a:gd name="T6" fmla="*/ 2 w 12"/>
                  <a:gd name="T7" fmla="*/ 12 h 26"/>
                  <a:gd name="T8" fmla="*/ 3 w 12"/>
                  <a:gd name="T9" fmla="*/ 10 h 26"/>
                  <a:gd name="T10" fmla="*/ 3 w 12"/>
                  <a:gd name="T11" fmla="*/ 2 h 26"/>
                  <a:gd name="T12" fmla="*/ 4 w 12"/>
                  <a:gd name="T13" fmla="*/ 1 h 26"/>
                  <a:gd name="T14" fmla="*/ 4 w 12"/>
                  <a:gd name="T15" fmla="*/ 2 h 26"/>
                  <a:gd name="T16" fmla="*/ 5 w 12"/>
                  <a:gd name="T17" fmla="*/ 6 h 26"/>
                  <a:gd name="T18" fmla="*/ 6 w 12"/>
                  <a:gd name="T19" fmla="*/ 3 h 26"/>
                  <a:gd name="T20" fmla="*/ 7 w 12"/>
                  <a:gd name="T21" fmla="*/ 2 h 26"/>
                  <a:gd name="T22" fmla="*/ 8 w 12"/>
                  <a:gd name="T23" fmla="*/ 2 h 26"/>
                  <a:gd name="T24" fmla="*/ 8 w 12"/>
                  <a:gd name="T25" fmla="*/ 6 h 26"/>
                  <a:gd name="T26" fmla="*/ 6 w 12"/>
                  <a:gd name="T27" fmla="*/ 9 h 26"/>
                  <a:gd name="T28" fmla="*/ 6 w 12"/>
                  <a:gd name="T29" fmla="*/ 10 h 26"/>
                  <a:gd name="T30" fmla="*/ 8 w 12"/>
                  <a:gd name="T31" fmla="*/ 11 h 26"/>
                  <a:gd name="T32" fmla="*/ 8 w 12"/>
                  <a:gd name="T33" fmla="*/ 11 h 26"/>
                  <a:gd name="T34" fmla="*/ 8 w 12"/>
                  <a:gd name="T35" fmla="*/ 12 h 26"/>
                  <a:gd name="T36" fmla="*/ 9 w 12"/>
                  <a:gd name="T37" fmla="*/ 13 h 26"/>
                  <a:gd name="T38" fmla="*/ 9 w 12"/>
                  <a:gd name="T39" fmla="*/ 17 h 26"/>
                  <a:gd name="T40" fmla="*/ 11 w 12"/>
                  <a:gd name="T41" fmla="*/ 21 h 26"/>
                  <a:gd name="T42" fmla="*/ 12 w 12"/>
                  <a:gd name="T43" fmla="*/ 24 h 26"/>
                  <a:gd name="T44" fmla="*/ 8 w 12"/>
                  <a:gd name="T45" fmla="*/ 23 h 26"/>
                  <a:gd name="T46" fmla="*/ 8 w 12"/>
                  <a:gd name="T47" fmla="*/ 25 h 26"/>
                  <a:gd name="T48" fmla="*/ 7 w 12"/>
                  <a:gd name="T49" fmla="*/ 26 h 26"/>
                  <a:gd name="T50" fmla="*/ 6 w 12"/>
                  <a:gd name="T51" fmla="*/ 24 h 26"/>
                  <a:gd name="T52" fmla="*/ 6 w 12"/>
                  <a:gd name="T53" fmla="*/ 23 h 26"/>
                  <a:gd name="T54" fmla="*/ 8 w 12"/>
                  <a:gd name="T55" fmla="*/ 21 h 26"/>
                  <a:gd name="T56" fmla="*/ 7 w 12"/>
                  <a:gd name="T57" fmla="*/ 18 h 26"/>
                  <a:gd name="T58" fmla="*/ 7 w 12"/>
                  <a:gd name="T59" fmla="*/ 18 h 26"/>
                  <a:gd name="T60" fmla="*/ 6 w 12"/>
                  <a:gd name="T61" fmla="*/ 20 h 26"/>
                  <a:gd name="T62" fmla="*/ 4 w 12"/>
                  <a:gd name="T63" fmla="*/ 20 h 26"/>
                  <a:gd name="T64" fmla="*/ 4 w 12"/>
                  <a:gd name="T65" fmla="*/ 19 h 26"/>
                  <a:gd name="T66" fmla="*/ 6 w 12"/>
                  <a:gd name="T67" fmla="*/ 16 h 26"/>
                  <a:gd name="T68" fmla="*/ 6 w 12"/>
                  <a:gd name="T69" fmla="*/ 15 h 26"/>
                  <a:gd name="T70" fmla="*/ 5 w 12"/>
                  <a:gd name="T71" fmla="*/ 11 h 26"/>
                  <a:gd name="T72" fmla="*/ 5 w 12"/>
                  <a:gd name="T73" fmla="*/ 14 h 26"/>
                  <a:gd name="T74" fmla="*/ 5 w 12"/>
                  <a:gd name="T75" fmla="*/ 18 h 26"/>
                  <a:gd name="T76" fmla="*/ 6 w 12"/>
                  <a:gd name="T77" fmla="*/ 1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2" h="26">
                    <a:moveTo>
                      <a:pt x="4" y="19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0" y="12"/>
                      <a:pt x="2" y="12"/>
                      <a:pt x="2" y="12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0"/>
                      <a:pt x="4" y="1"/>
                      <a:pt x="4" y="1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3"/>
                      <a:pt x="5" y="6"/>
                      <a:pt x="5" y="6"/>
                    </a:cubicBezTo>
                    <a:cubicBezTo>
                      <a:pt x="5" y="5"/>
                      <a:pt x="6" y="4"/>
                      <a:pt x="6" y="3"/>
                    </a:cubicBezTo>
                    <a:cubicBezTo>
                      <a:pt x="7" y="3"/>
                      <a:pt x="7" y="2"/>
                      <a:pt x="7" y="2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5" y="11"/>
                      <a:pt x="6" y="10"/>
                      <a:pt x="6" y="10"/>
                    </a:cubicBezTo>
                    <a:cubicBezTo>
                      <a:pt x="7" y="10"/>
                      <a:pt x="8" y="11"/>
                      <a:pt x="8" y="11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9" y="13"/>
                      <a:pt x="9" y="13"/>
                      <a:pt x="9" y="13"/>
                    </a:cubicBezTo>
                    <a:cubicBezTo>
                      <a:pt x="8" y="16"/>
                      <a:pt x="9" y="17"/>
                      <a:pt x="9" y="17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2" y="22"/>
                      <a:pt x="12" y="24"/>
                      <a:pt x="12" y="24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8" y="26"/>
                      <a:pt x="7" y="26"/>
                      <a:pt x="7" y="26"/>
                    </a:cubicBezTo>
                    <a:cubicBezTo>
                      <a:pt x="4" y="26"/>
                      <a:pt x="6" y="24"/>
                      <a:pt x="6" y="24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7" y="23"/>
                      <a:pt x="8" y="21"/>
                      <a:pt x="8" y="21"/>
                    </a:cubicBezTo>
                    <a:cubicBezTo>
                      <a:pt x="7" y="18"/>
                      <a:pt x="7" y="18"/>
                      <a:pt x="7" y="18"/>
                    </a:cubicBezTo>
                    <a:cubicBezTo>
                      <a:pt x="7" y="18"/>
                      <a:pt x="7" y="18"/>
                      <a:pt x="7" y="18"/>
                    </a:cubicBezTo>
                    <a:cubicBezTo>
                      <a:pt x="6" y="20"/>
                      <a:pt x="6" y="20"/>
                      <a:pt x="6" y="20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4" y="19"/>
                      <a:pt x="4" y="19"/>
                      <a:pt x="4" y="19"/>
                    </a:cubicBezTo>
                    <a:close/>
                    <a:moveTo>
                      <a:pt x="6" y="16"/>
                    </a:moveTo>
                    <a:cubicBezTo>
                      <a:pt x="6" y="16"/>
                      <a:pt x="6" y="16"/>
                      <a:pt x="6" y="15"/>
                    </a:cubicBezTo>
                    <a:cubicBezTo>
                      <a:pt x="6" y="15"/>
                      <a:pt x="6" y="12"/>
                      <a:pt x="5" y="11"/>
                    </a:cubicBezTo>
                    <a:cubicBezTo>
                      <a:pt x="5" y="11"/>
                      <a:pt x="4" y="12"/>
                      <a:pt x="5" y="14"/>
                    </a:cubicBezTo>
                    <a:cubicBezTo>
                      <a:pt x="5" y="18"/>
                      <a:pt x="5" y="18"/>
                      <a:pt x="5" y="18"/>
                    </a:cubicBezTo>
                    <a:lnTo>
                      <a:pt x="6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2" name="ïṣļîḋe">
                <a:extLst>
                  <a:ext uri="{FF2B5EF4-FFF2-40B4-BE49-F238E27FC236}">
                    <a16:creationId xmlns:a16="http://schemas.microsoft.com/office/drawing/2014/main" id="{7A182396-CA74-4824-B470-C642D9F2ABA3}"/>
                  </a:ext>
                </a:extLst>
              </p:cNvPr>
              <p:cNvSpPr/>
              <p:nvPr/>
            </p:nvSpPr>
            <p:spPr bwMode="auto">
              <a:xfrm>
                <a:off x="4905375" y="3313113"/>
                <a:ext cx="17463" cy="25400"/>
              </a:xfrm>
              <a:custGeom>
                <a:avLst/>
                <a:gdLst>
                  <a:gd name="T0" fmla="*/ 4 w 5"/>
                  <a:gd name="T1" fmla="*/ 1 h 8"/>
                  <a:gd name="T2" fmla="*/ 4 w 5"/>
                  <a:gd name="T3" fmla="*/ 2 h 8"/>
                  <a:gd name="T4" fmla="*/ 3 w 5"/>
                  <a:gd name="T5" fmla="*/ 6 h 8"/>
                  <a:gd name="T6" fmla="*/ 2 w 5"/>
                  <a:gd name="T7" fmla="*/ 7 h 8"/>
                  <a:gd name="T8" fmla="*/ 1 w 5"/>
                  <a:gd name="T9" fmla="*/ 2 h 8"/>
                  <a:gd name="T10" fmla="*/ 1 w 5"/>
                  <a:gd name="T11" fmla="*/ 0 h 8"/>
                  <a:gd name="T12" fmla="*/ 4 w 5"/>
                  <a:gd name="T13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8">
                    <a:moveTo>
                      <a:pt x="4" y="1"/>
                    </a:moveTo>
                    <a:cubicBezTo>
                      <a:pt x="5" y="1"/>
                      <a:pt x="4" y="2"/>
                      <a:pt x="4" y="2"/>
                    </a:cubicBezTo>
                    <a:cubicBezTo>
                      <a:pt x="4" y="3"/>
                      <a:pt x="3" y="6"/>
                      <a:pt x="3" y="6"/>
                    </a:cubicBezTo>
                    <a:cubicBezTo>
                      <a:pt x="2" y="8"/>
                      <a:pt x="2" y="7"/>
                      <a:pt x="2" y="7"/>
                    </a:cubicBezTo>
                    <a:cubicBezTo>
                      <a:pt x="2" y="5"/>
                      <a:pt x="1" y="2"/>
                      <a:pt x="1" y="2"/>
                    </a:cubicBezTo>
                    <a:cubicBezTo>
                      <a:pt x="0" y="1"/>
                      <a:pt x="1" y="0"/>
                      <a:pt x="1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3" name="ís1íḋe">
                <a:extLst>
                  <a:ext uri="{FF2B5EF4-FFF2-40B4-BE49-F238E27FC236}">
                    <a16:creationId xmlns:a16="http://schemas.microsoft.com/office/drawing/2014/main" id="{D6505446-CCB2-453A-BC3B-5FC6635D427F}"/>
                  </a:ext>
                </a:extLst>
              </p:cNvPr>
              <p:cNvSpPr/>
              <p:nvPr/>
            </p:nvSpPr>
            <p:spPr bwMode="auto">
              <a:xfrm>
                <a:off x="4865688" y="3305176"/>
                <a:ext cx="26988" cy="26988"/>
              </a:xfrm>
              <a:custGeom>
                <a:avLst/>
                <a:gdLst>
                  <a:gd name="T0" fmla="*/ 7 w 8"/>
                  <a:gd name="T1" fmla="*/ 5 h 8"/>
                  <a:gd name="T2" fmla="*/ 8 w 8"/>
                  <a:gd name="T3" fmla="*/ 8 h 8"/>
                  <a:gd name="T4" fmla="*/ 7 w 8"/>
                  <a:gd name="T5" fmla="*/ 8 h 8"/>
                  <a:gd name="T6" fmla="*/ 6 w 8"/>
                  <a:gd name="T7" fmla="*/ 6 h 8"/>
                  <a:gd name="T8" fmla="*/ 3 w 8"/>
                  <a:gd name="T9" fmla="*/ 2 h 8"/>
                  <a:gd name="T10" fmla="*/ 1 w 8"/>
                  <a:gd name="T11" fmla="*/ 0 h 8"/>
                  <a:gd name="T12" fmla="*/ 1 w 8"/>
                  <a:gd name="T13" fmla="*/ 0 h 8"/>
                  <a:gd name="T14" fmla="*/ 4 w 8"/>
                  <a:gd name="T15" fmla="*/ 0 h 8"/>
                  <a:gd name="T16" fmla="*/ 7 w 8"/>
                  <a:gd name="T17" fmla="*/ 5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" h="8">
                    <a:moveTo>
                      <a:pt x="7" y="5"/>
                    </a:moveTo>
                    <a:cubicBezTo>
                      <a:pt x="8" y="6"/>
                      <a:pt x="8" y="8"/>
                      <a:pt x="8" y="8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7"/>
                      <a:pt x="6" y="6"/>
                      <a:pt x="6" y="6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0"/>
                      <a:pt x="1" y="1"/>
                      <a:pt x="1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5" y="2"/>
                      <a:pt x="7" y="5"/>
                      <a:pt x="7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4" name="íṧḻiďê">
                <a:extLst>
                  <a:ext uri="{FF2B5EF4-FFF2-40B4-BE49-F238E27FC236}">
                    <a16:creationId xmlns:a16="http://schemas.microsoft.com/office/drawing/2014/main" id="{C35A3C6B-251F-410F-97DB-7D32485995E8}"/>
                  </a:ext>
                </a:extLst>
              </p:cNvPr>
              <p:cNvSpPr/>
              <p:nvPr/>
            </p:nvSpPr>
            <p:spPr bwMode="auto">
              <a:xfrm>
                <a:off x="4876800" y="3325813"/>
                <a:ext cx="25400" cy="53975"/>
              </a:xfrm>
              <a:custGeom>
                <a:avLst/>
                <a:gdLst>
                  <a:gd name="T0" fmla="*/ 6 w 8"/>
                  <a:gd name="T1" fmla="*/ 1 h 16"/>
                  <a:gd name="T2" fmla="*/ 7 w 8"/>
                  <a:gd name="T3" fmla="*/ 1 h 16"/>
                  <a:gd name="T4" fmla="*/ 8 w 8"/>
                  <a:gd name="T5" fmla="*/ 6 h 16"/>
                  <a:gd name="T6" fmla="*/ 8 w 8"/>
                  <a:gd name="T7" fmla="*/ 10 h 16"/>
                  <a:gd name="T8" fmla="*/ 6 w 8"/>
                  <a:gd name="T9" fmla="*/ 16 h 16"/>
                  <a:gd name="T10" fmla="*/ 3 w 8"/>
                  <a:gd name="T11" fmla="*/ 15 h 16"/>
                  <a:gd name="T12" fmla="*/ 1 w 8"/>
                  <a:gd name="T13" fmla="*/ 9 h 16"/>
                  <a:gd name="T14" fmla="*/ 1 w 8"/>
                  <a:gd name="T15" fmla="*/ 9 h 16"/>
                  <a:gd name="T16" fmla="*/ 5 w 8"/>
                  <a:gd name="T17" fmla="*/ 12 h 16"/>
                  <a:gd name="T18" fmla="*/ 5 w 8"/>
                  <a:gd name="T19" fmla="*/ 12 h 16"/>
                  <a:gd name="T20" fmla="*/ 5 w 8"/>
                  <a:gd name="T21" fmla="*/ 10 h 16"/>
                  <a:gd name="T22" fmla="*/ 6 w 8"/>
                  <a:gd name="T23" fmla="*/ 6 h 16"/>
                  <a:gd name="T24" fmla="*/ 6 w 8"/>
                  <a:gd name="T25" fmla="*/ 1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" h="16">
                    <a:moveTo>
                      <a:pt x="6" y="1"/>
                    </a:moveTo>
                    <a:cubicBezTo>
                      <a:pt x="7" y="0"/>
                      <a:pt x="7" y="1"/>
                      <a:pt x="7" y="1"/>
                    </a:cubicBezTo>
                    <a:cubicBezTo>
                      <a:pt x="8" y="3"/>
                      <a:pt x="8" y="6"/>
                      <a:pt x="8" y="6"/>
                    </a:cubicBezTo>
                    <a:cubicBezTo>
                      <a:pt x="8" y="7"/>
                      <a:pt x="8" y="10"/>
                      <a:pt x="8" y="10"/>
                    </a:cubicBezTo>
                    <a:cubicBezTo>
                      <a:pt x="8" y="12"/>
                      <a:pt x="6" y="16"/>
                      <a:pt x="6" y="16"/>
                    </a:cubicBezTo>
                    <a:cubicBezTo>
                      <a:pt x="5" y="16"/>
                      <a:pt x="3" y="15"/>
                      <a:pt x="3" y="15"/>
                    </a:cubicBezTo>
                    <a:cubicBezTo>
                      <a:pt x="3" y="14"/>
                      <a:pt x="1" y="9"/>
                      <a:pt x="1" y="9"/>
                    </a:cubicBezTo>
                    <a:cubicBezTo>
                      <a:pt x="0" y="9"/>
                      <a:pt x="1" y="9"/>
                      <a:pt x="1" y="9"/>
                    </a:cubicBezTo>
                    <a:cubicBezTo>
                      <a:pt x="3" y="8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0"/>
                      <a:pt x="5" y="10"/>
                    </a:cubicBezTo>
                    <a:cubicBezTo>
                      <a:pt x="6" y="9"/>
                      <a:pt x="6" y="6"/>
                      <a:pt x="6" y="6"/>
                    </a:cubicBezTo>
                    <a:cubicBezTo>
                      <a:pt x="7" y="5"/>
                      <a:pt x="6" y="1"/>
                      <a:pt x="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5" name="iŝ1iḋe">
                <a:extLst>
                  <a:ext uri="{FF2B5EF4-FFF2-40B4-BE49-F238E27FC236}">
                    <a16:creationId xmlns:a16="http://schemas.microsoft.com/office/drawing/2014/main" id="{8844E230-DCBB-45FE-B005-A1939B01D62E}"/>
                  </a:ext>
                </a:extLst>
              </p:cNvPr>
              <p:cNvSpPr/>
              <p:nvPr/>
            </p:nvSpPr>
            <p:spPr bwMode="auto">
              <a:xfrm>
                <a:off x="5075238" y="3586163"/>
                <a:ext cx="15875" cy="46038"/>
              </a:xfrm>
              <a:custGeom>
                <a:avLst/>
                <a:gdLst>
                  <a:gd name="T0" fmla="*/ 0 w 10"/>
                  <a:gd name="T1" fmla="*/ 6 h 29"/>
                  <a:gd name="T2" fmla="*/ 8 w 10"/>
                  <a:gd name="T3" fmla="*/ 0 h 29"/>
                  <a:gd name="T4" fmla="*/ 10 w 10"/>
                  <a:gd name="T5" fmla="*/ 2 h 29"/>
                  <a:gd name="T6" fmla="*/ 10 w 10"/>
                  <a:gd name="T7" fmla="*/ 29 h 29"/>
                  <a:gd name="T8" fmla="*/ 6 w 10"/>
                  <a:gd name="T9" fmla="*/ 29 h 29"/>
                  <a:gd name="T10" fmla="*/ 6 w 10"/>
                  <a:gd name="T11" fmla="*/ 6 h 29"/>
                  <a:gd name="T12" fmla="*/ 2 w 10"/>
                  <a:gd name="T13" fmla="*/ 8 h 29"/>
                  <a:gd name="T14" fmla="*/ 0 w 10"/>
                  <a:gd name="T15" fmla="*/ 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29">
                    <a:moveTo>
                      <a:pt x="0" y="6"/>
                    </a:moveTo>
                    <a:lnTo>
                      <a:pt x="8" y="0"/>
                    </a:lnTo>
                    <a:lnTo>
                      <a:pt x="10" y="2"/>
                    </a:lnTo>
                    <a:lnTo>
                      <a:pt x="10" y="29"/>
                    </a:lnTo>
                    <a:lnTo>
                      <a:pt x="6" y="29"/>
                    </a:lnTo>
                    <a:lnTo>
                      <a:pt x="6" y="6"/>
                    </a:lnTo>
                    <a:lnTo>
                      <a:pt x="2" y="8"/>
                    </a:lnTo>
                    <a:lnTo>
                      <a:pt x="0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6" name="iṣ1íḓê">
                <a:extLst>
                  <a:ext uri="{FF2B5EF4-FFF2-40B4-BE49-F238E27FC236}">
                    <a16:creationId xmlns:a16="http://schemas.microsoft.com/office/drawing/2014/main" id="{71C87D3F-62F8-4690-9F40-C572EC2C9058}"/>
                  </a:ext>
                </a:extLst>
              </p:cNvPr>
              <p:cNvSpPr/>
              <p:nvPr/>
            </p:nvSpPr>
            <p:spPr bwMode="auto">
              <a:xfrm>
                <a:off x="5210175" y="3586163"/>
                <a:ext cx="15875" cy="46038"/>
              </a:xfrm>
              <a:custGeom>
                <a:avLst/>
                <a:gdLst>
                  <a:gd name="T0" fmla="*/ 6 w 10"/>
                  <a:gd name="T1" fmla="*/ 6 h 29"/>
                  <a:gd name="T2" fmla="*/ 2 w 10"/>
                  <a:gd name="T3" fmla="*/ 8 h 29"/>
                  <a:gd name="T4" fmla="*/ 0 w 10"/>
                  <a:gd name="T5" fmla="*/ 6 h 29"/>
                  <a:gd name="T6" fmla="*/ 6 w 10"/>
                  <a:gd name="T7" fmla="*/ 0 h 29"/>
                  <a:gd name="T8" fmla="*/ 10 w 10"/>
                  <a:gd name="T9" fmla="*/ 2 h 29"/>
                  <a:gd name="T10" fmla="*/ 10 w 10"/>
                  <a:gd name="T11" fmla="*/ 29 h 29"/>
                  <a:gd name="T12" fmla="*/ 6 w 10"/>
                  <a:gd name="T13" fmla="*/ 29 h 29"/>
                  <a:gd name="T14" fmla="*/ 6 w 10"/>
                  <a:gd name="T15" fmla="*/ 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29">
                    <a:moveTo>
                      <a:pt x="6" y="6"/>
                    </a:moveTo>
                    <a:lnTo>
                      <a:pt x="2" y="8"/>
                    </a:lnTo>
                    <a:lnTo>
                      <a:pt x="0" y="6"/>
                    </a:lnTo>
                    <a:lnTo>
                      <a:pt x="6" y="0"/>
                    </a:lnTo>
                    <a:lnTo>
                      <a:pt x="10" y="2"/>
                    </a:lnTo>
                    <a:lnTo>
                      <a:pt x="10" y="29"/>
                    </a:lnTo>
                    <a:lnTo>
                      <a:pt x="6" y="29"/>
                    </a:lnTo>
                    <a:lnTo>
                      <a:pt x="6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7" name="iŝliḍe">
                <a:extLst>
                  <a:ext uri="{FF2B5EF4-FFF2-40B4-BE49-F238E27FC236}">
                    <a16:creationId xmlns:a16="http://schemas.microsoft.com/office/drawing/2014/main" id="{260A95E9-BAD7-4060-BF76-FE7241DDAB8B}"/>
                  </a:ext>
                </a:extLst>
              </p:cNvPr>
              <p:cNvSpPr/>
              <p:nvPr/>
            </p:nvSpPr>
            <p:spPr bwMode="auto">
              <a:xfrm>
                <a:off x="5114925" y="3586163"/>
                <a:ext cx="25400" cy="46038"/>
              </a:xfrm>
              <a:custGeom>
                <a:avLst/>
                <a:gdLst>
                  <a:gd name="T0" fmla="*/ 4 w 8"/>
                  <a:gd name="T1" fmla="*/ 2 h 14"/>
                  <a:gd name="T2" fmla="*/ 3 w 8"/>
                  <a:gd name="T3" fmla="*/ 2 h 14"/>
                  <a:gd name="T4" fmla="*/ 3 w 8"/>
                  <a:gd name="T5" fmla="*/ 3 h 14"/>
                  <a:gd name="T6" fmla="*/ 2 w 8"/>
                  <a:gd name="T7" fmla="*/ 3 h 14"/>
                  <a:gd name="T8" fmla="*/ 2 w 8"/>
                  <a:gd name="T9" fmla="*/ 5 h 14"/>
                  <a:gd name="T10" fmla="*/ 2 w 8"/>
                  <a:gd name="T11" fmla="*/ 6 h 14"/>
                  <a:gd name="T12" fmla="*/ 3 w 8"/>
                  <a:gd name="T13" fmla="*/ 7 h 14"/>
                  <a:gd name="T14" fmla="*/ 4 w 8"/>
                  <a:gd name="T15" fmla="*/ 7 h 14"/>
                  <a:gd name="T16" fmla="*/ 5 w 8"/>
                  <a:gd name="T17" fmla="*/ 7 h 14"/>
                  <a:gd name="T18" fmla="*/ 6 w 8"/>
                  <a:gd name="T19" fmla="*/ 7 h 14"/>
                  <a:gd name="T20" fmla="*/ 7 w 8"/>
                  <a:gd name="T21" fmla="*/ 6 h 14"/>
                  <a:gd name="T22" fmla="*/ 7 w 8"/>
                  <a:gd name="T23" fmla="*/ 4 h 14"/>
                  <a:gd name="T24" fmla="*/ 6 w 8"/>
                  <a:gd name="T25" fmla="*/ 3 h 14"/>
                  <a:gd name="T26" fmla="*/ 6 w 8"/>
                  <a:gd name="T27" fmla="*/ 2 h 14"/>
                  <a:gd name="T28" fmla="*/ 4 w 8"/>
                  <a:gd name="T29" fmla="*/ 2 h 14"/>
                  <a:gd name="T30" fmla="*/ 4 w 8"/>
                  <a:gd name="T31" fmla="*/ 9 h 14"/>
                  <a:gd name="T32" fmla="*/ 2 w 8"/>
                  <a:gd name="T33" fmla="*/ 9 h 14"/>
                  <a:gd name="T34" fmla="*/ 1 w 8"/>
                  <a:gd name="T35" fmla="*/ 8 h 14"/>
                  <a:gd name="T36" fmla="*/ 0 w 8"/>
                  <a:gd name="T37" fmla="*/ 7 h 14"/>
                  <a:gd name="T38" fmla="*/ 0 w 8"/>
                  <a:gd name="T39" fmla="*/ 5 h 14"/>
                  <a:gd name="T40" fmla="*/ 0 w 8"/>
                  <a:gd name="T41" fmla="*/ 3 h 14"/>
                  <a:gd name="T42" fmla="*/ 1 w 8"/>
                  <a:gd name="T43" fmla="*/ 2 h 14"/>
                  <a:gd name="T44" fmla="*/ 1 w 8"/>
                  <a:gd name="T45" fmla="*/ 1 h 14"/>
                  <a:gd name="T46" fmla="*/ 3 w 8"/>
                  <a:gd name="T47" fmla="*/ 0 h 14"/>
                  <a:gd name="T48" fmla="*/ 4 w 8"/>
                  <a:gd name="T49" fmla="*/ 0 h 14"/>
                  <a:gd name="T50" fmla="*/ 6 w 8"/>
                  <a:gd name="T51" fmla="*/ 0 h 14"/>
                  <a:gd name="T52" fmla="*/ 8 w 8"/>
                  <a:gd name="T53" fmla="*/ 2 h 14"/>
                  <a:gd name="T54" fmla="*/ 8 w 8"/>
                  <a:gd name="T55" fmla="*/ 3 h 14"/>
                  <a:gd name="T56" fmla="*/ 8 w 8"/>
                  <a:gd name="T57" fmla="*/ 5 h 14"/>
                  <a:gd name="T58" fmla="*/ 8 w 8"/>
                  <a:gd name="T59" fmla="*/ 9 h 14"/>
                  <a:gd name="T60" fmla="*/ 8 w 8"/>
                  <a:gd name="T61" fmla="*/ 11 h 14"/>
                  <a:gd name="T62" fmla="*/ 8 w 8"/>
                  <a:gd name="T63" fmla="*/ 12 h 14"/>
                  <a:gd name="T64" fmla="*/ 8 w 8"/>
                  <a:gd name="T65" fmla="*/ 13 h 14"/>
                  <a:gd name="T66" fmla="*/ 7 w 8"/>
                  <a:gd name="T67" fmla="*/ 14 h 14"/>
                  <a:gd name="T68" fmla="*/ 6 w 8"/>
                  <a:gd name="T69" fmla="*/ 14 h 14"/>
                  <a:gd name="T70" fmla="*/ 4 w 8"/>
                  <a:gd name="T71" fmla="*/ 14 h 14"/>
                  <a:gd name="T72" fmla="*/ 3 w 8"/>
                  <a:gd name="T73" fmla="*/ 14 h 14"/>
                  <a:gd name="T74" fmla="*/ 2 w 8"/>
                  <a:gd name="T75" fmla="*/ 14 h 14"/>
                  <a:gd name="T76" fmla="*/ 1 w 8"/>
                  <a:gd name="T77" fmla="*/ 13 h 14"/>
                  <a:gd name="T78" fmla="*/ 0 w 8"/>
                  <a:gd name="T79" fmla="*/ 12 h 14"/>
                  <a:gd name="T80" fmla="*/ 0 w 8"/>
                  <a:gd name="T81" fmla="*/ 11 h 14"/>
                  <a:gd name="T82" fmla="*/ 2 w 8"/>
                  <a:gd name="T83" fmla="*/ 11 h 14"/>
                  <a:gd name="T84" fmla="*/ 2 w 8"/>
                  <a:gd name="T85" fmla="*/ 11 h 14"/>
                  <a:gd name="T86" fmla="*/ 3 w 8"/>
                  <a:gd name="T87" fmla="*/ 12 h 14"/>
                  <a:gd name="T88" fmla="*/ 4 w 8"/>
                  <a:gd name="T89" fmla="*/ 12 h 14"/>
                  <a:gd name="T90" fmla="*/ 5 w 8"/>
                  <a:gd name="T91" fmla="*/ 12 h 14"/>
                  <a:gd name="T92" fmla="*/ 6 w 8"/>
                  <a:gd name="T93" fmla="*/ 12 h 14"/>
                  <a:gd name="T94" fmla="*/ 6 w 8"/>
                  <a:gd name="T95" fmla="*/ 11 h 14"/>
                  <a:gd name="T96" fmla="*/ 7 w 8"/>
                  <a:gd name="T97" fmla="*/ 10 h 14"/>
                  <a:gd name="T98" fmla="*/ 7 w 8"/>
                  <a:gd name="T99" fmla="*/ 9 h 14"/>
                  <a:gd name="T100" fmla="*/ 7 w 8"/>
                  <a:gd name="T101" fmla="*/ 8 h 14"/>
                  <a:gd name="T102" fmla="*/ 6 w 8"/>
                  <a:gd name="T103" fmla="*/ 9 h 14"/>
                  <a:gd name="T104" fmla="*/ 5 w 8"/>
                  <a:gd name="T105" fmla="*/ 9 h 14"/>
                  <a:gd name="T106" fmla="*/ 4 w 8"/>
                  <a:gd name="T107" fmla="*/ 9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8" h="14">
                    <a:moveTo>
                      <a:pt x="4" y="2"/>
                    </a:moveTo>
                    <a:cubicBezTo>
                      <a:pt x="4" y="2"/>
                      <a:pt x="4" y="2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4"/>
                      <a:pt x="2" y="4"/>
                      <a:pt x="2" y="5"/>
                    </a:cubicBezTo>
                    <a:cubicBezTo>
                      <a:pt x="2" y="5"/>
                      <a:pt x="2" y="6"/>
                      <a:pt x="2" y="6"/>
                    </a:cubicBezTo>
                    <a:cubicBezTo>
                      <a:pt x="2" y="6"/>
                      <a:pt x="2" y="6"/>
                      <a:pt x="3" y="7"/>
                    </a:cubicBezTo>
                    <a:cubicBezTo>
                      <a:pt x="3" y="7"/>
                      <a:pt x="3" y="7"/>
                      <a:pt x="4" y="7"/>
                    </a:cubicBezTo>
                    <a:cubicBezTo>
                      <a:pt x="4" y="7"/>
                      <a:pt x="4" y="7"/>
                      <a:pt x="5" y="7"/>
                    </a:cubicBezTo>
                    <a:cubicBezTo>
                      <a:pt x="5" y="7"/>
                      <a:pt x="6" y="7"/>
                      <a:pt x="6" y="7"/>
                    </a:cubicBezTo>
                    <a:cubicBezTo>
                      <a:pt x="6" y="6"/>
                      <a:pt x="6" y="6"/>
                      <a:pt x="7" y="6"/>
                    </a:cubicBezTo>
                    <a:cubicBezTo>
                      <a:pt x="7" y="5"/>
                      <a:pt x="7" y="5"/>
                      <a:pt x="7" y="4"/>
                    </a:cubicBezTo>
                    <a:cubicBezTo>
                      <a:pt x="7" y="4"/>
                      <a:pt x="7" y="3"/>
                      <a:pt x="6" y="3"/>
                    </a:cubicBezTo>
                    <a:cubicBezTo>
                      <a:pt x="6" y="3"/>
                      <a:pt x="6" y="3"/>
                      <a:pt x="6" y="2"/>
                    </a:cubicBezTo>
                    <a:cubicBezTo>
                      <a:pt x="5" y="2"/>
                      <a:pt x="5" y="2"/>
                      <a:pt x="4" y="2"/>
                    </a:cubicBezTo>
                    <a:close/>
                    <a:moveTo>
                      <a:pt x="4" y="9"/>
                    </a:moveTo>
                    <a:cubicBezTo>
                      <a:pt x="4" y="9"/>
                      <a:pt x="3" y="9"/>
                      <a:pt x="2" y="9"/>
                    </a:cubicBezTo>
                    <a:cubicBezTo>
                      <a:pt x="2" y="8"/>
                      <a:pt x="1" y="8"/>
                      <a:pt x="1" y="8"/>
                    </a:cubicBezTo>
                    <a:cubicBezTo>
                      <a:pt x="1" y="7"/>
                      <a:pt x="1" y="7"/>
                      <a:pt x="0" y="7"/>
                    </a:cubicBezTo>
                    <a:cubicBezTo>
                      <a:pt x="0" y="6"/>
                      <a:pt x="0" y="6"/>
                      <a:pt x="0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1" y="2"/>
                      <a:pt x="1" y="1"/>
                      <a:pt x="1" y="1"/>
                    </a:cubicBezTo>
                    <a:cubicBezTo>
                      <a:pt x="2" y="1"/>
                      <a:pt x="2" y="0"/>
                      <a:pt x="3" y="0"/>
                    </a:cubicBezTo>
                    <a:cubicBezTo>
                      <a:pt x="3" y="0"/>
                      <a:pt x="4" y="0"/>
                      <a:pt x="4" y="0"/>
                    </a:cubicBezTo>
                    <a:cubicBezTo>
                      <a:pt x="5" y="0"/>
                      <a:pt x="6" y="0"/>
                      <a:pt x="6" y="0"/>
                    </a:cubicBezTo>
                    <a:cubicBezTo>
                      <a:pt x="7" y="1"/>
                      <a:pt x="7" y="1"/>
                      <a:pt x="8" y="2"/>
                    </a:cubicBezTo>
                    <a:cubicBezTo>
                      <a:pt x="8" y="2"/>
                      <a:pt x="8" y="3"/>
                      <a:pt x="8" y="3"/>
                    </a:cubicBezTo>
                    <a:cubicBezTo>
                      <a:pt x="8" y="4"/>
                      <a:pt x="8" y="4"/>
                      <a:pt x="8" y="5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8" y="10"/>
                      <a:pt x="8" y="10"/>
                      <a:pt x="8" y="11"/>
                    </a:cubicBezTo>
                    <a:cubicBezTo>
                      <a:pt x="8" y="11"/>
                      <a:pt x="8" y="11"/>
                      <a:pt x="8" y="12"/>
                    </a:cubicBezTo>
                    <a:cubicBezTo>
                      <a:pt x="8" y="12"/>
                      <a:pt x="8" y="13"/>
                      <a:pt x="8" y="13"/>
                    </a:cubicBezTo>
                    <a:cubicBezTo>
                      <a:pt x="7" y="13"/>
                      <a:pt x="7" y="13"/>
                      <a:pt x="7" y="14"/>
                    </a:cubicBezTo>
                    <a:cubicBezTo>
                      <a:pt x="7" y="14"/>
                      <a:pt x="6" y="14"/>
                      <a:pt x="6" y="14"/>
                    </a:cubicBezTo>
                    <a:cubicBezTo>
                      <a:pt x="5" y="14"/>
                      <a:pt x="5" y="14"/>
                      <a:pt x="4" y="14"/>
                    </a:cubicBezTo>
                    <a:cubicBezTo>
                      <a:pt x="4" y="14"/>
                      <a:pt x="3" y="14"/>
                      <a:pt x="3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2"/>
                      <a:pt x="2" y="12"/>
                      <a:pt x="3" y="12"/>
                    </a:cubicBezTo>
                    <a:cubicBezTo>
                      <a:pt x="3" y="12"/>
                      <a:pt x="3" y="12"/>
                      <a:pt x="4" y="12"/>
                    </a:cubicBezTo>
                    <a:cubicBezTo>
                      <a:pt x="4" y="12"/>
                      <a:pt x="4" y="12"/>
                      <a:pt x="5" y="12"/>
                    </a:cubicBezTo>
                    <a:cubicBezTo>
                      <a:pt x="5" y="12"/>
                      <a:pt x="5" y="12"/>
                      <a:pt x="6" y="12"/>
                    </a:cubicBezTo>
                    <a:cubicBezTo>
                      <a:pt x="6" y="12"/>
                      <a:pt x="6" y="12"/>
                      <a:pt x="6" y="11"/>
                    </a:cubicBezTo>
                    <a:cubicBezTo>
                      <a:pt x="6" y="11"/>
                      <a:pt x="7" y="11"/>
                      <a:pt x="7" y="10"/>
                    </a:cubicBezTo>
                    <a:cubicBezTo>
                      <a:pt x="7" y="10"/>
                      <a:pt x="7" y="10"/>
                      <a:pt x="7" y="9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9"/>
                      <a:pt x="6" y="9"/>
                      <a:pt x="6" y="9"/>
                    </a:cubicBezTo>
                    <a:cubicBezTo>
                      <a:pt x="6" y="9"/>
                      <a:pt x="6" y="9"/>
                      <a:pt x="5" y="9"/>
                    </a:cubicBezTo>
                    <a:cubicBezTo>
                      <a:pt x="5" y="9"/>
                      <a:pt x="5" y="9"/>
                      <a:pt x="4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8" name="iSḷidé">
                <a:extLst>
                  <a:ext uri="{FF2B5EF4-FFF2-40B4-BE49-F238E27FC236}">
                    <a16:creationId xmlns:a16="http://schemas.microsoft.com/office/drawing/2014/main" id="{47D9352D-F8E6-489A-ADC1-2D1AB05280B5}"/>
                  </a:ext>
                </a:extLst>
              </p:cNvPr>
              <p:cNvSpPr/>
              <p:nvPr/>
            </p:nvSpPr>
            <p:spPr bwMode="auto">
              <a:xfrm>
                <a:off x="5164138" y="3586163"/>
                <a:ext cx="30163" cy="46038"/>
              </a:xfrm>
              <a:custGeom>
                <a:avLst/>
                <a:gdLst>
                  <a:gd name="T0" fmla="*/ 1 w 9"/>
                  <a:gd name="T1" fmla="*/ 13 h 14"/>
                  <a:gd name="T2" fmla="*/ 0 w 9"/>
                  <a:gd name="T3" fmla="*/ 12 h 14"/>
                  <a:gd name="T4" fmla="*/ 0 w 9"/>
                  <a:gd name="T5" fmla="*/ 10 h 14"/>
                  <a:gd name="T6" fmla="*/ 0 w 9"/>
                  <a:gd name="T7" fmla="*/ 8 h 14"/>
                  <a:gd name="T8" fmla="*/ 0 w 9"/>
                  <a:gd name="T9" fmla="*/ 6 h 14"/>
                  <a:gd name="T10" fmla="*/ 0 w 9"/>
                  <a:gd name="T11" fmla="*/ 4 h 14"/>
                  <a:gd name="T12" fmla="*/ 0 w 9"/>
                  <a:gd name="T13" fmla="*/ 3 h 14"/>
                  <a:gd name="T14" fmla="*/ 1 w 9"/>
                  <a:gd name="T15" fmla="*/ 1 h 14"/>
                  <a:gd name="T16" fmla="*/ 2 w 9"/>
                  <a:gd name="T17" fmla="*/ 0 h 14"/>
                  <a:gd name="T18" fmla="*/ 4 w 9"/>
                  <a:gd name="T19" fmla="*/ 0 h 14"/>
                  <a:gd name="T20" fmla="*/ 6 w 9"/>
                  <a:gd name="T21" fmla="*/ 0 h 14"/>
                  <a:gd name="T22" fmla="*/ 7 w 9"/>
                  <a:gd name="T23" fmla="*/ 1 h 14"/>
                  <a:gd name="T24" fmla="*/ 8 w 9"/>
                  <a:gd name="T25" fmla="*/ 2 h 14"/>
                  <a:gd name="T26" fmla="*/ 9 w 9"/>
                  <a:gd name="T27" fmla="*/ 4 h 14"/>
                  <a:gd name="T28" fmla="*/ 9 w 9"/>
                  <a:gd name="T29" fmla="*/ 6 h 14"/>
                  <a:gd name="T30" fmla="*/ 9 w 9"/>
                  <a:gd name="T31" fmla="*/ 8 h 14"/>
                  <a:gd name="T32" fmla="*/ 9 w 9"/>
                  <a:gd name="T33" fmla="*/ 9 h 14"/>
                  <a:gd name="T34" fmla="*/ 9 w 9"/>
                  <a:gd name="T35" fmla="*/ 11 h 14"/>
                  <a:gd name="T36" fmla="*/ 8 w 9"/>
                  <a:gd name="T37" fmla="*/ 12 h 14"/>
                  <a:gd name="T38" fmla="*/ 7 w 9"/>
                  <a:gd name="T39" fmla="*/ 13 h 14"/>
                  <a:gd name="T40" fmla="*/ 6 w 9"/>
                  <a:gd name="T41" fmla="*/ 14 h 14"/>
                  <a:gd name="T42" fmla="*/ 4 w 9"/>
                  <a:gd name="T43" fmla="*/ 14 h 14"/>
                  <a:gd name="T44" fmla="*/ 3 w 9"/>
                  <a:gd name="T45" fmla="*/ 14 h 14"/>
                  <a:gd name="T46" fmla="*/ 1 w 9"/>
                  <a:gd name="T47" fmla="*/ 13 h 14"/>
                  <a:gd name="T48" fmla="*/ 7 w 9"/>
                  <a:gd name="T49" fmla="*/ 7 h 14"/>
                  <a:gd name="T50" fmla="*/ 7 w 9"/>
                  <a:gd name="T51" fmla="*/ 5 h 14"/>
                  <a:gd name="T52" fmla="*/ 6 w 9"/>
                  <a:gd name="T53" fmla="*/ 3 h 14"/>
                  <a:gd name="T54" fmla="*/ 5 w 9"/>
                  <a:gd name="T55" fmla="*/ 2 h 14"/>
                  <a:gd name="T56" fmla="*/ 4 w 9"/>
                  <a:gd name="T57" fmla="*/ 2 h 14"/>
                  <a:gd name="T58" fmla="*/ 3 w 9"/>
                  <a:gd name="T59" fmla="*/ 2 h 14"/>
                  <a:gd name="T60" fmla="*/ 2 w 9"/>
                  <a:gd name="T61" fmla="*/ 3 h 14"/>
                  <a:gd name="T62" fmla="*/ 2 w 9"/>
                  <a:gd name="T63" fmla="*/ 5 h 14"/>
                  <a:gd name="T64" fmla="*/ 1 w 9"/>
                  <a:gd name="T65" fmla="*/ 6 h 14"/>
                  <a:gd name="T66" fmla="*/ 1 w 9"/>
                  <a:gd name="T67" fmla="*/ 7 h 14"/>
                  <a:gd name="T68" fmla="*/ 2 w 9"/>
                  <a:gd name="T69" fmla="*/ 10 h 14"/>
                  <a:gd name="T70" fmla="*/ 2 w 9"/>
                  <a:gd name="T71" fmla="*/ 11 h 14"/>
                  <a:gd name="T72" fmla="*/ 3 w 9"/>
                  <a:gd name="T73" fmla="*/ 12 h 14"/>
                  <a:gd name="T74" fmla="*/ 4 w 9"/>
                  <a:gd name="T75" fmla="*/ 12 h 14"/>
                  <a:gd name="T76" fmla="*/ 5 w 9"/>
                  <a:gd name="T77" fmla="*/ 12 h 14"/>
                  <a:gd name="T78" fmla="*/ 6 w 9"/>
                  <a:gd name="T79" fmla="*/ 11 h 14"/>
                  <a:gd name="T80" fmla="*/ 7 w 9"/>
                  <a:gd name="T81" fmla="*/ 10 h 14"/>
                  <a:gd name="T82" fmla="*/ 7 w 9"/>
                  <a:gd name="T83" fmla="*/ 8 h 14"/>
                  <a:gd name="T84" fmla="*/ 7 w 9"/>
                  <a:gd name="T85" fmla="*/ 7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9" h="14">
                    <a:moveTo>
                      <a:pt x="1" y="13"/>
                    </a:moveTo>
                    <a:cubicBezTo>
                      <a:pt x="1" y="13"/>
                      <a:pt x="1" y="12"/>
                      <a:pt x="0" y="12"/>
                    </a:cubicBezTo>
                    <a:cubicBezTo>
                      <a:pt x="0" y="11"/>
                      <a:pt x="0" y="11"/>
                      <a:pt x="0" y="10"/>
                    </a:cubicBezTo>
                    <a:cubicBezTo>
                      <a:pt x="0" y="9"/>
                      <a:pt x="0" y="9"/>
                      <a:pt x="0" y="8"/>
                    </a:cubicBezTo>
                    <a:cubicBezTo>
                      <a:pt x="0" y="7"/>
                      <a:pt x="0" y="6"/>
                      <a:pt x="0" y="6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0" y="4"/>
                      <a:pt x="0" y="3"/>
                      <a:pt x="0" y="3"/>
                    </a:cubicBezTo>
                    <a:cubicBezTo>
                      <a:pt x="1" y="2"/>
                      <a:pt x="1" y="2"/>
                      <a:pt x="1" y="1"/>
                    </a:cubicBezTo>
                    <a:cubicBezTo>
                      <a:pt x="1" y="1"/>
                      <a:pt x="2" y="1"/>
                      <a:pt x="2" y="0"/>
                    </a:cubicBezTo>
                    <a:cubicBezTo>
                      <a:pt x="3" y="0"/>
                      <a:pt x="4" y="0"/>
                      <a:pt x="4" y="0"/>
                    </a:cubicBezTo>
                    <a:cubicBezTo>
                      <a:pt x="5" y="0"/>
                      <a:pt x="5" y="0"/>
                      <a:pt x="6" y="0"/>
                    </a:cubicBezTo>
                    <a:cubicBezTo>
                      <a:pt x="6" y="0"/>
                      <a:pt x="7" y="1"/>
                      <a:pt x="7" y="1"/>
                    </a:cubicBezTo>
                    <a:cubicBezTo>
                      <a:pt x="7" y="1"/>
                      <a:pt x="8" y="2"/>
                      <a:pt x="8" y="2"/>
                    </a:cubicBezTo>
                    <a:cubicBezTo>
                      <a:pt x="8" y="3"/>
                      <a:pt x="9" y="3"/>
                      <a:pt x="9" y="4"/>
                    </a:cubicBezTo>
                    <a:cubicBezTo>
                      <a:pt x="9" y="5"/>
                      <a:pt x="9" y="5"/>
                      <a:pt x="9" y="6"/>
                    </a:cubicBezTo>
                    <a:cubicBezTo>
                      <a:pt x="9" y="6"/>
                      <a:pt x="9" y="7"/>
                      <a:pt x="9" y="8"/>
                    </a:cubicBezTo>
                    <a:cubicBezTo>
                      <a:pt x="9" y="8"/>
                      <a:pt x="9" y="9"/>
                      <a:pt x="9" y="9"/>
                    </a:cubicBezTo>
                    <a:cubicBezTo>
                      <a:pt x="9" y="10"/>
                      <a:pt x="9" y="10"/>
                      <a:pt x="9" y="11"/>
                    </a:cubicBezTo>
                    <a:cubicBezTo>
                      <a:pt x="8" y="11"/>
                      <a:pt x="8" y="12"/>
                      <a:pt x="8" y="12"/>
                    </a:cubicBezTo>
                    <a:cubicBezTo>
                      <a:pt x="8" y="13"/>
                      <a:pt x="7" y="13"/>
                      <a:pt x="7" y="13"/>
                    </a:cubicBezTo>
                    <a:cubicBezTo>
                      <a:pt x="7" y="14"/>
                      <a:pt x="6" y="14"/>
                      <a:pt x="6" y="14"/>
                    </a:cubicBezTo>
                    <a:cubicBezTo>
                      <a:pt x="5" y="14"/>
                      <a:pt x="5" y="14"/>
                      <a:pt x="4" y="14"/>
                    </a:cubicBezTo>
                    <a:cubicBezTo>
                      <a:pt x="4" y="14"/>
                      <a:pt x="3" y="14"/>
                      <a:pt x="3" y="14"/>
                    </a:cubicBezTo>
                    <a:cubicBezTo>
                      <a:pt x="2" y="14"/>
                      <a:pt x="1" y="13"/>
                      <a:pt x="1" y="13"/>
                    </a:cubicBezTo>
                    <a:close/>
                    <a:moveTo>
                      <a:pt x="7" y="7"/>
                    </a:moveTo>
                    <a:cubicBezTo>
                      <a:pt x="7" y="6"/>
                      <a:pt x="7" y="5"/>
                      <a:pt x="7" y="5"/>
                    </a:cubicBezTo>
                    <a:cubicBezTo>
                      <a:pt x="7" y="4"/>
                      <a:pt x="7" y="4"/>
                      <a:pt x="6" y="3"/>
                    </a:cubicBezTo>
                    <a:cubicBezTo>
                      <a:pt x="6" y="3"/>
                      <a:pt x="6" y="3"/>
                      <a:pt x="5" y="2"/>
                    </a:cubicBezTo>
                    <a:cubicBezTo>
                      <a:pt x="5" y="2"/>
                      <a:pt x="5" y="2"/>
                      <a:pt x="4" y="2"/>
                    </a:cubicBezTo>
                    <a:cubicBezTo>
                      <a:pt x="4" y="2"/>
                      <a:pt x="3" y="2"/>
                      <a:pt x="3" y="2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4"/>
                      <a:pt x="2" y="4"/>
                      <a:pt x="2" y="5"/>
                    </a:cubicBezTo>
                    <a:cubicBezTo>
                      <a:pt x="2" y="5"/>
                      <a:pt x="1" y="6"/>
                      <a:pt x="1" y="6"/>
                    </a:cubicBezTo>
                    <a:cubicBezTo>
                      <a:pt x="1" y="6"/>
                      <a:pt x="1" y="7"/>
                      <a:pt x="1" y="7"/>
                    </a:cubicBezTo>
                    <a:cubicBezTo>
                      <a:pt x="1" y="8"/>
                      <a:pt x="1" y="9"/>
                      <a:pt x="2" y="10"/>
                    </a:cubicBezTo>
                    <a:cubicBezTo>
                      <a:pt x="2" y="10"/>
                      <a:pt x="2" y="11"/>
                      <a:pt x="2" y="11"/>
                    </a:cubicBezTo>
                    <a:cubicBezTo>
                      <a:pt x="2" y="12"/>
                      <a:pt x="3" y="12"/>
                      <a:pt x="3" y="12"/>
                    </a:cubicBezTo>
                    <a:cubicBezTo>
                      <a:pt x="3" y="12"/>
                      <a:pt x="4" y="12"/>
                      <a:pt x="4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2"/>
                      <a:pt x="6" y="12"/>
                      <a:pt x="6" y="11"/>
                    </a:cubicBezTo>
                    <a:cubicBezTo>
                      <a:pt x="7" y="11"/>
                      <a:pt x="7" y="10"/>
                      <a:pt x="7" y="10"/>
                    </a:cubicBezTo>
                    <a:cubicBezTo>
                      <a:pt x="7" y="9"/>
                      <a:pt x="7" y="8"/>
                      <a:pt x="7" y="8"/>
                    </a:cubicBezTo>
                    <a:cubicBezTo>
                      <a:pt x="7" y="8"/>
                      <a:pt x="7" y="7"/>
                      <a:pt x="7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7" name="íśľïďê">
              <a:extLst>
                <a:ext uri="{FF2B5EF4-FFF2-40B4-BE49-F238E27FC236}">
                  <a16:creationId xmlns:a16="http://schemas.microsoft.com/office/drawing/2014/main" id="{B1F506E4-E45F-412B-B2C2-FB6FFC8C7544}"/>
                </a:ext>
              </a:extLst>
            </p:cNvPr>
            <p:cNvGrpSpPr/>
            <p:nvPr/>
          </p:nvGrpSpPr>
          <p:grpSpPr>
            <a:xfrm>
              <a:off x="5156287" y="2481344"/>
              <a:ext cx="4169014" cy="1469307"/>
              <a:chOff x="5722938" y="3046413"/>
              <a:chExt cx="1662113" cy="585788"/>
            </a:xfrm>
            <a:grpFill/>
          </p:grpSpPr>
          <p:sp>
            <p:nvSpPr>
              <p:cNvPr id="38" name="îSľíḑè">
                <a:extLst>
                  <a:ext uri="{FF2B5EF4-FFF2-40B4-BE49-F238E27FC236}">
                    <a16:creationId xmlns:a16="http://schemas.microsoft.com/office/drawing/2014/main" id="{583F7C91-B73F-465E-954E-5564DF87A9D1}"/>
                  </a:ext>
                </a:extLst>
              </p:cNvPr>
              <p:cNvSpPr/>
              <p:nvPr/>
            </p:nvSpPr>
            <p:spPr bwMode="auto">
              <a:xfrm>
                <a:off x="7088188" y="3046413"/>
                <a:ext cx="296863" cy="561975"/>
              </a:xfrm>
              <a:custGeom>
                <a:avLst/>
                <a:gdLst>
                  <a:gd name="T0" fmla="*/ 19 w 90"/>
                  <a:gd name="T1" fmla="*/ 151 h 169"/>
                  <a:gd name="T2" fmla="*/ 55 w 90"/>
                  <a:gd name="T3" fmla="*/ 133 h 169"/>
                  <a:gd name="T4" fmla="*/ 43 w 90"/>
                  <a:gd name="T5" fmla="*/ 157 h 169"/>
                  <a:gd name="T6" fmla="*/ 19 w 90"/>
                  <a:gd name="T7" fmla="*/ 151 h 169"/>
                  <a:gd name="T8" fmla="*/ 2 w 90"/>
                  <a:gd name="T9" fmla="*/ 39 h 169"/>
                  <a:gd name="T10" fmla="*/ 3 w 90"/>
                  <a:gd name="T11" fmla="*/ 56 h 169"/>
                  <a:gd name="T12" fmla="*/ 34 w 90"/>
                  <a:gd name="T13" fmla="*/ 32 h 169"/>
                  <a:gd name="T14" fmla="*/ 38 w 90"/>
                  <a:gd name="T15" fmla="*/ 35 h 169"/>
                  <a:gd name="T16" fmla="*/ 47 w 90"/>
                  <a:gd name="T17" fmla="*/ 26 h 169"/>
                  <a:gd name="T18" fmla="*/ 58 w 90"/>
                  <a:gd name="T19" fmla="*/ 16 h 169"/>
                  <a:gd name="T20" fmla="*/ 9 w 90"/>
                  <a:gd name="T21" fmla="*/ 90 h 169"/>
                  <a:gd name="T22" fmla="*/ 9 w 90"/>
                  <a:gd name="T23" fmla="*/ 101 h 169"/>
                  <a:gd name="T24" fmla="*/ 31 w 90"/>
                  <a:gd name="T25" fmla="*/ 89 h 169"/>
                  <a:gd name="T26" fmla="*/ 26 w 90"/>
                  <a:gd name="T27" fmla="*/ 107 h 169"/>
                  <a:gd name="T28" fmla="*/ 30 w 90"/>
                  <a:gd name="T29" fmla="*/ 113 h 169"/>
                  <a:gd name="T30" fmla="*/ 53 w 90"/>
                  <a:gd name="T31" fmla="*/ 118 h 169"/>
                  <a:gd name="T32" fmla="*/ 2 w 90"/>
                  <a:gd name="T33" fmla="*/ 145 h 169"/>
                  <a:gd name="T34" fmla="*/ 48 w 90"/>
                  <a:gd name="T35" fmla="*/ 169 h 169"/>
                  <a:gd name="T36" fmla="*/ 64 w 90"/>
                  <a:gd name="T37" fmla="*/ 130 h 169"/>
                  <a:gd name="T38" fmla="*/ 82 w 90"/>
                  <a:gd name="T39" fmla="*/ 137 h 169"/>
                  <a:gd name="T40" fmla="*/ 90 w 90"/>
                  <a:gd name="T41" fmla="*/ 130 h 169"/>
                  <a:gd name="T42" fmla="*/ 62 w 90"/>
                  <a:gd name="T43" fmla="*/ 119 h 169"/>
                  <a:gd name="T44" fmla="*/ 45 w 90"/>
                  <a:gd name="T45" fmla="*/ 106 h 169"/>
                  <a:gd name="T46" fmla="*/ 47 w 90"/>
                  <a:gd name="T47" fmla="*/ 77 h 169"/>
                  <a:gd name="T48" fmla="*/ 25 w 90"/>
                  <a:gd name="T49" fmla="*/ 82 h 169"/>
                  <a:gd name="T50" fmla="*/ 71 w 90"/>
                  <a:gd name="T51" fmla="*/ 16 h 169"/>
                  <a:gd name="T52" fmla="*/ 59 w 90"/>
                  <a:gd name="T53" fmla="*/ 7 h 169"/>
                  <a:gd name="T54" fmla="*/ 41 w 90"/>
                  <a:gd name="T55" fmla="*/ 21 h 169"/>
                  <a:gd name="T56" fmla="*/ 30 w 90"/>
                  <a:gd name="T57" fmla="*/ 28 h 169"/>
                  <a:gd name="T58" fmla="*/ 17 w 90"/>
                  <a:gd name="T59" fmla="*/ 43 h 169"/>
                  <a:gd name="T60" fmla="*/ 2 w 90"/>
                  <a:gd name="T61" fmla="*/ 39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90" h="169">
                    <a:moveTo>
                      <a:pt x="19" y="151"/>
                    </a:moveTo>
                    <a:cubicBezTo>
                      <a:pt x="19" y="151"/>
                      <a:pt x="41" y="128"/>
                      <a:pt x="55" y="133"/>
                    </a:cubicBezTo>
                    <a:cubicBezTo>
                      <a:pt x="55" y="133"/>
                      <a:pt x="62" y="158"/>
                      <a:pt x="43" y="157"/>
                    </a:cubicBezTo>
                    <a:cubicBezTo>
                      <a:pt x="23" y="155"/>
                      <a:pt x="19" y="151"/>
                      <a:pt x="19" y="151"/>
                    </a:cubicBezTo>
                    <a:close/>
                    <a:moveTo>
                      <a:pt x="2" y="39"/>
                    </a:moveTo>
                    <a:cubicBezTo>
                      <a:pt x="0" y="46"/>
                      <a:pt x="3" y="56"/>
                      <a:pt x="3" y="56"/>
                    </a:cubicBezTo>
                    <a:cubicBezTo>
                      <a:pt x="6" y="75"/>
                      <a:pt x="34" y="32"/>
                      <a:pt x="34" y="32"/>
                    </a:cubicBezTo>
                    <a:cubicBezTo>
                      <a:pt x="35" y="35"/>
                      <a:pt x="38" y="35"/>
                      <a:pt x="38" y="35"/>
                    </a:cubicBezTo>
                    <a:cubicBezTo>
                      <a:pt x="52" y="37"/>
                      <a:pt x="47" y="26"/>
                      <a:pt x="47" y="26"/>
                    </a:cubicBezTo>
                    <a:cubicBezTo>
                      <a:pt x="49" y="21"/>
                      <a:pt x="58" y="16"/>
                      <a:pt x="58" y="16"/>
                    </a:cubicBezTo>
                    <a:cubicBezTo>
                      <a:pt x="44" y="53"/>
                      <a:pt x="9" y="90"/>
                      <a:pt x="9" y="90"/>
                    </a:cubicBezTo>
                    <a:cubicBezTo>
                      <a:pt x="9" y="101"/>
                      <a:pt x="9" y="101"/>
                      <a:pt x="9" y="101"/>
                    </a:cubicBezTo>
                    <a:cubicBezTo>
                      <a:pt x="12" y="114"/>
                      <a:pt x="31" y="89"/>
                      <a:pt x="31" y="89"/>
                    </a:cubicBezTo>
                    <a:cubicBezTo>
                      <a:pt x="26" y="107"/>
                      <a:pt x="26" y="107"/>
                      <a:pt x="26" y="107"/>
                    </a:cubicBezTo>
                    <a:cubicBezTo>
                      <a:pt x="24" y="115"/>
                      <a:pt x="30" y="113"/>
                      <a:pt x="30" y="113"/>
                    </a:cubicBezTo>
                    <a:cubicBezTo>
                      <a:pt x="53" y="112"/>
                      <a:pt x="53" y="118"/>
                      <a:pt x="53" y="118"/>
                    </a:cubicBezTo>
                    <a:cubicBezTo>
                      <a:pt x="12" y="121"/>
                      <a:pt x="2" y="145"/>
                      <a:pt x="2" y="145"/>
                    </a:cubicBezTo>
                    <a:cubicBezTo>
                      <a:pt x="6" y="156"/>
                      <a:pt x="25" y="161"/>
                      <a:pt x="48" y="169"/>
                    </a:cubicBezTo>
                    <a:cubicBezTo>
                      <a:pt x="71" y="168"/>
                      <a:pt x="64" y="130"/>
                      <a:pt x="64" y="130"/>
                    </a:cubicBezTo>
                    <a:cubicBezTo>
                      <a:pt x="79" y="129"/>
                      <a:pt x="82" y="137"/>
                      <a:pt x="82" y="137"/>
                    </a:cubicBezTo>
                    <a:cubicBezTo>
                      <a:pt x="90" y="130"/>
                      <a:pt x="90" y="130"/>
                      <a:pt x="90" y="130"/>
                    </a:cubicBezTo>
                    <a:cubicBezTo>
                      <a:pt x="79" y="115"/>
                      <a:pt x="62" y="119"/>
                      <a:pt x="62" y="119"/>
                    </a:cubicBezTo>
                    <a:cubicBezTo>
                      <a:pt x="60" y="107"/>
                      <a:pt x="45" y="106"/>
                      <a:pt x="45" y="106"/>
                    </a:cubicBezTo>
                    <a:cubicBezTo>
                      <a:pt x="35" y="105"/>
                      <a:pt x="44" y="92"/>
                      <a:pt x="47" y="77"/>
                    </a:cubicBezTo>
                    <a:cubicBezTo>
                      <a:pt x="47" y="64"/>
                      <a:pt x="25" y="82"/>
                      <a:pt x="25" y="82"/>
                    </a:cubicBezTo>
                    <a:cubicBezTo>
                      <a:pt x="43" y="66"/>
                      <a:pt x="66" y="31"/>
                      <a:pt x="71" y="16"/>
                    </a:cubicBezTo>
                    <a:cubicBezTo>
                      <a:pt x="75" y="0"/>
                      <a:pt x="59" y="7"/>
                      <a:pt x="59" y="7"/>
                    </a:cubicBezTo>
                    <a:cubicBezTo>
                      <a:pt x="59" y="7"/>
                      <a:pt x="42" y="20"/>
                      <a:pt x="41" y="21"/>
                    </a:cubicBezTo>
                    <a:cubicBezTo>
                      <a:pt x="32" y="21"/>
                      <a:pt x="30" y="28"/>
                      <a:pt x="30" y="28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7" y="54"/>
                      <a:pt x="2" y="39"/>
                      <a:pt x="2" y="3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9" name="îṥḻîďé">
                <a:extLst>
                  <a:ext uri="{FF2B5EF4-FFF2-40B4-BE49-F238E27FC236}">
                    <a16:creationId xmlns:a16="http://schemas.microsoft.com/office/drawing/2014/main" id="{034632B7-4F2C-48DB-BC75-4D325AECA7E7}"/>
                  </a:ext>
                </a:extLst>
              </p:cNvPr>
              <p:cNvSpPr/>
              <p:nvPr/>
            </p:nvSpPr>
            <p:spPr bwMode="auto">
              <a:xfrm>
                <a:off x="6802438" y="3471863"/>
                <a:ext cx="63500" cy="96838"/>
              </a:xfrm>
              <a:custGeom>
                <a:avLst/>
                <a:gdLst>
                  <a:gd name="T0" fmla="*/ 0 w 19"/>
                  <a:gd name="T1" fmla="*/ 0 h 29"/>
                  <a:gd name="T2" fmla="*/ 1 w 19"/>
                  <a:gd name="T3" fmla="*/ 29 h 29"/>
                  <a:gd name="T4" fmla="*/ 16 w 19"/>
                  <a:gd name="T5" fmla="*/ 13 h 29"/>
                  <a:gd name="T6" fmla="*/ 0 w 19"/>
                  <a:gd name="T7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29">
                    <a:moveTo>
                      <a:pt x="0" y="0"/>
                    </a:moveTo>
                    <a:cubicBezTo>
                      <a:pt x="0" y="0"/>
                      <a:pt x="9" y="19"/>
                      <a:pt x="1" y="29"/>
                    </a:cubicBezTo>
                    <a:cubicBezTo>
                      <a:pt x="1" y="29"/>
                      <a:pt x="13" y="27"/>
                      <a:pt x="16" y="13"/>
                    </a:cubicBezTo>
                    <a:cubicBezTo>
                      <a:pt x="19" y="0"/>
                      <a:pt x="4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iṣľíḍé">
                <a:extLst>
                  <a:ext uri="{FF2B5EF4-FFF2-40B4-BE49-F238E27FC236}">
                    <a16:creationId xmlns:a16="http://schemas.microsoft.com/office/drawing/2014/main" id="{77E427BA-9336-42BA-8F93-AFBE0BC83AD9}"/>
                  </a:ext>
                </a:extLst>
              </p:cNvPr>
              <p:cNvSpPr/>
              <p:nvPr/>
            </p:nvSpPr>
            <p:spPr bwMode="auto">
              <a:xfrm>
                <a:off x="6605588" y="3289301"/>
                <a:ext cx="223838" cy="309563"/>
              </a:xfrm>
              <a:custGeom>
                <a:avLst/>
                <a:gdLst>
                  <a:gd name="T0" fmla="*/ 26 w 68"/>
                  <a:gd name="T1" fmla="*/ 21 h 93"/>
                  <a:gd name="T2" fmla="*/ 30 w 68"/>
                  <a:gd name="T3" fmla="*/ 28 h 93"/>
                  <a:gd name="T4" fmla="*/ 42 w 68"/>
                  <a:gd name="T5" fmla="*/ 18 h 93"/>
                  <a:gd name="T6" fmla="*/ 37 w 68"/>
                  <a:gd name="T7" fmla="*/ 9 h 93"/>
                  <a:gd name="T8" fmla="*/ 46 w 68"/>
                  <a:gd name="T9" fmla="*/ 6 h 93"/>
                  <a:gd name="T10" fmla="*/ 53 w 68"/>
                  <a:gd name="T11" fmla="*/ 12 h 93"/>
                  <a:gd name="T12" fmla="*/ 62 w 68"/>
                  <a:gd name="T13" fmla="*/ 5 h 93"/>
                  <a:gd name="T14" fmla="*/ 68 w 68"/>
                  <a:gd name="T15" fmla="*/ 10 h 93"/>
                  <a:gd name="T16" fmla="*/ 53 w 68"/>
                  <a:gd name="T17" fmla="*/ 25 h 93"/>
                  <a:gd name="T18" fmla="*/ 27 w 68"/>
                  <a:gd name="T19" fmla="*/ 71 h 93"/>
                  <a:gd name="T20" fmla="*/ 0 w 68"/>
                  <a:gd name="T21" fmla="*/ 92 h 93"/>
                  <a:gd name="T22" fmla="*/ 0 w 68"/>
                  <a:gd name="T23" fmla="*/ 89 h 93"/>
                  <a:gd name="T24" fmla="*/ 31 w 68"/>
                  <a:gd name="T25" fmla="*/ 42 h 93"/>
                  <a:gd name="T26" fmla="*/ 21 w 68"/>
                  <a:gd name="T27" fmla="*/ 23 h 93"/>
                  <a:gd name="T28" fmla="*/ 26 w 68"/>
                  <a:gd name="T29" fmla="*/ 2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8" h="93">
                    <a:moveTo>
                      <a:pt x="26" y="21"/>
                    </a:moveTo>
                    <a:cubicBezTo>
                      <a:pt x="26" y="21"/>
                      <a:pt x="21" y="36"/>
                      <a:pt x="30" y="28"/>
                    </a:cubicBezTo>
                    <a:cubicBezTo>
                      <a:pt x="42" y="18"/>
                      <a:pt x="42" y="18"/>
                      <a:pt x="42" y="18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37" y="9"/>
                      <a:pt x="38" y="0"/>
                      <a:pt x="46" y="6"/>
                    </a:cubicBezTo>
                    <a:cubicBezTo>
                      <a:pt x="53" y="12"/>
                      <a:pt x="53" y="12"/>
                      <a:pt x="53" y="12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8" y="10"/>
                      <a:pt x="68" y="10"/>
                      <a:pt x="68" y="10"/>
                    </a:cubicBezTo>
                    <a:cubicBezTo>
                      <a:pt x="53" y="25"/>
                      <a:pt x="53" y="25"/>
                      <a:pt x="53" y="25"/>
                    </a:cubicBezTo>
                    <a:cubicBezTo>
                      <a:pt x="53" y="25"/>
                      <a:pt x="54" y="39"/>
                      <a:pt x="27" y="71"/>
                    </a:cubicBezTo>
                    <a:cubicBezTo>
                      <a:pt x="27" y="71"/>
                      <a:pt x="12" y="93"/>
                      <a:pt x="0" y="92"/>
                    </a:cubicBezTo>
                    <a:cubicBezTo>
                      <a:pt x="0" y="89"/>
                      <a:pt x="0" y="89"/>
                      <a:pt x="0" y="89"/>
                    </a:cubicBezTo>
                    <a:cubicBezTo>
                      <a:pt x="0" y="89"/>
                      <a:pt x="17" y="83"/>
                      <a:pt x="31" y="42"/>
                    </a:cubicBezTo>
                    <a:cubicBezTo>
                      <a:pt x="31" y="42"/>
                      <a:pt x="13" y="49"/>
                      <a:pt x="21" y="23"/>
                    </a:cubicBezTo>
                    <a:cubicBezTo>
                      <a:pt x="21" y="23"/>
                      <a:pt x="22" y="16"/>
                      <a:pt x="26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iSlidé">
                <a:extLst>
                  <a:ext uri="{FF2B5EF4-FFF2-40B4-BE49-F238E27FC236}">
                    <a16:creationId xmlns:a16="http://schemas.microsoft.com/office/drawing/2014/main" id="{8C2EF347-4586-4DCE-BA4E-21E22F7139B9}"/>
                  </a:ext>
                </a:extLst>
              </p:cNvPr>
              <p:cNvSpPr/>
              <p:nvPr/>
            </p:nvSpPr>
            <p:spPr bwMode="auto">
              <a:xfrm>
                <a:off x="6334125" y="3495676"/>
                <a:ext cx="79375" cy="76200"/>
              </a:xfrm>
              <a:custGeom>
                <a:avLst/>
                <a:gdLst>
                  <a:gd name="T0" fmla="*/ 0 w 24"/>
                  <a:gd name="T1" fmla="*/ 4 h 23"/>
                  <a:gd name="T2" fmla="*/ 21 w 24"/>
                  <a:gd name="T3" fmla="*/ 19 h 23"/>
                  <a:gd name="T4" fmla="*/ 18 w 24"/>
                  <a:gd name="T5" fmla="*/ 23 h 23"/>
                  <a:gd name="T6" fmla="*/ 0 w 24"/>
                  <a:gd name="T7" fmla="*/ 4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4" h="23">
                    <a:moveTo>
                      <a:pt x="0" y="4"/>
                    </a:moveTo>
                    <a:cubicBezTo>
                      <a:pt x="0" y="4"/>
                      <a:pt x="24" y="0"/>
                      <a:pt x="21" y="19"/>
                    </a:cubicBezTo>
                    <a:cubicBezTo>
                      <a:pt x="18" y="23"/>
                      <a:pt x="18" y="23"/>
                      <a:pt x="18" y="23"/>
                    </a:cubicBez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2" name="ïśľïdê">
                <a:extLst>
                  <a:ext uri="{FF2B5EF4-FFF2-40B4-BE49-F238E27FC236}">
                    <a16:creationId xmlns:a16="http://schemas.microsoft.com/office/drawing/2014/main" id="{7779A4E8-87D8-4496-A494-674B35972478}"/>
                  </a:ext>
                </a:extLst>
              </p:cNvPr>
              <p:cNvSpPr/>
              <p:nvPr/>
            </p:nvSpPr>
            <p:spPr bwMode="auto">
              <a:xfrm>
                <a:off x="6194425" y="3171826"/>
                <a:ext cx="225425" cy="460375"/>
              </a:xfrm>
              <a:custGeom>
                <a:avLst/>
                <a:gdLst>
                  <a:gd name="T0" fmla="*/ 3 w 68"/>
                  <a:gd name="T1" fmla="*/ 55 h 138"/>
                  <a:gd name="T2" fmla="*/ 24 w 68"/>
                  <a:gd name="T3" fmla="*/ 42 h 138"/>
                  <a:gd name="T4" fmla="*/ 38 w 68"/>
                  <a:gd name="T5" fmla="*/ 1 h 138"/>
                  <a:gd name="T6" fmla="*/ 44 w 68"/>
                  <a:gd name="T7" fmla="*/ 16 h 138"/>
                  <a:gd name="T8" fmla="*/ 37 w 68"/>
                  <a:gd name="T9" fmla="*/ 34 h 138"/>
                  <a:gd name="T10" fmla="*/ 55 w 68"/>
                  <a:gd name="T11" fmla="*/ 12 h 138"/>
                  <a:gd name="T12" fmla="*/ 58 w 68"/>
                  <a:gd name="T13" fmla="*/ 32 h 138"/>
                  <a:gd name="T14" fmla="*/ 24 w 68"/>
                  <a:gd name="T15" fmla="*/ 62 h 138"/>
                  <a:gd name="T16" fmla="*/ 18 w 68"/>
                  <a:gd name="T17" fmla="*/ 92 h 138"/>
                  <a:gd name="T18" fmla="*/ 27 w 68"/>
                  <a:gd name="T19" fmla="*/ 83 h 138"/>
                  <a:gd name="T20" fmla="*/ 34 w 68"/>
                  <a:gd name="T21" fmla="*/ 56 h 138"/>
                  <a:gd name="T22" fmla="*/ 47 w 68"/>
                  <a:gd name="T23" fmla="*/ 76 h 138"/>
                  <a:gd name="T24" fmla="*/ 39 w 68"/>
                  <a:gd name="T25" fmla="*/ 87 h 138"/>
                  <a:gd name="T26" fmla="*/ 40 w 68"/>
                  <a:gd name="T27" fmla="*/ 132 h 138"/>
                  <a:gd name="T28" fmla="*/ 22 w 68"/>
                  <a:gd name="T29" fmla="*/ 120 h 138"/>
                  <a:gd name="T30" fmla="*/ 12 w 68"/>
                  <a:gd name="T31" fmla="*/ 138 h 138"/>
                  <a:gd name="T32" fmla="*/ 2 w 68"/>
                  <a:gd name="T33" fmla="*/ 127 h 138"/>
                  <a:gd name="T34" fmla="*/ 27 w 68"/>
                  <a:gd name="T35" fmla="*/ 102 h 138"/>
                  <a:gd name="T36" fmla="*/ 26 w 68"/>
                  <a:gd name="T37" fmla="*/ 95 h 138"/>
                  <a:gd name="T38" fmla="*/ 15 w 68"/>
                  <a:gd name="T39" fmla="*/ 106 h 138"/>
                  <a:gd name="T40" fmla="*/ 5 w 68"/>
                  <a:gd name="T41" fmla="*/ 98 h 138"/>
                  <a:gd name="T42" fmla="*/ 16 w 68"/>
                  <a:gd name="T43" fmla="*/ 67 h 138"/>
                  <a:gd name="T44" fmla="*/ 3 w 68"/>
                  <a:gd name="T45" fmla="*/ 55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8" h="138">
                    <a:moveTo>
                      <a:pt x="3" y="55"/>
                    </a:moveTo>
                    <a:cubicBezTo>
                      <a:pt x="3" y="55"/>
                      <a:pt x="17" y="58"/>
                      <a:pt x="24" y="42"/>
                    </a:cubicBezTo>
                    <a:cubicBezTo>
                      <a:pt x="24" y="42"/>
                      <a:pt x="38" y="9"/>
                      <a:pt x="38" y="1"/>
                    </a:cubicBezTo>
                    <a:cubicBezTo>
                      <a:pt x="38" y="1"/>
                      <a:pt x="46" y="0"/>
                      <a:pt x="44" y="16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55" y="23"/>
                      <a:pt x="55" y="12"/>
                    </a:cubicBezTo>
                    <a:cubicBezTo>
                      <a:pt x="55" y="12"/>
                      <a:pt x="68" y="10"/>
                      <a:pt x="58" y="32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18" y="92"/>
                      <a:pt x="18" y="92"/>
                      <a:pt x="18" y="92"/>
                    </a:cubicBezTo>
                    <a:cubicBezTo>
                      <a:pt x="27" y="83"/>
                      <a:pt x="27" y="83"/>
                      <a:pt x="27" y="83"/>
                    </a:cubicBezTo>
                    <a:cubicBezTo>
                      <a:pt x="27" y="83"/>
                      <a:pt x="27" y="61"/>
                      <a:pt x="34" y="56"/>
                    </a:cubicBezTo>
                    <a:cubicBezTo>
                      <a:pt x="34" y="56"/>
                      <a:pt x="50" y="55"/>
                      <a:pt x="47" y="76"/>
                    </a:cubicBezTo>
                    <a:cubicBezTo>
                      <a:pt x="47" y="76"/>
                      <a:pt x="42" y="83"/>
                      <a:pt x="39" y="87"/>
                    </a:cubicBezTo>
                    <a:cubicBezTo>
                      <a:pt x="40" y="132"/>
                      <a:pt x="40" y="132"/>
                      <a:pt x="40" y="132"/>
                    </a:cubicBezTo>
                    <a:cubicBezTo>
                      <a:pt x="22" y="120"/>
                      <a:pt x="22" y="120"/>
                      <a:pt x="22" y="120"/>
                    </a:cubicBezTo>
                    <a:cubicBezTo>
                      <a:pt x="12" y="138"/>
                      <a:pt x="12" y="138"/>
                      <a:pt x="12" y="138"/>
                    </a:cubicBezTo>
                    <a:cubicBezTo>
                      <a:pt x="2" y="127"/>
                      <a:pt x="2" y="127"/>
                      <a:pt x="2" y="127"/>
                    </a:cubicBezTo>
                    <a:cubicBezTo>
                      <a:pt x="2" y="127"/>
                      <a:pt x="25" y="114"/>
                      <a:pt x="27" y="102"/>
                    </a:cubicBezTo>
                    <a:cubicBezTo>
                      <a:pt x="26" y="95"/>
                      <a:pt x="26" y="95"/>
                      <a:pt x="26" y="95"/>
                    </a:cubicBezTo>
                    <a:cubicBezTo>
                      <a:pt x="15" y="106"/>
                      <a:pt x="15" y="106"/>
                      <a:pt x="15" y="106"/>
                    </a:cubicBezTo>
                    <a:cubicBezTo>
                      <a:pt x="5" y="98"/>
                      <a:pt x="5" y="98"/>
                      <a:pt x="5" y="98"/>
                    </a:cubicBezTo>
                    <a:cubicBezTo>
                      <a:pt x="16" y="67"/>
                      <a:pt x="16" y="67"/>
                      <a:pt x="16" y="67"/>
                    </a:cubicBezTo>
                    <a:cubicBezTo>
                      <a:pt x="16" y="67"/>
                      <a:pt x="0" y="60"/>
                      <a:pt x="3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3" name="išḷíḍe">
                <a:extLst>
                  <a:ext uri="{FF2B5EF4-FFF2-40B4-BE49-F238E27FC236}">
                    <a16:creationId xmlns:a16="http://schemas.microsoft.com/office/drawing/2014/main" id="{7F476276-FE05-4EBA-9554-25580868476D}"/>
                  </a:ext>
                </a:extLst>
              </p:cNvPr>
              <p:cNvSpPr/>
              <p:nvPr/>
            </p:nvSpPr>
            <p:spPr bwMode="auto">
              <a:xfrm>
                <a:off x="5946775" y="3398838"/>
                <a:ext cx="96838" cy="100013"/>
              </a:xfrm>
              <a:custGeom>
                <a:avLst/>
                <a:gdLst>
                  <a:gd name="T0" fmla="*/ 0 w 29"/>
                  <a:gd name="T1" fmla="*/ 30 h 30"/>
                  <a:gd name="T2" fmla="*/ 14 w 29"/>
                  <a:gd name="T3" fmla="*/ 0 h 30"/>
                  <a:gd name="T4" fmla="*/ 29 w 29"/>
                  <a:gd name="T5" fmla="*/ 14 h 30"/>
                  <a:gd name="T6" fmla="*/ 0 w 29"/>
                  <a:gd name="T7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30">
                    <a:moveTo>
                      <a:pt x="0" y="3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9" y="14"/>
                      <a:pt x="9" y="29"/>
                      <a:pt x="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4" name="îṣḻîḓè">
                <a:extLst>
                  <a:ext uri="{FF2B5EF4-FFF2-40B4-BE49-F238E27FC236}">
                    <a16:creationId xmlns:a16="http://schemas.microsoft.com/office/drawing/2014/main" id="{ACC74B45-02FF-4F34-8E7E-F082B340D77C}"/>
                  </a:ext>
                </a:extLst>
              </p:cNvPr>
              <p:cNvSpPr/>
              <p:nvPr/>
            </p:nvSpPr>
            <p:spPr bwMode="auto">
              <a:xfrm>
                <a:off x="5722938" y="3419476"/>
                <a:ext cx="201613" cy="176213"/>
              </a:xfrm>
              <a:custGeom>
                <a:avLst/>
                <a:gdLst>
                  <a:gd name="T0" fmla="*/ 16 w 61"/>
                  <a:gd name="T1" fmla="*/ 38 h 53"/>
                  <a:gd name="T2" fmla="*/ 59 w 61"/>
                  <a:gd name="T3" fmla="*/ 0 h 53"/>
                  <a:gd name="T4" fmla="*/ 61 w 61"/>
                  <a:gd name="T5" fmla="*/ 4 h 53"/>
                  <a:gd name="T6" fmla="*/ 10 w 61"/>
                  <a:gd name="T7" fmla="*/ 53 h 53"/>
                  <a:gd name="T8" fmla="*/ 0 w 61"/>
                  <a:gd name="T9" fmla="*/ 41 h 53"/>
                  <a:gd name="T10" fmla="*/ 11 w 61"/>
                  <a:gd name="T11" fmla="*/ 8 h 53"/>
                  <a:gd name="T12" fmla="*/ 16 w 61"/>
                  <a:gd name="T13" fmla="*/ 38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1" h="53">
                    <a:moveTo>
                      <a:pt x="16" y="38"/>
                    </a:moveTo>
                    <a:cubicBezTo>
                      <a:pt x="59" y="0"/>
                      <a:pt x="59" y="0"/>
                      <a:pt x="59" y="0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4"/>
                      <a:pt x="40" y="40"/>
                      <a:pt x="10" y="53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1"/>
                      <a:pt x="11" y="18"/>
                      <a:pt x="11" y="8"/>
                    </a:cubicBezTo>
                    <a:cubicBezTo>
                      <a:pt x="11" y="8"/>
                      <a:pt x="27" y="6"/>
                      <a:pt x="16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iṣḷîḓé">
                <a:extLst>
                  <a:ext uri="{FF2B5EF4-FFF2-40B4-BE49-F238E27FC236}">
                    <a16:creationId xmlns:a16="http://schemas.microsoft.com/office/drawing/2014/main" id="{53C94A61-654E-4C9F-B270-BEE5DAF51C27}"/>
                  </a:ext>
                </a:extLst>
              </p:cNvPr>
              <p:cNvSpPr/>
              <p:nvPr/>
            </p:nvSpPr>
            <p:spPr bwMode="auto">
              <a:xfrm>
                <a:off x="5870575" y="3235326"/>
                <a:ext cx="60325" cy="177800"/>
              </a:xfrm>
              <a:custGeom>
                <a:avLst/>
                <a:gdLst>
                  <a:gd name="T0" fmla="*/ 0 w 18"/>
                  <a:gd name="T1" fmla="*/ 51 h 53"/>
                  <a:gd name="T2" fmla="*/ 1 w 18"/>
                  <a:gd name="T3" fmla="*/ 0 h 53"/>
                  <a:gd name="T4" fmla="*/ 15 w 18"/>
                  <a:gd name="T5" fmla="*/ 21 h 53"/>
                  <a:gd name="T6" fmla="*/ 0 w 18"/>
                  <a:gd name="T7" fmla="*/ 51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" h="53">
                    <a:moveTo>
                      <a:pt x="0" y="51"/>
                    </a:moveTo>
                    <a:cubicBezTo>
                      <a:pt x="0" y="51"/>
                      <a:pt x="8" y="16"/>
                      <a:pt x="1" y="0"/>
                    </a:cubicBezTo>
                    <a:cubicBezTo>
                      <a:pt x="1" y="0"/>
                      <a:pt x="18" y="4"/>
                      <a:pt x="15" y="21"/>
                    </a:cubicBezTo>
                    <a:cubicBezTo>
                      <a:pt x="11" y="39"/>
                      <a:pt x="11" y="53"/>
                      <a:pt x="0" y="5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8" name="ïṩ1îḑé">
              <a:extLst>
                <a:ext uri="{FF2B5EF4-FFF2-40B4-BE49-F238E27FC236}">
                  <a16:creationId xmlns:a16="http://schemas.microsoft.com/office/drawing/2014/main" id="{4CF24D40-3498-4DA2-8E14-09580AC415B4}"/>
                </a:ext>
              </a:extLst>
            </p:cNvPr>
            <p:cNvGrpSpPr/>
            <p:nvPr/>
          </p:nvGrpSpPr>
          <p:grpSpPr>
            <a:xfrm>
              <a:off x="5112548" y="4078070"/>
              <a:ext cx="4180976" cy="274494"/>
              <a:chOff x="5705475" y="3682999"/>
              <a:chExt cx="1666875" cy="109436"/>
            </a:xfrm>
            <a:grpFill/>
          </p:grpSpPr>
          <p:sp>
            <p:nvSpPr>
              <p:cNvPr id="19" name="îṣḷidê">
                <a:extLst>
                  <a:ext uri="{FF2B5EF4-FFF2-40B4-BE49-F238E27FC236}">
                    <a16:creationId xmlns:a16="http://schemas.microsoft.com/office/drawing/2014/main" id="{E6464D9B-1147-40C6-99A2-5C95750CB15A}"/>
                  </a:ext>
                </a:extLst>
              </p:cNvPr>
              <p:cNvSpPr/>
              <p:nvPr/>
            </p:nvSpPr>
            <p:spPr bwMode="auto">
              <a:xfrm>
                <a:off x="5705475" y="3683001"/>
                <a:ext cx="63500" cy="92075"/>
              </a:xfrm>
              <a:custGeom>
                <a:avLst/>
                <a:gdLst>
                  <a:gd name="T0" fmla="*/ 19 w 19"/>
                  <a:gd name="T1" fmla="*/ 20 h 28"/>
                  <a:gd name="T2" fmla="*/ 16 w 19"/>
                  <a:gd name="T3" fmla="*/ 25 h 28"/>
                  <a:gd name="T4" fmla="*/ 9 w 19"/>
                  <a:gd name="T5" fmla="*/ 28 h 28"/>
                  <a:gd name="T6" fmla="*/ 2 w 19"/>
                  <a:gd name="T7" fmla="*/ 25 h 28"/>
                  <a:gd name="T8" fmla="*/ 0 w 19"/>
                  <a:gd name="T9" fmla="*/ 20 h 28"/>
                  <a:gd name="T10" fmla="*/ 0 w 19"/>
                  <a:gd name="T11" fmla="*/ 19 h 28"/>
                  <a:gd name="T12" fmla="*/ 4 w 19"/>
                  <a:gd name="T13" fmla="*/ 19 h 28"/>
                  <a:gd name="T14" fmla="*/ 4 w 19"/>
                  <a:gd name="T15" fmla="*/ 20 h 28"/>
                  <a:gd name="T16" fmla="*/ 6 w 19"/>
                  <a:gd name="T17" fmla="*/ 23 h 28"/>
                  <a:gd name="T18" fmla="*/ 9 w 19"/>
                  <a:gd name="T19" fmla="*/ 24 h 28"/>
                  <a:gd name="T20" fmla="*/ 14 w 19"/>
                  <a:gd name="T21" fmla="*/ 23 h 28"/>
                  <a:gd name="T22" fmla="*/ 15 w 19"/>
                  <a:gd name="T23" fmla="*/ 20 h 28"/>
                  <a:gd name="T24" fmla="*/ 13 w 19"/>
                  <a:gd name="T25" fmla="*/ 17 h 28"/>
                  <a:gd name="T26" fmla="*/ 9 w 19"/>
                  <a:gd name="T27" fmla="*/ 14 h 28"/>
                  <a:gd name="T28" fmla="*/ 3 w 19"/>
                  <a:gd name="T29" fmla="*/ 11 h 28"/>
                  <a:gd name="T30" fmla="*/ 1 w 19"/>
                  <a:gd name="T31" fmla="*/ 7 h 28"/>
                  <a:gd name="T32" fmla="*/ 3 w 19"/>
                  <a:gd name="T33" fmla="*/ 2 h 28"/>
                  <a:gd name="T34" fmla="*/ 9 w 19"/>
                  <a:gd name="T35" fmla="*/ 0 h 28"/>
                  <a:gd name="T36" fmla="*/ 16 w 19"/>
                  <a:gd name="T37" fmla="*/ 2 h 28"/>
                  <a:gd name="T38" fmla="*/ 18 w 19"/>
                  <a:gd name="T39" fmla="*/ 7 h 28"/>
                  <a:gd name="T40" fmla="*/ 14 w 19"/>
                  <a:gd name="T41" fmla="*/ 7 h 28"/>
                  <a:gd name="T42" fmla="*/ 13 w 19"/>
                  <a:gd name="T43" fmla="*/ 4 h 28"/>
                  <a:gd name="T44" fmla="*/ 9 w 19"/>
                  <a:gd name="T45" fmla="*/ 3 h 28"/>
                  <a:gd name="T46" fmla="*/ 6 w 19"/>
                  <a:gd name="T47" fmla="*/ 4 h 28"/>
                  <a:gd name="T48" fmla="*/ 5 w 19"/>
                  <a:gd name="T49" fmla="*/ 7 h 28"/>
                  <a:gd name="T50" fmla="*/ 6 w 19"/>
                  <a:gd name="T51" fmla="*/ 9 h 28"/>
                  <a:gd name="T52" fmla="*/ 11 w 19"/>
                  <a:gd name="T53" fmla="*/ 12 h 28"/>
                  <a:gd name="T54" fmla="*/ 17 w 19"/>
                  <a:gd name="T55" fmla="*/ 15 h 28"/>
                  <a:gd name="T56" fmla="*/ 19 w 19"/>
                  <a:gd name="T57" fmla="*/ 2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9" h="28">
                    <a:moveTo>
                      <a:pt x="19" y="20"/>
                    </a:moveTo>
                    <a:cubicBezTo>
                      <a:pt x="19" y="22"/>
                      <a:pt x="18" y="24"/>
                      <a:pt x="16" y="25"/>
                    </a:cubicBezTo>
                    <a:cubicBezTo>
                      <a:pt x="15" y="27"/>
                      <a:pt x="12" y="28"/>
                      <a:pt x="9" y="28"/>
                    </a:cubicBezTo>
                    <a:cubicBezTo>
                      <a:pt x="6" y="28"/>
                      <a:pt x="4" y="27"/>
                      <a:pt x="2" y="25"/>
                    </a:cubicBezTo>
                    <a:cubicBezTo>
                      <a:pt x="1" y="24"/>
                      <a:pt x="0" y="22"/>
                      <a:pt x="0" y="20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4" y="21"/>
                      <a:pt x="5" y="22"/>
                      <a:pt x="6" y="23"/>
                    </a:cubicBezTo>
                    <a:cubicBezTo>
                      <a:pt x="7" y="24"/>
                      <a:pt x="8" y="24"/>
                      <a:pt x="9" y="24"/>
                    </a:cubicBezTo>
                    <a:cubicBezTo>
                      <a:pt x="11" y="24"/>
                      <a:pt x="13" y="24"/>
                      <a:pt x="14" y="23"/>
                    </a:cubicBezTo>
                    <a:cubicBezTo>
                      <a:pt x="15" y="22"/>
                      <a:pt x="15" y="21"/>
                      <a:pt x="15" y="20"/>
                    </a:cubicBezTo>
                    <a:cubicBezTo>
                      <a:pt x="15" y="19"/>
                      <a:pt x="14" y="18"/>
                      <a:pt x="13" y="17"/>
                    </a:cubicBezTo>
                    <a:cubicBezTo>
                      <a:pt x="12" y="16"/>
                      <a:pt x="11" y="15"/>
                      <a:pt x="9" y="14"/>
                    </a:cubicBezTo>
                    <a:cubicBezTo>
                      <a:pt x="6" y="13"/>
                      <a:pt x="4" y="12"/>
                      <a:pt x="3" y="11"/>
                    </a:cubicBezTo>
                    <a:cubicBezTo>
                      <a:pt x="1" y="10"/>
                      <a:pt x="1" y="9"/>
                      <a:pt x="1" y="7"/>
                    </a:cubicBezTo>
                    <a:cubicBezTo>
                      <a:pt x="1" y="5"/>
                      <a:pt x="2" y="3"/>
                      <a:pt x="3" y="2"/>
                    </a:cubicBezTo>
                    <a:cubicBezTo>
                      <a:pt x="5" y="0"/>
                      <a:pt x="7" y="0"/>
                      <a:pt x="9" y="0"/>
                    </a:cubicBezTo>
                    <a:cubicBezTo>
                      <a:pt x="13" y="0"/>
                      <a:pt x="15" y="0"/>
                      <a:pt x="16" y="2"/>
                    </a:cubicBezTo>
                    <a:cubicBezTo>
                      <a:pt x="17" y="4"/>
                      <a:pt x="18" y="5"/>
                      <a:pt x="18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6"/>
                      <a:pt x="14" y="5"/>
                      <a:pt x="13" y="4"/>
                    </a:cubicBezTo>
                    <a:cubicBezTo>
                      <a:pt x="12" y="3"/>
                      <a:pt x="11" y="3"/>
                      <a:pt x="9" y="3"/>
                    </a:cubicBezTo>
                    <a:cubicBezTo>
                      <a:pt x="8" y="3"/>
                      <a:pt x="7" y="3"/>
                      <a:pt x="6" y="4"/>
                    </a:cubicBezTo>
                    <a:cubicBezTo>
                      <a:pt x="5" y="5"/>
                      <a:pt x="5" y="5"/>
                      <a:pt x="5" y="7"/>
                    </a:cubicBezTo>
                    <a:cubicBezTo>
                      <a:pt x="5" y="8"/>
                      <a:pt x="5" y="8"/>
                      <a:pt x="6" y="9"/>
                    </a:cubicBezTo>
                    <a:cubicBezTo>
                      <a:pt x="6" y="10"/>
                      <a:pt x="8" y="11"/>
                      <a:pt x="11" y="12"/>
                    </a:cubicBezTo>
                    <a:cubicBezTo>
                      <a:pt x="13" y="13"/>
                      <a:pt x="15" y="14"/>
                      <a:pt x="17" y="15"/>
                    </a:cubicBezTo>
                    <a:cubicBezTo>
                      <a:pt x="18" y="16"/>
                      <a:pt x="19" y="18"/>
                      <a:pt x="19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0" name="íṣḻïḑè">
                <a:extLst>
                  <a:ext uri="{FF2B5EF4-FFF2-40B4-BE49-F238E27FC236}">
                    <a16:creationId xmlns:a16="http://schemas.microsoft.com/office/drawing/2014/main" id="{E44D0FD8-BA9E-49AA-AB64-A773F84B6898}"/>
                  </a:ext>
                </a:extLst>
              </p:cNvPr>
              <p:cNvSpPr/>
              <p:nvPr/>
            </p:nvSpPr>
            <p:spPr bwMode="auto">
              <a:xfrm>
                <a:off x="5799138" y="3683001"/>
                <a:ext cx="58738" cy="88900"/>
              </a:xfrm>
              <a:custGeom>
                <a:avLst/>
                <a:gdLst>
                  <a:gd name="T0" fmla="*/ 37 w 37"/>
                  <a:gd name="T1" fmla="*/ 56 h 56"/>
                  <a:gd name="T2" fmla="*/ 29 w 37"/>
                  <a:gd name="T3" fmla="*/ 56 h 56"/>
                  <a:gd name="T4" fmla="*/ 29 w 37"/>
                  <a:gd name="T5" fmla="*/ 29 h 56"/>
                  <a:gd name="T6" fmla="*/ 8 w 37"/>
                  <a:gd name="T7" fmla="*/ 29 h 56"/>
                  <a:gd name="T8" fmla="*/ 8 w 37"/>
                  <a:gd name="T9" fmla="*/ 56 h 56"/>
                  <a:gd name="T10" fmla="*/ 0 w 37"/>
                  <a:gd name="T11" fmla="*/ 56 h 56"/>
                  <a:gd name="T12" fmla="*/ 0 w 37"/>
                  <a:gd name="T13" fmla="*/ 0 h 56"/>
                  <a:gd name="T14" fmla="*/ 8 w 37"/>
                  <a:gd name="T15" fmla="*/ 0 h 56"/>
                  <a:gd name="T16" fmla="*/ 8 w 37"/>
                  <a:gd name="T17" fmla="*/ 23 h 56"/>
                  <a:gd name="T18" fmla="*/ 29 w 37"/>
                  <a:gd name="T19" fmla="*/ 23 h 56"/>
                  <a:gd name="T20" fmla="*/ 29 w 37"/>
                  <a:gd name="T21" fmla="*/ 0 h 56"/>
                  <a:gd name="T22" fmla="*/ 37 w 37"/>
                  <a:gd name="T23" fmla="*/ 0 h 56"/>
                  <a:gd name="T24" fmla="*/ 37 w 37"/>
                  <a:gd name="T25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7" h="56">
                    <a:moveTo>
                      <a:pt x="37" y="56"/>
                    </a:moveTo>
                    <a:lnTo>
                      <a:pt x="29" y="56"/>
                    </a:lnTo>
                    <a:lnTo>
                      <a:pt x="29" y="29"/>
                    </a:lnTo>
                    <a:lnTo>
                      <a:pt x="8" y="29"/>
                    </a:lnTo>
                    <a:lnTo>
                      <a:pt x="8" y="56"/>
                    </a:lnTo>
                    <a:lnTo>
                      <a:pt x="0" y="56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8" y="23"/>
                    </a:lnTo>
                    <a:lnTo>
                      <a:pt x="29" y="23"/>
                    </a:lnTo>
                    <a:lnTo>
                      <a:pt x="29" y="0"/>
                    </a:lnTo>
                    <a:lnTo>
                      <a:pt x="37" y="0"/>
                    </a:lnTo>
                    <a:lnTo>
                      <a:pt x="37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1" name="iṧľiḍe">
                <a:extLst>
                  <a:ext uri="{FF2B5EF4-FFF2-40B4-BE49-F238E27FC236}">
                    <a16:creationId xmlns:a16="http://schemas.microsoft.com/office/drawing/2014/main" id="{49DDBFDB-335B-4325-AF48-5124B9B83624}"/>
                  </a:ext>
                </a:extLst>
              </p:cNvPr>
              <p:cNvSpPr/>
              <p:nvPr/>
            </p:nvSpPr>
            <p:spPr bwMode="auto">
              <a:xfrm>
                <a:off x="5884863" y="3683001"/>
                <a:ext cx="68263" cy="88900"/>
              </a:xfrm>
              <a:custGeom>
                <a:avLst/>
                <a:gdLst>
                  <a:gd name="T0" fmla="*/ 43 w 43"/>
                  <a:gd name="T1" fmla="*/ 56 h 56"/>
                  <a:gd name="T2" fmla="*/ 35 w 43"/>
                  <a:gd name="T3" fmla="*/ 56 h 56"/>
                  <a:gd name="T4" fmla="*/ 29 w 43"/>
                  <a:gd name="T5" fmla="*/ 40 h 56"/>
                  <a:gd name="T6" fmla="*/ 14 w 43"/>
                  <a:gd name="T7" fmla="*/ 40 h 56"/>
                  <a:gd name="T8" fmla="*/ 8 w 43"/>
                  <a:gd name="T9" fmla="*/ 56 h 56"/>
                  <a:gd name="T10" fmla="*/ 0 w 43"/>
                  <a:gd name="T11" fmla="*/ 56 h 56"/>
                  <a:gd name="T12" fmla="*/ 18 w 43"/>
                  <a:gd name="T13" fmla="*/ 0 h 56"/>
                  <a:gd name="T14" fmla="*/ 25 w 43"/>
                  <a:gd name="T15" fmla="*/ 0 h 56"/>
                  <a:gd name="T16" fmla="*/ 43 w 43"/>
                  <a:gd name="T17" fmla="*/ 56 h 56"/>
                  <a:gd name="T18" fmla="*/ 43 w 43"/>
                  <a:gd name="T19" fmla="*/ 56 h 56"/>
                  <a:gd name="T20" fmla="*/ 27 w 43"/>
                  <a:gd name="T21" fmla="*/ 33 h 56"/>
                  <a:gd name="T22" fmla="*/ 23 w 43"/>
                  <a:gd name="T23" fmla="*/ 12 h 56"/>
                  <a:gd name="T24" fmla="*/ 21 w 43"/>
                  <a:gd name="T25" fmla="*/ 12 h 56"/>
                  <a:gd name="T26" fmla="*/ 14 w 43"/>
                  <a:gd name="T27" fmla="*/ 33 h 56"/>
                  <a:gd name="T28" fmla="*/ 27 w 43"/>
                  <a:gd name="T29" fmla="*/ 33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3" h="56">
                    <a:moveTo>
                      <a:pt x="43" y="56"/>
                    </a:moveTo>
                    <a:lnTo>
                      <a:pt x="35" y="56"/>
                    </a:lnTo>
                    <a:lnTo>
                      <a:pt x="29" y="40"/>
                    </a:lnTo>
                    <a:lnTo>
                      <a:pt x="14" y="40"/>
                    </a:lnTo>
                    <a:lnTo>
                      <a:pt x="8" y="56"/>
                    </a:lnTo>
                    <a:lnTo>
                      <a:pt x="0" y="56"/>
                    </a:lnTo>
                    <a:lnTo>
                      <a:pt x="18" y="0"/>
                    </a:lnTo>
                    <a:lnTo>
                      <a:pt x="25" y="0"/>
                    </a:lnTo>
                    <a:lnTo>
                      <a:pt x="43" y="56"/>
                    </a:lnTo>
                    <a:lnTo>
                      <a:pt x="43" y="56"/>
                    </a:lnTo>
                    <a:close/>
                    <a:moveTo>
                      <a:pt x="27" y="33"/>
                    </a:moveTo>
                    <a:lnTo>
                      <a:pt x="23" y="12"/>
                    </a:lnTo>
                    <a:lnTo>
                      <a:pt x="21" y="12"/>
                    </a:lnTo>
                    <a:lnTo>
                      <a:pt x="14" y="33"/>
                    </a:lnTo>
                    <a:lnTo>
                      <a:pt x="27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ïšliḓê">
                <a:extLst>
                  <a:ext uri="{FF2B5EF4-FFF2-40B4-BE49-F238E27FC236}">
                    <a16:creationId xmlns:a16="http://schemas.microsoft.com/office/drawing/2014/main" id="{5AFF4B30-CA81-40C2-8373-09C2BF4F3143}"/>
                  </a:ext>
                </a:extLst>
              </p:cNvPr>
              <p:cNvSpPr/>
              <p:nvPr/>
            </p:nvSpPr>
            <p:spPr bwMode="auto">
              <a:xfrm>
                <a:off x="5976938" y="3683001"/>
                <a:ext cx="63500" cy="88900"/>
              </a:xfrm>
              <a:custGeom>
                <a:avLst/>
                <a:gdLst>
                  <a:gd name="T0" fmla="*/ 40 w 40"/>
                  <a:gd name="T1" fmla="*/ 56 h 56"/>
                  <a:gd name="T2" fmla="*/ 29 w 40"/>
                  <a:gd name="T3" fmla="*/ 56 h 56"/>
                  <a:gd name="T4" fmla="*/ 10 w 40"/>
                  <a:gd name="T5" fmla="*/ 14 h 56"/>
                  <a:gd name="T6" fmla="*/ 8 w 40"/>
                  <a:gd name="T7" fmla="*/ 14 h 56"/>
                  <a:gd name="T8" fmla="*/ 8 w 40"/>
                  <a:gd name="T9" fmla="*/ 56 h 56"/>
                  <a:gd name="T10" fmla="*/ 0 w 40"/>
                  <a:gd name="T11" fmla="*/ 56 h 56"/>
                  <a:gd name="T12" fmla="*/ 0 w 40"/>
                  <a:gd name="T13" fmla="*/ 0 h 56"/>
                  <a:gd name="T14" fmla="*/ 10 w 40"/>
                  <a:gd name="T15" fmla="*/ 0 h 56"/>
                  <a:gd name="T16" fmla="*/ 31 w 40"/>
                  <a:gd name="T17" fmla="*/ 42 h 56"/>
                  <a:gd name="T18" fmla="*/ 31 w 40"/>
                  <a:gd name="T19" fmla="*/ 42 h 56"/>
                  <a:gd name="T20" fmla="*/ 31 w 40"/>
                  <a:gd name="T21" fmla="*/ 0 h 56"/>
                  <a:gd name="T22" fmla="*/ 40 w 40"/>
                  <a:gd name="T23" fmla="*/ 0 h 56"/>
                  <a:gd name="T24" fmla="*/ 40 w 40"/>
                  <a:gd name="T25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0" h="56">
                    <a:moveTo>
                      <a:pt x="40" y="56"/>
                    </a:moveTo>
                    <a:lnTo>
                      <a:pt x="29" y="56"/>
                    </a:lnTo>
                    <a:lnTo>
                      <a:pt x="10" y="14"/>
                    </a:lnTo>
                    <a:lnTo>
                      <a:pt x="8" y="14"/>
                    </a:lnTo>
                    <a:lnTo>
                      <a:pt x="8" y="56"/>
                    </a:lnTo>
                    <a:lnTo>
                      <a:pt x="0" y="56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31" y="42"/>
                    </a:lnTo>
                    <a:lnTo>
                      <a:pt x="31" y="42"/>
                    </a:lnTo>
                    <a:lnTo>
                      <a:pt x="31" y="0"/>
                    </a:lnTo>
                    <a:lnTo>
                      <a:pt x="40" y="0"/>
                    </a:lnTo>
                    <a:lnTo>
                      <a:pt x="40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3" name="îṥlïďé">
                <a:extLst>
                  <a:ext uri="{FF2B5EF4-FFF2-40B4-BE49-F238E27FC236}">
                    <a16:creationId xmlns:a16="http://schemas.microsoft.com/office/drawing/2014/main" id="{D7F513DE-5227-4385-913C-FD94A6A110D4}"/>
                  </a:ext>
                </a:extLst>
              </p:cNvPr>
              <p:cNvSpPr/>
              <p:nvPr/>
            </p:nvSpPr>
            <p:spPr bwMode="auto">
              <a:xfrm>
                <a:off x="6069014" y="3682999"/>
                <a:ext cx="95855" cy="109436"/>
              </a:xfrm>
              <a:custGeom>
                <a:avLst/>
                <a:gdLst>
                  <a:gd name="T0" fmla="*/ 19 w 19"/>
                  <a:gd name="T1" fmla="*/ 14 h 27"/>
                  <a:gd name="T2" fmla="*/ 15 w 19"/>
                  <a:gd name="T3" fmla="*/ 24 h 27"/>
                  <a:gd name="T4" fmla="*/ 6 w 19"/>
                  <a:gd name="T5" fmla="*/ 27 h 27"/>
                  <a:gd name="T6" fmla="*/ 0 w 19"/>
                  <a:gd name="T7" fmla="*/ 27 h 27"/>
                  <a:gd name="T8" fmla="*/ 0 w 19"/>
                  <a:gd name="T9" fmla="*/ 0 h 27"/>
                  <a:gd name="T10" fmla="*/ 6 w 19"/>
                  <a:gd name="T11" fmla="*/ 0 h 27"/>
                  <a:gd name="T12" fmla="*/ 16 w 19"/>
                  <a:gd name="T13" fmla="*/ 3 h 27"/>
                  <a:gd name="T14" fmla="*/ 19 w 19"/>
                  <a:gd name="T15" fmla="*/ 14 h 27"/>
                  <a:gd name="T16" fmla="*/ 15 w 19"/>
                  <a:gd name="T17" fmla="*/ 14 h 27"/>
                  <a:gd name="T18" fmla="*/ 12 w 19"/>
                  <a:gd name="T19" fmla="*/ 5 h 27"/>
                  <a:gd name="T20" fmla="*/ 6 w 19"/>
                  <a:gd name="T21" fmla="*/ 3 h 27"/>
                  <a:gd name="T22" fmla="*/ 4 w 19"/>
                  <a:gd name="T23" fmla="*/ 3 h 27"/>
                  <a:gd name="T24" fmla="*/ 4 w 19"/>
                  <a:gd name="T25" fmla="*/ 24 h 27"/>
                  <a:gd name="T26" fmla="*/ 6 w 19"/>
                  <a:gd name="T27" fmla="*/ 24 h 27"/>
                  <a:gd name="T28" fmla="*/ 12 w 19"/>
                  <a:gd name="T29" fmla="*/ 22 h 27"/>
                  <a:gd name="T30" fmla="*/ 15 w 19"/>
                  <a:gd name="T3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9" h="27">
                    <a:moveTo>
                      <a:pt x="19" y="14"/>
                    </a:moveTo>
                    <a:cubicBezTo>
                      <a:pt x="19" y="19"/>
                      <a:pt x="18" y="22"/>
                      <a:pt x="15" y="24"/>
                    </a:cubicBezTo>
                    <a:cubicBezTo>
                      <a:pt x="13" y="26"/>
                      <a:pt x="10" y="27"/>
                      <a:pt x="6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10" y="0"/>
                      <a:pt x="14" y="1"/>
                      <a:pt x="16" y="3"/>
                    </a:cubicBezTo>
                    <a:cubicBezTo>
                      <a:pt x="18" y="5"/>
                      <a:pt x="19" y="9"/>
                      <a:pt x="19" y="14"/>
                    </a:cubicBezTo>
                    <a:close/>
                    <a:moveTo>
                      <a:pt x="15" y="14"/>
                    </a:moveTo>
                    <a:cubicBezTo>
                      <a:pt x="15" y="10"/>
                      <a:pt x="14" y="7"/>
                      <a:pt x="12" y="5"/>
                    </a:cubicBezTo>
                    <a:cubicBezTo>
                      <a:pt x="11" y="4"/>
                      <a:pt x="9" y="3"/>
                      <a:pt x="6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9" y="24"/>
                      <a:pt x="11" y="23"/>
                      <a:pt x="12" y="22"/>
                    </a:cubicBezTo>
                    <a:cubicBezTo>
                      <a:pt x="14" y="20"/>
                      <a:pt x="15" y="18"/>
                      <a:pt x="15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ï$ľîḋè">
                <a:extLst>
                  <a:ext uri="{FF2B5EF4-FFF2-40B4-BE49-F238E27FC236}">
                    <a16:creationId xmlns:a16="http://schemas.microsoft.com/office/drawing/2014/main" id="{2E2CDD4D-8BA3-4E03-AC3E-820CD74F1660}"/>
                  </a:ext>
                </a:extLst>
              </p:cNvPr>
              <p:cNvSpPr/>
              <p:nvPr/>
            </p:nvSpPr>
            <p:spPr bwMode="auto">
              <a:xfrm>
                <a:off x="6157913" y="3683001"/>
                <a:ext cx="66675" cy="92075"/>
              </a:xfrm>
              <a:custGeom>
                <a:avLst/>
                <a:gdLst>
                  <a:gd name="T0" fmla="*/ 20 w 20"/>
                  <a:gd name="T1" fmla="*/ 13 h 28"/>
                  <a:gd name="T2" fmla="*/ 17 w 20"/>
                  <a:gd name="T3" fmla="*/ 24 h 28"/>
                  <a:gd name="T4" fmla="*/ 10 w 20"/>
                  <a:gd name="T5" fmla="*/ 28 h 28"/>
                  <a:gd name="T6" fmla="*/ 2 w 20"/>
                  <a:gd name="T7" fmla="*/ 24 h 28"/>
                  <a:gd name="T8" fmla="*/ 0 w 20"/>
                  <a:gd name="T9" fmla="*/ 13 h 28"/>
                  <a:gd name="T10" fmla="*/ 2 w 20"/>
                  <a:gd name="T11" fmla="*/ 3 h 28"/>
                  <a:gd name="T12" fmla="*/ 10 w 20"/>
                  <a:gd name="T13" fmla="*/ 0 h 28"/>
                  <a:gd name="T14" fmla="*/ 17 w 20"/>
                  <a:gd name="T15" fmla="*/ 3 h 28"/>
                  <a:gd name="T16" fmla="*/ 20 w 20"/>
                  <a:gd name="T17" fmla="*/ 13 h 28"/>
                  <a:gd name="T18" fmla="*/ 15 w 20"/>
                  <a:gd name="T19" fmla="*/ 13 h 28"/>
                  <a:gd name="T20" fmla="*/ 14 w 20"/>
                  <a:gd name="T21" fmla="*/ 5 h 28"/>
                  <a:gd name="T22" fmla="*/ 10 w 20"/>
                  <a:gd name="T23" fmla="*/ 3 h 28"/>
                  <a:gd name="T24" fmla="*/ 6 w 20"/>
                  <a:gd name="T25" fmla="*/ 5 h 28"/>
                  <a:gd name="T26" fmla="*/ 4 w 20"/>
                  <a:gd name="T27" fmla="*/ 13 h 28"/>
                  <a:gd name="T28" fmla="*/ 6 w 20"/>
                  <a:gd name="T29" fmla="*/ 22 h 28"/>
                  <a:gd name="T30" fmla="*/ 10 w 20"/>
                  <a:gd name="T31" fmla="*/ 24 h 28"/>
                  <a:gd name="T32" fmla="*/ 14 w 20"/>
                  <a:gd name="T33" fmla="*/ 22 h 28"/>
                  <a:gd name="T34" fmla="*/ 15 w 20"/>
                  <a:gd name="T35" fmla="*/ 13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0" h="28">
                    <a:moveTo>
                      <a:pt x="20" y="13"/>
                    </a:moveTo>
                    <a:cubicBezTo>
                      <a:pt x="20" y="18"/>
                      <a:pt x="19" y="22"/>
                      <a:pt x="17" y="24"/>
                    </a:cubicBezTo>
                    <a:cubicBezTo>
                      <a:pt x="15" y="26"/>
                      <a:pt x="13" y="28"/>
                      <a:pt x="10" y="28"/>
                    </a:cubicBezTo>
                    <a:cubicBezTo>
                      <a:pt x="7" y="28"/>
                      <a:pt x="4" y="26"/>
                      <a:pt x="2" y="24"/>
                    </a:cubicBezTo>
                    <a:cubicBezTo>
                      <a:pt x="1" y="22"/>
                      <a:pt x="0" y="18"/>
                      <a:pt x="0" y="13"/>
                    </a:cubicBezTo>
                    <a:cubicBezTo>
                      <a:pt x="0" y="8"/>
                      <a:pt x="1" y="5"/>
                      <a:pt x="2" y="3"/>
                    </a:cubicBezTo>
                    <a:cubicBezTo>
                      <a:pt x="4" y="1"/>
                      <a:pt x="7" y="0"/>
                      <a:pt x="10" y="0"/>
                    </a:cubicBezTo>
                    <a:cubicBezTo>
                      <a:pt x="13" y="0"/>
                      <a:pt x="15" y="1"/>
                      <a:pt x="17" y="3"/>
                    </a:cubicBezTo>
                    <a:cubicBezTo>
                      <a:pt x="19" y="5"/>
                      <a:pt x="20" y="8"/>
                      <a:pt x="20" y="13"/>
                    </a:cubicBezTo>
                    <a:close/>
                    <a:moveTo>
                      <a:pt x="15" y="13"/>
                    </a:moveTo>
                    <a:cubicBezTo>
                      <a:pt x="15" y="9"/>
                      <a:pt x="15" y="6"/>
                      <a:pt x="14" y="5"/>
                    </a:cubicBezTo>
                    <a:cubicBezTo>
                      <a:pt x="13" y="3"/>
                      <a:pt x="11" y="3"/>
                      <a:pt x="10" y="3"/>
                    </a:cubicBezTo>
                    <a:cubicBezTo>
                      <a:pt x="8" y="3"/>
                      <a:pt x="7" y="3"/>
                      <a:pt x="6" y="5"/>
                    </a:cubicBezTo>
                    <a:cubicBezTo>
                      <a:pt x="5" y="6"/>
                      <a:pt x="4" y="9"/>
                      <a:pt x="4" y="13"/>
                    </a:cubicBezTo>
                    <a:cubicBezTo>
                      <a:pt x="4" y="18"/>
                      <a:pt x="5" y="21"/>
                      <a:pt x="6" y="22"/>
                    </a:cubicBezTo>
                    <a:cubicBezTo>
                      <a:pt x="7" y="24"/>
                      <a:pt x="8" y="24"/>
                      <a:pt x="10" y="24"/>
                    </a:cubicBezTo>
                    <a:cubicBezTo>
                      <a:pt x="11" y="24"/>
                      <a:pt x="13" y="24"/>
                      <a:pt x="14" y="22"/>
                    </a:cubicBezTo>
                    <a:cubicBezTo>
                      <a:pt x="15" y="21"/>
                      <a:pt x="15" y="18"/>
                      <a:pt x="1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išḷîďê">
                <a:extLst>
                  <a:ext uri="{FF2B5EF4-FFF2-40B4-BE49-F238E27FC236}">
                    <a16:creationId xmlns:a16="http://schemas.microsoft.com/office/drawing/2014/main" id="{8A1CCE4A-15DD-4C42-8513-D9535FDDF03C}"/>
                  </a:ext>
                </a:extLst>
              </p:cNvPr>
              <p:cNvSpPr/>
              <p:nvPr/>
            </p:nvSpPr>
            <p:spPr bwMode="auto">
              <a:xfrm>
                <a:off x="6251575" y="3683001"/>
                <a:ext cx="58738" cy="88900"/>
              </a:xfrm>
              <a:custGeom>
                <a:avLst/>
                <a:gdLst>
                  <a:gd name="T0" fmla="*/ 37 w 37"/>
                  <a:gd name="T1" fmla="*/ 56 h 56"/>
                  <a:gd name="T2" fmla="*/ 29 w 37"/>
                  <a:gd name="T3" fmla="*/ 56 h 56"/>
                  <a:gd name="T4" fmla="*/ 8 w 37"/>
                  <a:gd name="T5" fmla="*/ 14 h 56"/>
                  <a:gd name="T6" fmla="*/ 8 w 37"/>
                  <a:gd name="T7" fmla="*/ 14 h 56"/>
                  <a:gd name="T8" fmla="*/ 8 w 37"/>
                  <a:gd name="T9" fmla="*/ 56 h 56"/>
                  <a:gd name="T10" fmla="*/ 0 w 37"/>
                  <a:gd name="T11" fmla="*/ 56 h 56"/>
                  <a:gd name="T12" fmla="*/ 0 w 37"/>
                  <a:gd name="T13" fmla="*/ 0 h 56"/>
                  <a:gd name="T14" fmla="*/ 8 w 37"/>
                  <a:gd name="T15" fmla="*/ 0 h 56"/>
                  <a:gd name="T16" fmla="*/ 29 w 37"/>
                  <a:gd name="T17" fmla="*/ 42 h 56"/>
                  <a:gd name="T18" fmla="*/ 29 w 37"/>
                  <a:gd name="T19" fmla="*/ 42 h 56"/>
                  <a:gd name="T20" fmla="*/ 29 w 37"/>
                  <a:gd name="T21" fmla="*/ 0 h 56"/>
                  <a:gd name="T22" fmla="*/ 37 w 37"/>
                  <a:gd name="T23" fmla="*/ 0 h 56"/>
                  <a:gd name="T24" fmla="*/ 37 w 37"/>
                  <a:gd name="T25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7" h="56">
                    <a:moveTo>
                      <a:pt x="37" y="56"/>
                    </a:moveTo>
                    <a:lnTo>
                      <a:pt x="29" y="56"/>
                    </a:lnTo>
                    <a:lnTo>
                      <a:pt x="8" y="14"/>
                    </a:lnTo>
                    <a:lnTo>
                      <a:pt x="8" y="14"/>
                    </a:lnTo>
                    <a:lnTo>
                      <a:pt x="8" y="56"/>
                    </a:lnTo>
                    <a:lnTo>
                      <a:pt x="0" y="56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29" y="42"/>
                    </a:lnTo>
                    <a:lnTo>
                      <a:pt x="29" y="42"/>
                    </a:lnTo>
                    <a:lnTo>
                      <a:pt x="29" y="0"/>
                    </a:lnTo>
                    <a:lnTo>
                      <a:pt x="37" y="0"/>
                    </a:lnTo>
                    <a:lnTo>
                      <a:pt x="37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íŝḻîḑê">
                <a:extLst>
                  <a:ext uri="{FF2B5EF4-FFF2-40B4-BE49-F238E27FC236}">
                    <a16:creationId xmlns:a16="http://schemas.microsoft.com/office/drawing/2014/main" id="{971CEEAB-A34D-47A0-AD83-73613FE91380}"/>
                  </a:ext>
                </a:extLst>
              </p:cNvPr>
              <p:cNvSpPr/>
              <p:nvPr/>
            </p:nvSpPr>
            <p:spPr bwMode="auto">
              <a:xfrm>
                <a:off x="6340475" y="3683001"/>
                <a:ext cx="63500" cy="92075"/>
              </a:xfrm>
              <a:custGeom>
                <a:avLst/>
                <a:gdLst>
                  <a:gd name="T0" fmla="*/ 19 w 19"/>
                  <a:gd name="T1" fmla="*/ 28 h 28"/>
                  <a:gd name="T2" fmla="*/ 16 w 19"/>
                  <a:gd name="T3" fmla="*/ 28 h 28"/>
                  <a:gd name="T4" fmla="*/ 15 w 19"/>
                  <a:gd name="T5" fmla="*/ 25 h 28"/>
                  <a:gd name="T6" fmla="*/ 13 w 19"/>
                  <a:gd name="T7" fmla="*/ 27 h 28"/>
                  <a:gd name="T8" fmla="*/ 10 w 19"/>
                  <a:gd name="T9" fmla="*/ 28 h 28"/>
                  <a:gd name="T10" fmla="*/ 3 w 19"/>
                  <a:gd name="T11" fmla="*/ 24 h 28"/>
                  <a:gd name="T12" fmla="*/ 0 w 19"/>
                  <a:gd name="T13" fmla="*/ 14 h 28"/>
                  <a:gd name="T14" fmla="*/ 3 w 19"/>
                  <a:gd name="T15" fmla="*/ 3 h 28"/>
                  <a:gd name="T16" fmla="*/ 10 w 19"/>
                  <a:gd name="T17" fmla="*/ 0 h 28"/>
                  <a:gd name="T18" fmla="*/ 16 w 19"/>
                  <a:gd name="T19" fmla="*/ 2 h 28"/>
                  <a:gd name="T20" fmla="*/ 19 w 19"/>
                  <a:gd name="T21" fmla="*/ 9 h 28"/>
                  <a:gd name="T22" fmla="*/ 15 w 19"/>
                  <a:gd name="T23" fmla="*/ 9 h 28"/>
                  <a:gd name="T24" fmla="*/ 13 w 19"/>
                  <a:gd name="T25" fmla="*/ 4 h 28"/>
                  <a:gd name="T26" fmla="*/ 10 w 19"/>
                  <a:gd name="T27" fmla="*/ 3 h 28"/>
                  <a:gd name="T28" fmla="*/ 6 w 19"/>
                  <a:gd name="T29" fmla="*/ 5 h 28"/>
                  <a:gd name="T30" fmla="*/ 4 w 19"/>
                  <a:gd name="T31" fmla="*/ 14 h 28"/>
                  <a:gd name="T32" fmla="*/ 6 w 19"/>
                  <a:gd name="T33" fmla="*/ 22 h 28"/>
                  <a:gd name="T34" fmla="*/ 10 w 19"/>
                  <a:gd name="T35" fmla="*/ 24 h 28"/>
                  <a:gd name="T36" fmla="*/ 14 w 19"/>
                  <a:gd name="T37" fmla="*/ 23 h 28"/>
                  <a:gd name="T38" fmla="*/ 15 w 19"/>
                  <a:gd name="T39" fmla="*/ 18 h 28"/>
                  <a:gd name="T40" fmla="*/ 15 w 19"/>
                  <a:gd name="T41" fmla="*/ 17 h 28"/>
                  <a:gd name="T42" fmla="*/ 10 w 19"/>
                  <a:gd name="T43" fmla="*/ 17 h 28"/>
                  <a:gd name="T44" fmla="*/ 10 w 19"/>
                  <a:gd name="T45" fmla="*/ 13 h 28"/>
                  <a:gd name="T46" fmla="*/ 19 w 19"/>
                  <a:gd name="T47" fmla="*/ 13 h 28"/>
                  <a:gd name="T48" fmla="*/ 19 w 19"/>
                  <a:gd name="T49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9" h="28">
                    <a:moveTo>
                      <a:pt x="19" y="28"/>
                    </a:moveTo>
                    <a:cubicBezTo>
                      <a:pt x="16" y="28"/>
                      <a:pt x="16" y="28"/>
                      <a:pt x="16" y="28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5" y="26"/>
                      <a:pt x="14" y="26"/>
                      <a:pt x="13" y="27"/>
                    </a:cubicBezTo>
                    <a:cubicBezTo>
                      <a:pt x="12" y="27"/>
                      <a:pt x="11" y="28"/>
                      <a:pt x="10" y="28"/>
                    </a:cubicBezTo>
                    <a:cubicBezTo>
                      <a:pt x="7" y="28"/>
                      <a:pt x="5" y="26"/>
                      <a:pt x="3" y="24"/>
                    </a:cubicBezTo>
                    <a:cubicBezTo>
                      <a:pt x="1" y="22"/>
                      <a:pt x="0" y="19"/>
                      <a:pt x="0" y="14"/>
                    </a:cubicBezTo>
                    <a:cubicBezTo>
                      <a:pt x="0" y="9"/>
                      <a:pt x="1" y="6"/>
                      <a:pt x="3" y="3"/>
                    </a:cubicBezTo>
                    <a:cubicBezTo>
                      <a:pt x="4" y="1"/>
                      <a:pt x="7" y="0"/>
                      <a:pt x="10" y="0"/>
                    </a:cubicBezTo>
                    <a:cubicBezTo>
                      <a:pt x="13" y="0"/>
                      <a:pt x="15" y="1"/>
                      <a:pt x="16" y="2"/>
                    </a:cubicBezTo>
                    <a:cubicBezTo>
                      <a:pt x="18" y="4"/>
                      <a:pt x="19" y="6"/>
                      <a:pt x="19" y="9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5" y="7"/>
                      <a:pt x="14" y="5"/>
                      <a:pt x="13" y="4"/>
                    </a:cubicBezTo>
                    <a:cubicBezTo>
                      <a:pt x="13" y="3"/>
                      <a:pt x="11" y="3"/>
                      <a:pt x="10" y="3"/>
                    </a:cubicBezTo>
                    <a:cubicBezTo>
                      <a:pt x="8" y="3"/>
                      <a:pt x="7" y="4"/>
                      <a:pt x="6" y="5"/>
                    </a:cubicBezTo>
                    <a:cubicBezTo>
                      <a:pt x="5" y="7"/>
                      <a:pt x="4" y="10"/>
                      <a:pt x="4" y="14"/>
                    </a:cubicBezTo>
                    <a:cubicBezTo>
                      <a:pt x="4" y="18"/>
                      <a:pt x="5" y="21"/>
                      <a:pt x="6" y="22"/>
                    </a:cubicBezTo>
                    <a:cubicBezTo>
                      <a:pt x="7" y="24"/>
                      <a:pt x="9" y="24"/>
                      <a:pt x="10" y="24"/>
                    </a:cubicBezTo>
                    <a:cubicBezTo>
                      <a:pt x="12" y="24"/>
                      <a:pt x="13" y="24"/>
                      <a:pt x="14" y="23"/>
                    </a:cubicBezTo>
                    <a:cubicBezTo>
                      <a:pt x="15" y="22"/>
                      <a:pt x="15" y="20"/>
                      <a:pt x="15" y="18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9" y="13"/>
                      <a:pt x="19" y="13"/>
                      <a:pt x="19" y="13"/>
                    </a:cubicBezTo>
                    <a:lnTo>
                      <a:pt x="19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ïs1îḓê">
                <a:extLst>
                  <a:ext uri="{FF2B5EF4-FFF2-40B4-BE49-F238E27FC236}">
                    <a16:creationId xmlns:a16="http://schemas.microsoft.com/office/drawing/2014/main" id="{E9E026E9-AC15-4251-9F53-9B3A3D2120D2}"/>
                  </a:ext>
                </a:extLst>
              </p:cNvPr>
              <p:cNvSpPr/>
              <p:nvPr/>
            </p:nvSpPr>
            <p:spPr bwMode="auto">
              <a:xfrm>
                <a:off x="6492875" y="3683001"/>
                <a:ext cx="58738" cy="92075"/>
              </a:xfrm>
              <a:custGeom>
                <a:avLst/>
                <a:gdLst>
                  <a:gd name="T0" fmla="*/ 18 w 18"/>
                  <a:gd name="T1" fmla="*/ 19 h 28"/>
                  <a:gd name="T2" fmla="*/ 16 w 18"/>
                  <a:gd name="T3" fmla="*/ 25 h 28"/>
                  <a:gd name="T4" fmla="*/ 9 w 18"/>
                  <a:gd name="T5" fmla="*/ 28 h 28"/>
                  <a:gd name="T6" fmla="*/ 2 w 18"/>
                  <a:gd name="T7" fmla="*/ 25 h 28"/>
                  <a:gd name="T8" fmla="*/ 0 w 18"/>
                  <a:gd name="T9" fmla="*/ 19 h 28"/>
                  <a:gd name="T10" fmla="*/ 0 w 18"/>
                  <a:gd name="T11" fmla="*/ 0 h 28"/>
                  <a:gd name="T12" fmla="*/ 4 w 18"/>
                  <a:gd name="T13" fmla="*/ 0 h 28"/>
                  <a:gd name="T14" fmla="*/ 4 w 18"/>
                  <a:gd name="T15" fmla="*/ 19 h 28"/>
                  <a:gd name="T16" fmla="*/ 5 w 18"/>
                  <a:gd name="T17" fmla="*/ 23 h 28"/>
                  <a:gd name="T18" fmla="*/ 9 w 18"/>
                  <a:gd name="T19" fmla="*/ 24 h 28"/>
                  <a:gd name="T20" fmla="*/ 13 w 18"/>
                  <a:gd name="T21" fmla="*/ 23 h 28"/>
                  <a:gd name="T22" fmla="*/ 14 w 18"/>
                  <a:gd name="T23" fmla="*/ 19 h 28"/>
                  <a:gd name="T24" fmla="*/ 14 w 18"/>
                  <a:gd name="T25" fmla="*/ 0 h 28"/>
                  <a:gd name="T26" fmla="*/ 18 w 18"/>
                  <a:gd name="T27" fmla="*/ 0 h 28"/>
                  <a:gd name="T28" fmla="*/ 18 w 18"/>
                  <a:gd name="T29" fmla="*/ 19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8" h="28">
                    <a:moveTo>
                      <a:pt x="18" y="19"/>
                    </a:moveTo>
                    <a:cubicBezTo>
                      <a:pt x="18" y="22"/>
                      <a:pt x="18" y="24"/>
                      <a:pt x="16" y="25"/>
                    </a:cubicBezTo>
                    <a:cubicBezTo>
                      <a:pt x="15" y="27"/>
                      <a:pt x="12" y="28"/>
                      <a:pt x="9" y="28"/>
                    </a:cubicBezTo>
                    <a:cubicBezTo>
                      <a:pt x="6" y="28"/>
                      <a:pt x="4" y="27"/>
                      <a:pt x="2" y="25"/>
                    </a:cubicBezTo>
                    <a:cubicBezTo>
                      <a:pt x="1" y="24"/>
                      <a:pt x="0" y="22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21"/>
                      <a:pt x="5" y="22"/>
                      <a:pt x="5" y="23"/>
                    </a:cubicBezTo>
                    <a:cubicBezTo>
                      <a:pt x="6" y="24"/>
                      <a:pt x="8" y="24"/>
                      <a:pt x="9" y="24"/>
                    </a:cubicBezTo>
                    <a:cubicBezTo>
                      <a:pt x="11" y="24"/>
                      <a:pt x="12" y="24"/>
                      <a:pt x="13" y="23"/>
                    </a:cubicBezTo>
                    <a:cubicBezTo>
                      <a:pt x="14" y="22"/>
                      <a:pt x="14" y="21"/>
                      <a:pt x="14" y="19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8" y="0"/>
                      <a:pt x="18" y="0"/>
                      <a:pt x="18" y="0"/>
                    </a:cubicBezTo>
                    <a:lnTo>
                      <a:pt x="18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îṩḷídè">
                <a:extLst>
                  <a:ext uri="{FF2B5EF4-FFF2-40B4-BE49-F238E27FC236}">
                    <a16:creationId xmlns:a16="http://schemas.microsoft.com/office/drawing/2014/main" id="{8D719820-5EE2-44CB-ADE7-FBF794D06C97}"/>
                  </a:ext>
                </a:extLst>
              </p:cNvPr>
              <p:cNvSpPr/>
              <p:nvPr/>
            </p:nvSpPr>
            <p:spPr bwMode="auto">
              <a:xfrm>
                <a:off x="6697663" y="3683001"/>
                <a:ext cx="12700" cy="889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0" name="ïśľiďé">
                <a:extLst>
                  <a:ext uri="{FF2B5EF4-FFF2-40B4-BE49-F238E27FC236}">
                    <a16:creationId xmlns:a16="http://schemas.microsoft.com/office/drawing/2014/main" id="{F1A537BC-8CE6-4592-B04D-5C3F51F74AAA}"/>
                  </a:ext>
                </a:extLst>
              </p:cNvPr>
              <p:cNvSpPr/>
              <p:nvPr/>
            </p:nvSpPr>
            <p:spPr bwMode="auto">
              <a:xfrm>
                <a:off x="6759575" y="3683001"/>
                <a:ext cx="69850" cy="92075"/>
              </a:xfrm>
              <a:custGeom>
                <a:avLst/>
                <a:gdLst>
                  <a:gd name="T0" fmla="*/ 44 w 44"/>
                  <a:gd name="T1" fmla="*/ 0 h 58"/>
                  <a:gd name="T2" fmla="*/ 25 w 44"/>
                  <a:gd name="T3" fmla="*/ 58 h 58"/>
                  <a:gd name="T4" fmla="*/ 19 w 44"/>
                  <a:gd name="T5" fmla="*/ 58 h 58"/>
                  <a:gd name="T6" fmla="*/ 0 w 44"/>
                  <a:gd name="T7" fmla="*/ 0 h 58"/>
                  <a:gd name="T8" fmla="*/ 9 w 44"/>
                  <a:gd name="T9" fmla="*/ 0 h 58"/>
                  <a:gd name="T10" fmla="*/ 21 w 44"/>
                  <a:gd name="T11" fmla="*/ 44 h 58"/>
                  <a:gd name="T12" fmla="*/ 21 w 44"/>
                  <a:gd name="T13" fmla="*/ 44 h 58"/>
                  <a:gd name="T14" fmla="*/ 36 w 44"/>
                  <a:gd name="T15" fmla="*/ 0 h 58"/>
                  <a:gd name="T16" fmla="*/ 44 w 44"/>
                  <a:gd name="T17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4" h="58">
                    <a:moveTo>
                      <a:pt x="44" y="0"/>
                    </a:moveTo>
                    <a:lnTo>
                      <a:pt x="25" y="58"/>
                    </a:lnTo>
                    <a:lnTo>
                      <a:pt x="19" y="58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21" y="44"/>
                    </a:lnTo>
                    <a:lnTo>
                      <a:pt x="21" y="44"/>
                    </a:lnTo>
                    <a:lnTo>
                      <a:pt x="36" y="0"/>
                    </a:lnTo>
                    <a:lnTo>
                      <a:pt x="4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í$ḻíďe">
                <a:extLst>
                  <a:ext uri="{FF2B5EF4-FFF2-40B4-BE49-F238E27FC236}">
                    <a16:creationId xmlns:a16="http://schemas.microsoft.com/office/drawing/2014/main" id="{1F055E10-2CFA-402D-B4BE-6C484B6F726F}"/>
                  </a:ext>
                </a:extLst>
              </p:cNvPr>
              <p:cNvSpPr/>
              <p:nvPr/>
            </p:nvSpPr>
            <p:spPr bwMode="auto">
              <a:xfrm>
                <a:off x="6856413" y="3683001"/>
                <a:ext cx="58738" cy="88900"/>
              </a:xfrm>
              <a:custGeom>
                <a:avLst/>
                <a:gdLst>
                  <a:gd name="T0" fmla="*/ 37 w 37"/>
                  <a:gd name="T1" fmla="*/ 56 h 56"/>
                  <a:gd name="T2" fmla="*/ 0 w 37"/>
                  <a:gd name="T3" fmla="*/ 56 h 56"/>
                  <a:gd name="T4" fmla="*/ 0 w 37"/>
                  <a:gd name="T5" fmla="*/ 0 h 56"/>
                  <a:gd name="T6" fmla="*/ 35 w 37"/>
                  <a:gd name="T7" fmla="*/ 0 h 56"/>
                  <a:gd name="T8" fmla="*/ 35 w 37"/>
                  <a:gd name="T9" fmla="*/ 6 h 56"/>
                  <a:gd name="T10" fmla="*/ 8 w 37"/>
                  <a:gd name="T11" fmla="*/ 6 h 56"/>
                  <a:gd name="T12" fmla="*/ 8 w 37"/>
                  <a:gd name="T13" fmla="*/ 23 h 56"/>
                  <a:gd name="T14" fmla="*/ 33 w 37"/>
                  <a:gd name="T15" fmla="*/ 23 h 56"/>
                  <a:gd name="T16" fmla="*/ 33 w 37"/>
                  <a:gd name="T17" fmla="*/ 29 h 56"/>
                  <a:gd name="T18" fmla="*/ 8 w 37"/>
                  <a:gd name="T19" fmla="*/ 29 h 56"/>
                  <a:gd name="T20" fmla="*/ 8 w 37"/>
                  <a:gd name="T21" fmla="*/ 50 h 56"/>
                  <a:gd name="T22" fmla="*/ 37 w 37"/>
                  <a:gd name="T23" fmla="*/ 50 h 56"/>
                  <a:gd name="T24" fmla="*/ 37 w 37"/>
                  <a:gd name="T25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7" h="56">
                    <a:moveTo>
                      <a:pt x="37" y="56"/>
                    </a:moveTo>
                    <a:lnTo>
                      <a:pt x="0" y="56"/>
                    </a:lnTo>
                    <a:lnTo>
                      <a:pt x="0" y="0"/>
                    </a:lnTo>
                    <a:lnTo>
                      <a:pt x="35" y="0"/>
                    </a:lnTo>
                    <a:lnTo>
                      <a:pt x="35" y="6"/>
                    </a:lnTo>
                    <a:lnTo>
                      <a:pt x="8" y="6"/>
                    </a:lnTo>
                    <a:lnTo>
                      <a:pt x="8" y="23"/>
                    </a:lnTo>
                    <a:lnTo>
                      <a:pt x="33" y="23"/>
                    </a:lnTo>
                    <a:lnTo>
                      <a:pt x="33" y="29"/>
                    </a:lnTo>
                    <a:lnTo>
                      <a:pt x="8" y="29"/>
                    </a:lnTo>
                    <a:lnTo>
                      <a:pt x="8" y="50"/>
                    </a:lnTo>
                    <a:lnTo>
                      <a:pt x="37" y="50"/>
                    </a:lnTo>
                    <a:lnTo>
                      <a:pt x="37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ïs1ídê">
                <a:extLst>
                  <a:ext uri="{FF2B5EF4-FFF2-40B4-BE49-F238E27FC236}">
                    <a16:creationId xmlns:a16="http://schemas.microsoft.com/office/drawing/2014/main" id="{C087F13B-04DA-4831-9592-B08E3C555064}"/>
                  </a:ext>
                </a:extLst>
              </p:cNvPr>
              <p:cNvSpPr/>
              <p:nvPr/>
            </p:nvSpPr>
            <p:spPr bwMode="auto">
              <a:xfrm>
                <a:off x="6945313" y="3683001"/>
                <a:ext cx="63500" cy="88900"/>
              </a:xfrm>
              <a:custGeom>
                <a:avLst/>
                <a:gdLst>
                  <a:gd name="T0" fmla="*/ 19 w 19"/>
                  <a:gd name="T1" fmla="*/ 27 h 27"/>
                  <a:gd name="T2" fmla="*/ 15 w 19"/>
                  <a:gd name="T3" fmla="*/ 27 h 27"/>
                  <a:gd name="T4" fmla="*/ 9 w 19"/>
                  <a:gd name="T5" fmla="*/ 15 h 27"/>
                  <a:gd name="T6" fmla="*/ 4 w 19"/>
                  <a:gd name="T7" fmla="*/ 15 h 27"/>
                  <a:gd name="T8" fmla="*/ 4 w 19"/>
                  <a:gd name="T9" fmla="*/ 27 h 27"/>
                  <a:gd name="T10" fmla="*/ 0 w 19"/>
                  <a:gd name="T11" fmla="*/ 27 h 27"/>
                  <a:gd name="T12" fmla="*/ 0 w 19"/>
                  <a:gd name="T13" fmla="*/ 0 h 27"/>
                  <a:gd name="T14" fmla="*/ 9 w 19"/>
                  <a:gd name="T15" fmla="*/ 0 h 27"/>
                  <a:gd name="T16" fmla="*/ 16 w 19"/>
                  <a:gd name="T17" fmla="*/ 2 h 27"/>
                  <a:gd name="T18" fmla="*/ 19 w 19"/>
                  <a:gd name="T19" fmla="*/ 8 h 27"/>
                  <a:gd name="T20" fmla="*/ 17 w 19"/>
                  <a:gd name="T21" fmla="*/ 13 h 27"/>
                  <a:gd name="T22" fmla="*/ 13 w 19"/>
                  <a:gd name="T23" fmla="*/ 15 h 27"/>
                  <a:gd name="T24" fmla="*/ 19 w 19"/>
                  <a:gd name="T25" fmla="*/ 27 h 27"/>
                  <a:gd name="T26" fmla="*/ 14 w 19"/>
                  <a:gd name="T27" fmla="*/ 8 h 27"/>
                  <a:gd name="T28" fmla="*/ 13 w 19"/>
                  <a:gd name="T29" fmla="*/ 4 h 27"/>
                  <a:gd name="T30" fmla="*/ 8 w 19"/>
                  <a:gd name="T31" fmla="*/ 3 h 27"/>
                  <a:gd name="T32" fmla="*/ 4 w 19"/>
                  <a:gd name="T33" fmla="*/ 3 h 27"/>
                  <a:gd name="T34" fmla="*/ 4 w 19"/>
                  <a:gd name="T35" fmla="*/ 12 h 27"/>
                  <a:gd name="T36" fmla="*/ 9 w 19"/>
                  <a:gd name="T37" fmla="*/ 12 h 27"/>
                  <a:gd name="T38" fmla="*/ 13 w 19"/>
                  <a:gd name="T39" fmla="*/ 11 h 27"/>
                  <a:gd name="T40" fmla="*/ 14 w 19"/>
                  <a:gd name="T41" fmla="*/ 8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9" h="27">
                    <a:moveTo>
                      <a:pt x="19" y="27"/>
                    </a:moveTo>
                    <a:cubicBezTo>
                      <a:pt x="15" y="27"/>
                      <a:pt x="15" y="27"/>
                      <a:pt x="15" y="27"/>
                    </a:cubicBezTo>
                    <a:cubicBezTo>
                      <a:pt x="9" y="15"/>
                      <a:pt x="9" y="15"/>
                      <a:pt x="9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12" y="0"/>
                      <a:pt x="14" y="1"/>
                      <a:pt x="16" y="2"/>
                    </a:cubicBezTo>
                    <a:cubicBezTo>
                      <a:pt x="18" y="3"/>
                      <a:pt x="19" y="5"/>
                      <a:pt x="19" y="8"/>
                    </a:cubicBezTo>
                    <a:cubicBezTo>
                      <a:pt x="19" y="10"/>
                      <a:pt x="18" y="12"/>
                      <a:pt x="17" y="13"/>
                    </a:cubicBezTo>
                    <a:cubicBezTo>
                      <a:pt x="16" y="14"/>
                      <a:pt x="14" y="15"/>
                      <a:pt x="13" y="15"/>
                    </a:cubicBezTo>
                    <a:cubicBezTo>
                      <a:pt x="19" y="27"/>
                      <a:pt x="19" y="27"/>
                      <a:pt x="19" y="27"/>
                    </a:cubicBezTo>
                    <a:close/>
                    <a:moveTo>
                      <a:pt x="14" y="8"/>
                    </a:moveTo>
                    <a:cubicBezTo>
                      <a:pt x="14" y="6"/>
                      <a:pt x="14" y="5"/>
                      <a:pt x="13" y="4"/>
                    </a:cubicBezTo>
                    <a:cubicBezTo>
                      <a:pt x="12" y="3"/>
                      <a:pt x="10" y="3"/>
                      <a:pt x="8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11" y="12"/>
                      <a:pt x="12" y="12"/>
                      <a:pt x="13" y="11"/>
                    </a:cubicBezTo>
                    <a:cubicBezTo>
                      <a:pt x="14" y="11"/>
                      <a:pt x="14" y="9"/>
                      <a:pt x="14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í$ļíḋê">
                <a:extLst>
                  <a:ext uri="{FF2B5EF4-FFF2-40B4-BE49-F238E27FC236}">
                    <a16:creationId xmlns:a16="http://schemas.microsoft.com/office/drawing/2014/main" id="{898E2424-A94E-4BE8-B296-4E14EF6AAAEF}"/>
                  </a:ext>
                </a:extLst>
              </p:cNvPr>
              <p:cNvSpPr/>
              <p:nvPr/>
            </p:nvSpPr>
            <p:spPr bwMode="auto">
              <a:xfrm>
                <a:off x="7034213" y="3683001"/>
                <a:ext cx="63500" cy="92075"/>
              </a:xfrm>
              <a:custGeom>
                <a:avLst/>
                <a:gdLst>
                  <a:gd name="T0" fmla="*/ 19 w 19"/>
                  <a:gd name="T1" fmla="*/ 20 h 28"/>
                  <a:gd name="T2" fmla="*/ 17 w 19"/>
                  <a:gd name="T3" fmla="*/ 25 h 28"/>
                  <a:gd name="T4" fmla="*/ 10 w 19"/>
                  <a:gd name="T5" fmla="*/ 28 h 28"/>
                  <a:gd name="T6" fmla="*/ 3 w 19"/>
                  <a:gd name="T7" fmla="*/ 25 h 28"/>
                  <a:gd name="T8" fmla="*/ 0 w 19"/>
                  <a:gd name="T9" fmla="*/ 20 h 28"/>
                  <a:gd name="T10" fmla="*/ 0 w 19"/>
                  <a:gd name="T11" fmla="*/ 19 h 28"/>
                  <a:gd name="T12" fmla="*/ 4 w 19"/>
                  <a:gd name="T13" fmla="*/ 19 h 28"/>
                  <a:gd name="T14" fmla="*/ 4 w 19"/>
                  <a:gd name="T15" fmla="*/ 20 h 28"/>
                  <a:gd name="T16" fmla="*/ 6 w 19"/>
                  <a:gd name="T17" fmla="*/ 23 h 28"/>
                  <a:gd name="T18" fmla="*/ 10 w 19"/>
                  <a:gd name="T19" fmla="*/ 24 h 28"/>
                  <a:gd name="T20" fmla="*/ 14 w 19"/>
                  <a:gd name="T21" fmla="*/ 23 h 28"/>
                  <a:gd name="T22" fmla="*/ 15 w 19"/>
                  <a:gd name="T23" fmla="*/ 20 h 28"/>
                  <a:gd name="T24" fmla="*/ 13 w 19"/>
                  <a:gd name="T25" fmla="*/ 17 h 28"/>
                  <a:gd name="T26" fmla="*/ 9 w 19"/>
                  <a:gd name="T27" fmla="*/ 14 h 28"/>
                  <a:gd name="T28" fmla="*/ 3 w 19"/>
                  <a:gd name="T29" fmla="*/ 11 h 28"/>
                  <a:gd name="T30" fmla="*/ 1 w 19"/>
                  <a:gd name="T31" fmla="*/ 7 h 28"/>
                  <a:gd name="T32" fmla="*/ 3 w 19"/>
                  <a:gd name="T33" fmla="*/ 2 h 28"/>
                  <a:gd name="T34" fmla="*/ 10 w 19"/>
                  <a:gd name="T35" fmla="*/ 0 h 28"/>
                  <a:gd name="T36" fmla="*/ 16 w 19"/>
                  <a:gd name="T37" fmla="*/ 2 h 28"/>
                  <a:gd name="T38" fmla="*/ 18 w 19"/>
                  <a:gd name="T39" fmla="*/ 7 h 28"/>
                  <a:gd name="T40" fmla="*/ 14 w 19"/>
                  <a:gd name="T41" fmla="*/ 7 h 28"/>
                  <a:gd name="T42" fmla="*/ 13 w 19"/>
                  <a:gd name="T43" fmla="*/ 4 h 28"/>
                  <a:gd name="T44" fmla="*/ 10 w 19"/>
                  <a:gd name="T45" fmla="*/ 3 h 28"/>
                  <a:gd name="T46" fmla="*/ 6 w 19"/>
                  <a:gd name="T47" fmla="*/ 4 h 28"/>
                  <a:gd name="T48" fmla="*/ 5 w 19"/>
                  <a:gd name="T49" fmla="*/ 7 h 28"/>
                  <a:gd name="T50" fmla="*/ 6 w 19"/>
                  <a:gd name="T51" fmla="*/ 9 h 28"/>
                  <a:gd name="T52" fmla="*/ 11 w 19"/>
                  <a:gd name="T53" fmla="*/ 12 h 28"/>
                  <a:gd name="T54" fmla="*/ 17 w 19"/>
                  <a:gd name="T55" fmla="*/ 15 h 28"/>
                  <a:gd name="T56" fmla="*/ 19 w 19"/>
                  <a:gd name="T57" fmla="*/ 2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9" h="28">
                    <a:moveTo>
                      <a:pt x="19" y="20"/>
                    </a:moveTo>
                    <a:cubicBezTo>
                      <a:pt x="19" y="22"/>
                      <a:pt x="18" y="24"/>
                      <a:pt x="17" y="25"/>
                    </a:cubicBezTo>
                    <a:cubicBezTo>
                      <a:pt x="15" y="27"/>
                      <a:pt x="13" y="28"/>
                      <a:pt x="10" y="28"/>
                    </a:cubicBezTo>
                    <a:cubicBezTo>
                      <a:pt x="7" y="28"/>
                      <a:pt x="4" y="27"/>
                      <a:pt x="3" y="25"/>
                    </a:cubicBezTo>
                    <a:cubicBezTo>
                      <a:pt x="1" y="24"/>
                      <a:pt x="0" y="22"/>
                      <a:pt x="0" y="20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4" y="21"/>
                      <a:pt x="5" y="22"/>
                      <a:pt x="6" y="23"/>
                    </a:cubicBezTo>
                    <a:cubicBezTo>
                      <a:pt x="7" y="24"/>
                      <a:pt x="8" y="24"/>
                      <a:pt x="10" y="24"/>
                    </a:cubicBezTo>
                    <a:cubicBezTo>
                      <a:pt x="11" y="24"/>
                      <a:pt x="13" y="24"/>
                      <a:pt x="14" y="23"/>
                    </a:cubicBezTo>
                    <a:cubicBezTo>
                      <a:pt x="15" y="22"/>
                      <a:pt x="15" y="21"/>
                      <a:pt x="15" y="20"/>
                    </a:cubicBezTo>
                    <a:cubicBezTo>
                      <a:pt x="15" y="19"/>
                      <a:pt x="15" y="18"/>
                      <a:pt x="13" y="17"/>
                    </a:cubicBezTo>
                    <a:cubicBezTo>
                      <a:pt x="12" y="16"/>
                      <a:pt x="11" y="15"/>
                      <a:pt x="9" y="14"/>
                    </a:cubicBezTo>
                    <a:cubicBezTo>
                      <a:pt x="6" y="13"/>
                      <a:pt x="4" y="12"/>
                      <a:pt x="3" y="11"/>
                    </a:cubicBezTo>
                    <a:cubicBezTo>
                      <a:pt x="1" y="10"/>
                      <a:pt x="1" y="9"/>
                      <a:pt x="1" y="7"/>
                    </a:cubicBezTo>
                    <a:cubicBezTo>
                      <a:pt x="1" y="5"/>
                      <a:pt x="2" y="3"/>
                      <a:pt x="3" y="2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3" y="0"/>
                      <a:pt x="15" y="0"/>
                      <a:pt x="16" y="2"/>
                    </a:cubicBezTo>
                    <a:cubicBezTo>
                      <a:pt x="18" y="4"/>
                      <a:pt x="18" y="5"/>
                      <a:pt x="18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6"/>
                      <a:pt x="14" y="5"/>
                      <a:pt x="13" y="4"/>
                    </a:cubicBezTo>
                    <a:cubicBezTo>
                      <a:pt x="12" y="3"/>
                      <a:pt x="11" y="3"/>
                      <a:pt x="10" y="3"/>
                    </a:cubicBezTo>
                    <a:cubicBezTo>
                      <a:pt x="8" y="3"/>
                      <a:pt x="7" y="3"/>
                      <a:pt x="6" y="4"/>
                    </a:cubicBezTo>
                    <a:cubicBezTo>
                      <a:pt x="5" y="5"/>
                      <a:pt x="5" y="5"/>
                      <a:pt x="5" y="7"/>
                    </a:cubicBezTo>
                    <a:cubicBezTo>
                      <a:pt x="5" y="8"/>
                      <a:pt x="5" y="8"/>
                      <a:pt x="6" y="9"/>
                    </a:cubicBezTo>
                    <a:cubicBezTo>
                      <a:pt x="7" y="10"/>
                      <a:pt x="8" y="11"/>
                      <a:pt x="11" y="12"/>
                    </a:cubicBezTo>
                    <a:cubicBezTo>
                      <a:pt x="14" y="13"/>
                      <a:pt x="16" y="14"/>
                      <a:pt x="17" y="15"/>
                    </a:cubicBezTo>
                    <a:cubicBezTo>
                      <a:pt x="18" y="16"/>
                      <a:pt x="19" y="18"/>
                      <a:pt x="19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îśľídè">
                <a:extLst>
                  <a:ext uri="{FF2B5EF4-FFF2-40B4-BE49-F238E27FC236}">
                    <a16:creationId xmlns:a16="http://schemas.microsoft.com/office/drawing/2014/main" id="{31B755ED-55A4-45AC-9B0C-70B67F6A3BDD}"/>
                  </a:ext>
                </a:extLst>
              </p:cNvPr>
              <p:cNvSpPr/>
              <p:nvPr/>
            </p:nvSpPr>
            <p:spPr bwMode="auto">
              <a:xfrm>
                <a:off x="7150100" y="3683001"/>
                <a:ext cx="12700" cy="889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işḷîḑe">
                <a:extLst>
                  <a:ext uri="{FF2B5EF4-FFF2-40B4-BE49-F238E27FC236}">
                    <a16:creationId xmlns:a16="http://schemas.microsoft.com/office/drawing/2014/main" id="{3DCBB421-CBF5-4685-84E4-AEBDF3B265CC}"/>
                  </a:ext>
                </a:extLst>
              </p:cNvPr>
              <p:cNvSpPr/>
              <p:nvPr/>
            </p:nvSpPr>
            <p:spPr bwMode="auto">
              <a:xfrm>
                <a:off x="7216775" y="3683001"/>
                <a:ext cx="61913" cy="88900"/>
              </a:xfrm>
              <a:custGeom>
                <a:avLst/>
                <a:gdLst>
                  <a:gd name="T0" fmla="*/ 39 w 39"/>
                  <a:gd name="T1" fmla="*/ 6 h 56"/>
                  <a:gd name="T2" fmla="*/ 25 w 39"/>
                  <a:gd name="T3" fmla="*/ 6 h 56"/>
                  <a:gd name="T4" fmla="*/ 25 w 39"/>
                  <a:gd name="T5" fmla="*/ 56 h 56"/>
                  <a:gd name="T6" fmla="*/ 14 w 39"/>
                  <a:gd name="T7" fmla="*/ 56 h 56"/>
                  <a:gd name="T8" fmla="*/ 14 w 39"/>
                  <a:gd name="T9" fmla="*/ 6 h 56"/>
                  <a:gd name="T10" fmla="*/ 0 w 39"/>
                  <a:gd name="T11" fmla="*/ 6 h 56"/>
                  <a:gd name="T12" fmla="*/ 0 w 39"/>
                  <a:gd name="T13" fmla="*/ 0 h 56"/>
                  <a:gd name="T14" fmla="*/ 39 w 39"/>
                  <a:gd name="T15" fmla="*/ 0 h 56"/>
                  <a:gd name="T16" fmla="*/ 39 w 39"/>
                  <a:gd name="T17" fmla="*/ 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9" h="56">
                    <a:moveTo>
                      <a:pt x="39" y="6"/>
                    </a:moveTo>
                    <a:lnTo>
                      <a:pt x="25" y="6"/>
                    </a:lnTo>
                    <a:lnTo>
                      <a:pt x="25" y="56"/>
                    </a:lnTo>
                    <a:lnTo>
                      <a:pt x="14" y="56"/>
                    </a:lnTo>
                    <a:lnTo>
                      <a:pt x="14" y="6"/>
                    </a:lnTo>
                    <a:lnTo>
                      <a:pt x="0" y="6"/>
                    </a:lnTo>
                    <a:lnTo>
                      <a:pt x="0" y="0"/>
                    </a:lnTo>
                    <a:lnTo>
                      <a:pt x="39" y="0"/>
                    </a:lnTo>
                    <a:lnTo>
                      <a:pt x="39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íṧlîḍé">
                <a:extLst>
                  <a:ext uri="{FF2B5EF4-FFF2-40B4-BE49-F238E27FC236}">
                    <a16:creationId xmlns:a16="http://schemas.microsoft.com/office/drawing/2014/main" id="{63B6AFD3-88CC-4304-B96B-B18132DD2423}"/>
                  </a:ext>
                </a:extLst>
              </p:cNvPr>
              <p:cNvSpPr/>
              <p:nvPr/>
            </p:nvSpPr>
            <p:spPr bwMode="auto">
              <a:xfrm>
                <a:off x="7302500" y="3683001"/>
                <a:ext cx="69850" cy="88900"/>
              </a:xfrm>
              <a:custGeom>
                <a:avLst/>
                <a:gdLst>
                  <a:gd name="T0" fmla="*/ 44 w 44"/>
                  <a:gd name="T1" fmla="*/ 0 h 56"/>
                  <a:gd name="T2" fmla="*/ 27 w 44"/>
                  <a:gd name="T3" fmla="*/ 31 h 56"/>
                  <a:gd name="T4" fmla="*/ 27 w 44"/>
                  <a:gd name="T5" fmla="*/ 56 h 56"/>
                  <a:gd name="T6" fmla="*/ 19 w 44"/>
                  <a:gd name="T7" fmla="*/ 56 h 56"/>
                  <a:gd name="T8" fmla="*/ 19 w 44"/>
                  <a:gd name="T9" fmla="*/ 31 h 56"/>
                  <a:gd name="T10" fmla="*/ 0 w 44"/>
                  <a:gd name="T11" fmla="*/ 0 h 56"/>
                  <a:gd name="T12" fmla="*/ 10 w 44"/>
                  <a:gd name="T13" fmla="*/ 0 h 56"/>
                  <a:gd name="T14" fmla="*/ 23 w 44"/>
                  <a:gd name="T15" fmla="*/ 25 h 56"/>
                  <a:gd name="T16" fmla="*/ 23 w 44"/>
                  <a:gd name="T17" fmla="*/ 25 h 56"/>
                  <a:gd name="T18" fmla="*/ 35 w 44"/>
                  <a:gd name="T19" fmla="*/ 0 h 56"/>
                  <a:gd name="T20" fmla="*/ 44 w 44"/>
                  <a:gd name="T21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4" h="56">
                    <a:moveTo>
                      <a:pt x="44" y="0"/>
                    </a:moveTo>
                    <a:lnTo>
                      <a:pt x="27" y="31"/>
                    </a:lnTo>
                    <a:lnTo>
                      <a:pt x="27" y="56"/>
                    </a:lnTo>
                    <a:lnTo>
                      <a:pt x="19" y="56"/>
                    </a:lnTo>
                    <a:lnTo>
                      <a:pt x="19" y="31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23" y="25"/>
                    </a:lnTo>
                    <a:lnTo>
                      <a:pt x="23" y="25"/>
                    </a:lnTo>
                    <a:lnTo>
                      <a:pt x="35" y="0"/>
                    </a:lnTo>
                    <a:lnTo>
                      <a:pt x="4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79" name="椭圆 78">
            <a:extLst>
              <a:ext uri="{FF2B5EF4-FFF2-40B4-BE49-F238E27FC236}">
                <a16:creationId xmlns:a16="http://schemas.microsoft.com/office/drawing/2014/main" id="{17A0839A-F82F-4AF3-BE0C-B059F11A609F}"/>
              </a:ext>
            </a:extLst>
          </p:cNvPr>
          <p:cNvSpPr/>
          <p:nvPr/>
        </p:nvSpPr>
        <p:spPr>
          <a:xfrm>
            <a:off x="1977651" y="4001128"/>
            <a:ext cx="915754" cy="927974"/>
          </a:xfrm>
          <a:prstGeom prst="ellipse">
            <a:avLst/>
          </a:prstGeom>
          <a:solidFill>
            <a:srgbClr val="F04049"/>
          </a:solidFill>
          <a:ln>
            <a:noFill/>
          </a:ln>
          <a:effectLst>
            <a:outerShdw blurRad="101600" dist="38100" dir="5400000" algn="t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zh-CN" sz="5400" b="1" dirty="0">
                <a:solidFill>
                  <a:schemeClr val="bg1"/>
                </a:solidFill>
                <a:effectLst>
                  <a:innerShdw blurRad="127000">
                    <a:schemeClr val="bg1">
                      <a:lumMod val="50000"/>
                      <a:alpha val="85000"/>
                    </a:schemeClr>
                  </a:innerShdw>
                </a:effectLst>
                <a:cs typeface="+mn-ea"/>
                <a:sym typeface="+mn-lt"/>
              </a:rPr>
              <a:t>5</a:t>
            </a:r>
            <a:endParaRPr lang="zh-CN" altLang="en-US" sz="5400" b="1" dirty="0">
              <a:solidFill>
                <a:schemeClr val="bg1"/>
              </a:solidFill>
              <a:effectLst>
                <a:innerShdw blurRad="127000">
                  <a:schemeClr val="bg1">
                    <a:lumMod val="50000"/>
                    <a:alpha val="85000"/>
                  </a:schemeClr>
                </a:innerShdw>
              </a:effectLst>
              <a:cs typeface="+mn-ea"/>
              <a:sym typeface="+mn-lt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AD6D6B3-BCF0-4E7E-9E0F-696945C0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56122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AAB6BC10-45DD-4477-83AF-883480AFB742}"/>
              </a:ext>
            </a:extLst>
          </p:cNvPr>
          <p:cNvGrpSpPr/>
          <p:nvPr/>
        </p:nvGrpSpPr>
        <p:grpSpPr>
          <a:xfrm>
            <a:off x="182880" y="406420"/>
            <a:ext cx="7410450" cy="523220"/>
            <a:chOff x="190500" y="383560"/>
            <a:chExt cx="7410450" cy="523220"/>
          </a:xfrm>
        </p:grpSpPr>
        <p:sp>
          <p:nvSpPr>
            <p:cNvPr id="36" name="平行四边形 35">
              <a:extLst>
                <a:ext uri="{FF2B5EF4-FFF2-40B4-BE49-F238E27FC236}">
                  <a16:creationId xmlns:a16="http://schemas.microsoft.com/office/drawing/2014/main" id="{F40A7694-6484-44E1-99C7-EDE95D900592}"/>
                </a:ext>
              </a:extLst>
            </p:cNvPr>
            <p:cNvSpPr/>
            <p:nvPr/>
          </p:nvSpPr>
          <p:spPr>
            <a:xfrm>
              <a:off x="190500" y="533400"/>
              <a:ext cx="845820" cy="373380"/>
            </a:xfrm>
            <a:prstGeom prst="parallelogram">
              <a:avLst/>
            </a:prstGeom>
            <a:solidFill>
              <a:srgbClr val="F04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FDB29133-41AD-4B3B-906E-5DEE9B7FE047}"/>
                </a:ext>
              </a:extLst>
            </p:cNvPr>
            <p:cNvSpPr txBox="1"/>
            <p:nvPr/>
          </p:nvSpPr>
          <p:spPr>
            <a:xfrm>
              <a:off x="506730" y="383560"/>
              <a:ext cx="70942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矩阵快速幂</a:t>
              </a:r>
            </a:p>
          </p:txBody>
        </p:sp>
      </p:grp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E5B60183-BC48-4A9B-803F-FE5CBF31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22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71BD527-6E22-C747-B740-C7F6631E8C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253331"/>
                <a:ext cx="7886700" cy="5103020"/>
              </a:xfrm>
            </p:spPr>
            <p:txBody>
              <a:bodyPr/>
              <a:lstStyle/>
              <a:p>
                <a:pPr defTabSz="45720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sz="20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问题引入</a:t>
                </a:r>
                <a:endParaRPr lang="en-US" altLang="zh-CN" sz="2000" spc="15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lvl="1" defTabSz="45720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sz="20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给定 </a:t>
                </a:r>
                <a14:m>
                  <m:oMath xmlns:m="http://schemas.openxmlformats.org/officeDocument/2006/math">
                    <m:r>
                      <a:rPr lang="en-US" altLang="zh-CN" sz="2000" spc="15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000" spc="15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CN" sz="2000" i="1" spc="15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spc="15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2000" spc="15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zh-CN" altLang="en-US" sz="20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 和 </a:t>
                </a:r>
                <a14:m>
                  <m:oMath xmlns:m="http://schemas.openxmlformats.org/officeDocument/2006/math">
                    <m:r>
                      <a:rPr lang="en-US" altLang="zh-CN" sz="2000" spc="15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000" spc="150">
                        <a:latin typeface="Cambria Math" panose="02040503050406030204" pitchFamily="18" charset="0"/>
                      </a:rPr>
                      <m:t>≤10</m:t>
                    </m:r>
                  </m:oMath>
                </a14:m>
                <a:r>
                  <a:rPr lang="zh-CN" altLang="en-US" sz="20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，计算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en-US" sz="2000" i="1" spc="15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000" spc="15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sz="2000" spc="15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000" spc="15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zh-CN" sz="2000" i="1" spc="15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spc="15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US" altLang="zh-CN" sz="2000" spc="15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</m:oMath>
                </a14:m>
                <a:endParaRPr lang="en-US" altLang="zh-CN" sz="2000" spc="150" dirty="0">
                  <a:latin typeface="Microsoft YaHei" panose="020B0503020204020204" pitchFamily="34" charset="-122"/>
                </a:endParaRPr>
              </a:p>
              <a:p>
                <a:pPr defTabSz="45720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lang="en-US" altLang="zh-CN" sz="2400" spc="15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defTabSz="45720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sz="20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思路</a:t>
                </a:r>
                <a:endParaRPr lang="en-US" altLang="zh-CN" sz="2000" spc="150" dirty="0">
                  <a:latin typeface="Microsoft YaHei" panose="020B0503020204020204" pitchFamily="34" charset="-122"/>
                  <a:ea typeface="Microsoft YaHei" panose="020B0503020204020204" pitchFamily="34" charset="-122"/>
                </a:endParaRPr>
              </a:p>
              <a:p>
                <a:pPr lvl="1" defTabSz="45720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14:m>
                  <m:oMath xmlns:m="http://schemas.openxmlformats.org/officeDocument/2006/math">
                    <m:r>
                      <a:rPr lang="en-US" altLang="zh-CN" sz="2000" spc="15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Helvetica"/>
                      </a:rPr>
                      <m:t>𝑛</m:t>
                    </m:r>
                  </m:oMath>
                </a14:m>
                <a:r>
                  <a:rPr lang="en-US" altLang="zh-CN" sz="20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Helvetica"/>
                  </a:rPr>
                  <a:t> </a:t>
                </a:r>
                <a:r>
                  <a:rPr lang="zh-CN" altLang="en-US" sz="20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Helvetica"/>
                  </a:rPr>
                  <a:t>很大，</a:t>
                </a:r>
                <a:r>
                  <a:rPr lang="en-US" altLang="zh-CN" sz="2000" spc="150" dirty="0">
                    <a:ea typeface="Microsoft YaHei" panose="020B0503020204020204" pitchFamily="34" charset="-122"/>
                    <a:cs typeface="Helvetic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0" i="1" spc="150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Helvetica"/>
                      </a:rPr>
                      <m:t>𝑘</m:t>
                    </m:r>
                  </m:oMath>
                </a14:m>
                <a:r>
                  <a:rPr lang="zh-CN" altLang="en-US" sz="20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Helvetica"/>
                  </a:rPr>
                  <a:t> 很小，比较类似于矩阵快速幂的题</a:t>
                </a:r>
                <a:endParaRPr lang="en-US" altLang="zh-CN" sz="2000" spc="15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Helvetica"/>
                </a:endParaRPr>
              </a:p>
              <a:p>
                <a:pPr lvl="1" defTabSz="45720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sz="20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Helvetica"/>
                  </a:rPr>
                  <a:t>可以考虑令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</m:ctrlPr>
                      </m:sSubPr>
                      <m:e>
                        <m:r>
                          <a:rPr lang="en-US" altLang="zh-CN" sz="20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𝑆</m:t>
                        </m:r>
                      </m:e>
                      <m:sub>
                        <m:r>
                          <a:rPr lang="en-US" altLang="zh-CN" sz="20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𝑛</m:t>
                        </m:r>
                      </m:sub>
                    </m:sSub>
                    <m:r>
                      <a:rPr lang="en-US" altLang="zh-CN" sz="2000" spc="15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Helvetica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000" i="1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0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𝑖</m:t>
                        </m:r>
                        <m:r>
                          <a:rPr lang="en-US" altLang="zh-CN" sz="20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=1</m:t>
                        </m:r>
                      </m:sub>
                      <m:sup>
                        <m:r>
                          <a:rPr lang="en-US" altLang="zh-CN" sz="20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zh-CN" sz="2000" i="1" spc="15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Helvetica"/>
                              </a:rPr>
                            </m:ctrlPr>
                          </m:sSupPr>
                          <m:e>
                            <m:r>
                              <a:rPr lang="en-US" altLang="zh-CN" sz="2000" spc="15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Helvetica"/>
                              </a:rPr>
                              <m:t>𝑖</m:t>
                            </m:r>
                          </m:e>
                          <m:sup>
                            <m:r>
                              <a:rPr lang="en-US" altLang="zh-CN" sz="2000" spc="15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Helvetica"/>
                              </a:rPr>
                              <m:t>𝑘</m:t>
                            </m:r>
                          </m:sup>
                        </m:sSup>
                      </m:e>
                    </m:nary>
                  </m:oMath>
                </a14:m>
                <a:endParaRPr lang="en-US" altLang="zh-CN" sz="2000" spc="15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Helvetica"/>
                </a:endParaRPr>
              </a:p>
              <a:p>
                <a:pPr lvl="1" defTabSz="45720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sz="20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Helvetica"/>
                  </a:rPr>
                  <a:t>问题变成了如何构造矩阵，使得可以从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</m:ctrlPr>
                      </m:sSubPr>
                      <m:e>
                        <m:r>
                          <a:rPr lang="en-US" altLang="zh-CN" sz="20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𝑆</m:t>
                        </m:r>
                      </m:e>
                      <m:sub>
                        <m:r>
                          <a:rPr lang="en-US" altLang="zh-CN" sz="20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𝑛</m:t>
                        </m:r>
                        <m:r>
                          <a:rPr lang="en-US" altLang="zh-CN" sz="2000" b="0" i="1" spc="15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altLang="zh-CN" sz="20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Helvetica"/>
                  </a:rPr>
                  <a:t> </a:t>
                </a:r>
                <a:r>
                  <a:rPr lang="zh-CN" altLang="en-US" sz="20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Helvetica"/>
                  </a:rPr>
                  <a:t>推到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i="1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</m:ctrlPr>
                      </m:sSubPr>
                      <m:e>
                        <m:r>
                          <a:rPr lang="en-US" altLang="zh-CN" sz="20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𝑆</m:t>
                        </m:r>
                      </m:e>
                      <m:sub>
                        <m:r>
                          <a:rPr lang="en-US" altLang="zh-CN" sz="20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𝑛</m:t>
                        </m:r>
                      </m:sub>
                    </m:sSub>
                  </m:oMath>
                </a14:m>
                <a:endParaRPr lang="en-US" altLang="zh-CN" sz="2000" spc="15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Helvetica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71BD527-6E22-C747-B740-C7F6631E8C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253331"/>
                <a:ext cx="7886700" cy="5103020"/>
              </a:xfrm>
              <a:blipFill>
                <a:blip r:embed="rId2"/>
                <a:stretch>
                  <a:fillRect l="-6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A6218534-E147-164E-B9A4-B332A55781EF}"/>
              </a:ext>
            </a:extLst>
          </p:cNvPr>
          <p:cNvSpPr/>
          <p:nvPr/>
        </p:nvSpPr>
        <p:spPr>
          <a:xfrm>
            <a:off x="0" y="0"/>
            <a:ext cx="9144000" cy="243840"/>
          </a:xfrm>
          <a:prstGeom prst="rect">
            <a:avLst/>
          </a:prstGeom>
          <a:solidFill>
            <a:srgbClr val="F040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课程脉络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矩阵乘法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求解线性递推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矩阵快速幂优化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例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4038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AAB6BC10-45DD-4477-83AF-883480AFB742}"/>
              </a:ext>
            </a:extLst>
          </p:cNvPr>
          <p:cNvGrpSpPr/>
          <p:nvPr/>
        </p:nvGrpSpPr>
        <p:grpSpPr>
          <a:xfrm>
            <a:off x="182880" y="406420"/>
            <a:ext cx="7410450" cy="523220"/>
            <a:chOff x="190500" y="383560"/>
            <a:chExt cx="7410450" cy="523220"/>
          </a:xfrm>
        </p:grpSpPr>
        <p:sp>
          <p:nvSpPr>
            <p:cNvPr id="36" name="平行四边形 35">
              <a:extLst>
                <a:ext uri="{FF2B5EF4-FFF2-40B4-BE49-F238E27FC236}">
                  <a16:creationId xmlns:a16="http://schemas.microsoft.com/office/drawing/2014/main" id="{F40A7694-6484-44E1-99C7-EDE95D900592}"/>
                </a:ext>
              </a:extLst>
            </p:cNvPr>
            <p:cNvSpPr/>
            <p:nvPr/>
          </p:nvSpPr>
          <p:spPr>
            <a:xfrm>
              <a:off x="190500" y="533400"/>
              <a:ext cx="845820" cy="373380"/>
            </a:xfrm>
            <a:prstGeom prst="parallelogram">
              <a:avLst/>
            </a:prstGeom>
            <a:solidFill>
              <a:srgbClr val="F04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FDB29133-41AD-4B3B-906E-5DEE9B7FE047}"/>
                </a:ext>
              </a:extLst>
            </p:cNvPr>
            <p:cNvSpPr txBox="1"/>
            <p:nvPr/>
          </p:nvSpPr>
          <p:spPr>
            <a:xfrm>
              <a:off x="506730" y="383560"/>
              <a:ext cx="70942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矩阵快速幂</a:t>
              </a:r>
            </a:p>
          </p:txBody>
        </p:sp>
      </p:grp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E5B60183-BC48-4A9B-803F-FE5CBF31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23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71BD527-6E22-C747-B740-C7F6631E8C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99110" y="1177688"/>
                <a:ext cx="8410248" cy="5361225"/>
              </a:xfrm>
            </p:spPr>
            <p:txBody>
              <a:bodyPr>
                <a:normAutofit/>
              </a:bodyPr>
              <a:lstStyle/>
              <a:p>
                <a:pPr defTabSz="45720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sz="22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Helvetica"/>
                  </a:rPr>
                  <a:t>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</m:ctrlPr>
                      </m:sSubPr>
                      <m:e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𝑆</m:t>
                        </m:r>
                      </m:e>
                      <m:sub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𝑛</m:t>
                        </m:r>
                      </m:sub>
                    </m:sSub>
                    <m:r>
                      <a:rPr lang="en-US" altLang="zh-CN" sz="2200" spc="15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Helvetica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sz="2200" i="1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𝑖</m:t>
                        </m:r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=1</m:t>
                        </m:r>
                      </m:sub>
                      <m:sup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zh-CN" sz="2200" i="1" spc="15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Helvetica"/>
                              </a:rPr>
                            </m:ctrlPr>
                          </m:sSupPr>
                          <m:e>
                            <m:r>
                              <a:rPr lang="en-US" altLang="zh-CN" sz="2200" spc="15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Helvetica"/>
                              </a:rPr>
                              <m:t>𝑖</m:t>
                            </m:r>
                          </m:e>
                          <m:sup>
                            <m:r>
                              <a:rPr lang="en-US" altLang="zh-CN" sz="2200" spc="15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Helvetica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a:rPr lang="zh-CN" altLang="en-US" sz="2200" spc="15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Helvetica"/>
                      </a:rPr>
                      <m:t>，推导如下：</m:t>
                    </m:r>
                  </m:oMath>
                </a14:m>
                <a:endParaRPr lang="en-US" altLang="zh-CN" sz="2200" spc="15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Helvetica"/>
                </a:endParaRPr>
              </a:p>
              <a:p>
                <a:pPr lvl="1" defTabSz="45720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</m:ctrlPr>
                      </m:sSubPr>
                      <m:e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𝑆</m:t>
                        </m:r>
                      </m:e>
                      <m:sub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𝑛</m:t>
                        </m:r>
                      </m:sub>
                    </m:sSub>
                    <m:r>
                      <a:rPr lang="en-US" altLang="zh-CN" sz="2200" spc="15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Helvetica"/>
                      </a:rPr>
                      <m:t>=</m:t>
                    </m:r>
                    <m:sSub>
                      <m:sSubPr>
                        <m:ctrlPr>
                          <a:rPr lang="en-US" altLang="zh-CN" sz="2200" i="1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</m:ctrlPr>
                      </m:sSubPr>
                      <m:e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𝑆</m:t>
                        </m:r>
                      </m:e>
                      <m:sub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𝑛</m:t>
                        </m:r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−1</m:t>
                        </m:r>
                      </m:sub>
                    </m:sSub>
                    <m:r>
                      <a:rPr lang="en-US" altLang="zh-CN" sz="2200" spc="15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Helvetica"/>
                      </a:rPr>
                      <m:t>+</m:t>
                    </m:r>
                    <m:sSup>
                      <m:sSupPr>
                        <m:ctrlPr>
                          <a:rPr lang="en-US" altLang="zh-CN" sz="2200" i="1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</m:ctrlPr>
                      </m:sSupPr>
                      <m:e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𝑛</m:t>
                        </m:r>
                      </m:e>
                      <m:sup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𝑘</m:t>
                        </m:r>
                      </m:sup>
                    </m:sSup>
                  </m:oMath>
                </a14:m>
                <a:endParaRPr lang="en-US" altLang="zh-CN" sz="2200" spc="15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Helvetica"/>
                </a:endParaRPr>
              </a:p>
              <a:p>
                <a:pPr lvl="1" defTabSz="45720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lang="en-US" altLang="zh-CN" sz="2200" spc="15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Helvetica"/>
                </a:endParaRPr>
              </a:p>
              <a:p>
                <a:pPr lvl="1" defTabSz="45720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</m:ctrlPr>
                      </m:sSupPr>
                      <m:e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𝑛</m:t>
                        </m:r>
                      </m:e>
                      <m:sup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𝑘</m:t>
                        </m:r>
                      </m:sup>
                    </m:sSup>
                    <m:r>
                      <a:rPr lang="en-US" altLang="zh-CN" sz="2200" spc="15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Helvetica"/>
                      </a:rPr>
                      <m:t>=</m:t>
                    </m:r>
                    <m:sSup>
                      <m:sSupPr>
                        <m:ctrlPr>
                          <a:rPr lang="en-US" altLang="zh-CN" sz="2200" i="1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200" i="1" spc="15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Helvetica"/>
                              </a:rPr>
                            </m:ctrlPr>
                          </m:dPr>
                          <m:e>
                            <m:r>
                              <a:rPr lang="en-US" altLang="zh-CN" sz="2200" spc="15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Helvetica"/>
                              </a:rPr>
                              <m:t>𝑛</m:t>
                            </m:r>
                            <m:r>
                              <a:rPr lang="en-US" altLang="zh-CN" sz="2200" spc="15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Helvetica"/>
                              </a:rPr>
                              <m:t>−1+1</m:t>
                            </m:r>
                          </m:e>
                        </m:d>
                      </m:e>
                      <m:sup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𝑘</m:t>
                        </m:r>
                      </m:sup>
                    </m:sSup>
                  </m:oMath>
                </a14:m>
                <a:br>
                  <a:rPr lang="en-US" altLang="zh-CN" sz="22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Helvetica"/>
                  </a:rPr>
                </a:br>
                <a:r>
                  <a:rPr lang="zh-CN" altLang="en-US" sz="22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Helvetica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2200" spc="15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Helvetica"/>
                      </a:rPr>
                      <m:t>=</m:t>
                    </m:r>
                    <m:sSubSup>
                      <m:sSubSupPr>
                        <m:ctrlPr>
                          <a:rPr lang="en-US" altLang="zh-CN" sz="2200" i="1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</m:ctrlPr>
                      </m:sSubSupPr>
                      <m:e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𝐶</m:t>
                        </m:r>
                      </m:e>
                      <m:sub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𝑘</m:t>
                        </m:r>
                      </m:sub>
                      <m:sup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0</m:t>
                        </m:r>
                      </m:sup>
                    </m:sSubSup>
                    <m:sSup>
                      <m:sSupPr>
                        <m:ctrlPr>
                          <a:rPr lang="en-US" altLang="zh-CN" sz="2200" i="1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200" i="1" spc="15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Helvetica"/>
                              </a:rPr>
                            </m:ctrlPr>
                          </m:dPr>
                          <m:e>
                            <m:r>
                              <a:rPr lang="en-US" altLang="zh-CN" sz="2200" spc="15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Helvetica"/>
                              </a:rPr>
                              <m:t>𝑛</m:t>
                            </m:r>
                            <m:r>
                              <a:rPr lang="en-US" altLang="zh-CN" sz="2200" spc="15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Helvetica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𝑘</m:t>
                        </m:r>
                      </m:sup>
                    </m:sSup>
                    <m:r>
                      <a:rPr lang="en-US" altLang="zh-CN" sz="2200" spc="15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Helvetica"/>
                      </a:rPr>
                      <m:t>+</m:t>
                    </m:r>
                    <m:sSubSup>
                      <m:sSubSupPr>
                        <m:ctrlPr>
                          <a:rPr lang="en-US" altLang="zh-CN" sz="2200" i="1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</m:ctrlPr>
                      </m:sSubSupPr>
                      <m:e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𝐶</m:t>
                        </m:r>
                      </m:e>
                      <m:sub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𝑘</m:t>
                        </m:r>
                      </m:sub>
                      <m:sup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1</m:t>
                        </m:r>
                      </m:sup>
                    </m:sSubSup>
                    <m:sSup>
                      <m:sSupPr>
                        <m:ctrlPr>
                          <a:rPr lang="en-US" altLang="zh-CN" sz="2200" i="1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</m:ctrlPr>
                      </m:sSupPr>
                      <m:e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(</m:t>
                        </m:r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𝑛</m:t>
                        </m:r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−1)</m:t>
                        </m:r>
                      </m:e>
                      <m:sup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𝑘</m:t>
                        </m:r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−1</m:t>
                        </m:r>
                      </m:sup>
                    </m:sSup>
                    <m:r>
                      <a:rPr lang="en-US" altLang="zh-CN" sz="2200" spc="15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Helvetica"/>
                      </a:rPr>
                      <m:t>+…+</m:t>
                    </m:r>
                    <m:sSubSup>
                      <m:sSubSupPr>
                        <m:ctrlPr>
                          <a:rPr lang="en-US" altLang="zh-CN" sz="2200" i="1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</m:ctrlPr>
                      </m:sSubSupPr>
                      <m:e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𝐶</m:t>
                        </m:r>
                      </m:e>
                      <m:sub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𝑘</m:t>
                        </m:r>
                      </m:sub>
                      <m:sup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𝑘</m:t>
                        </m:r>
                      </m:sup>
                    </m:sSubSup>
                    <m:sSup>
                      <m:sSupPr>
                        <m:ctrlPr>
                          <a:rPr lang="en-US" altLang="zh-CN" sz="2200" i="1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200" i="1" spc="15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Helvetica"/>
                              </a:rPr>
                            </m:ctrlPr>
                          </m:dPr>
                          <m:e>
                            <m:r>
                              <a:rPr lang="en-US" altLang="zh-CN" sz="2200" spc="15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Helvetica"/>
                              </a:rPr>
                              <m:t>𝑛</m:t>
                            </m:r>
                            <m:r>
                              <a:rPr lang="en-US" altLang="zh-CN" sz="2200" spc="15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Helvetica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0</m:t>
                        </m:r>
                      </m:sup>
                    </m:sSup>
                  </m:oMath>
                </a14:m>
                <a:endParaRPr lang="en-US" altLang="zh-CN" sz="2200" spc="15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Helvetica"/>
                </a:endParaRPr>
              </a:p>
              <a:p>
                <a:pPr lvl="1" defTabSz="45720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lang="en-US" altLang="zh-CN" sz="2200" spc="15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Helvetica"/>
                </a:endParaRPr>
              </a:p>
              <a:p>
                <a:pPr lvl="1" defTabSz="45720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200" i="1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</m:ctrlPr>
                      </m:sSupPr>
                      <m:e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𝑛</m:t>
                        </m:r>
                      </m:e>
                      <m:sup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𝑘</m:t>
                        </m:r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−1</m:t>
                        </m:r>
                      </m:sup>
                    </m:sSup>
                    <m:r>
                      <a:rPr lang="en-US" altLang="zh-CN" sz="2200" spc="15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Helvetica"/>
                      </a:rPr>
                      <m:t>=</m:t>
                    </m:r>
                    <m:sSup>
                      <m:sSupPr>
                        <m:ctrlPr>
                          <a:rPr lang="en-US" altLang="zh-CN" sz="2200" i="1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</m:ctrlPr>
                      </m:sSupPr>
                      <m:e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(</m:t>
                        </m:r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𝑛</m:t>
                        </m:r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−1+1)</m:t>
                        </m:r>
                      </m:e>
                      <m:sup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𝑘</m:t>
                        </m:r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−1</m:t>
                        </m:r>
                      </m:sup>
                    </m:sSup>
                  </m:oMath>
                </a14:m>
                <a:endParaRPr lang="en-US" altLang="zh-CN" sz="2200" spc="15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Helvetica"/>
                </a:endParaRPr>
              </a:p>
              <a:p>
                <a:pPr marL="342900" lvl="1" indent="0" defTabSz="45720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None/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sz="22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Helvetica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2200" spc="15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Helvetica"/>
                      </a:rPr>
                      <m:t> </m:t>
                    </m:r>
                    <m:r>
                      <a:rPr lang="zh-CN" altLang="en-US" sz="2200" b="0" i="0" spc="150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Helvetica"/>
                      </a:rPr>
                      <m:t> </m:t>
                    </m:r>
                    <m:r>
                      <a:rPr lang="zh-CN" altLang="en-US" sz="2200" spc="15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Helvetica"/>
                      </a:rPr>
                      <m:t>          </m:t>
                    </m:r>
                    <m:r>
                      <a:rPr lang="en-US" altLang="zh-CN" sz="2200" spc="15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Helvetica"/>
                      </a:rPr>
                      <m:t>=</m:t>
                    </m:r>
                    <m:sSubSup>
                      <m:sSubSupPr>
                        <m:ctrlPr>
                          <a:rPr lang="en-US" altLang="zh-CN" sz="2200" i="1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</m:ctrlPr>
                      </m:sSubSupPr>
                      <m:e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𝐶</m:t>
                        </m:r>
                      </m:e>
                      <m:sub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𝑘</m:t>
                        </m:r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−1</m:t>
                        </m:r>
                      </m:sub>
                      <m:sup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0</m:t>
                        </m:r>
                      </m:sup>
                    </m:sSubSup>
                    <m:sSup>
                      <m:sSupPr>
                        <m:ctrlPr>
                          <a:rPr lang="en-US" altLang="zh-CN" sz="2200" i="1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200" i="1" spc="15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Helvetica"/>
                              </a:rPr>
                            </m:ctrlPr>
                          </m:dPr>
                          <m:e>
                            <m:r>
                              <a:rPr lang="en-US" altLang="zh-CN" sz="2200" spc="15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Helvetica"/>
                              </a:rPr>
                              <m:t>𝑛</m:t>
                            </m:r>
                            <m:r>
                              <a:rPr lang="en-US" altLang="zh-CN" sz="2200" spc="15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cs typeface="Helvetica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𝑘</m:t>
                        </m:r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−1</m:t>
                        </m:r>
                      </m:sup>
                    </m:sSup>
                    <m:r>
                      <a:rPr lang="en-US" altLang="zh-CN" sz="2200" spc="15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Helvetica"/>
                      </a:rPr>
                      <m:t>+</m:t>
                    </m:r>
                    <m:sSubSup>
                      <m:sSubSupPr>
                        <m:ctrlPr>
                          <a:rPr lang="en-US" altLang="zh-CN" sz="2200" i="1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</m:ctrlPr>
                      </m:sSubSupPr>
                      <m:e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𝐶</m:t>
                        </m:r>
                      </m:e>
                      <m:sub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𝑘</m:t>
                        </m:r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−1</m:t>
                        </m:r>
                      </m:sub>
                      <m:sup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1</m:t>
                        </m:r>
                      </m:sup>
                    </m:sSubSup>
                    <m:sSup>
                      <m:sSupPr>
                        <m:ctrlPr>
                          <a:rPr lang="en-US" altLang="zh-CN" sz="2200" i="1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</m:ctrlPr>
                      </m:sSupPr>
                      <m:e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(</m:t>
                        </m:r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𝑛</m:t>
                        </m:r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−1)</m:t>
                        </m:r>
                      </m:e>
                      <m:sup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𝑘</m:t>
                        </m:r>
                        <m:r>
                          <a:rPr lang="en-US" altLang="zh-CN" sz="2200" spc="15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cs typeface="Helvetica"/>
                          </a:rPr>
                          <m:t>−2</m:t>
                        </m:r>
                      </m:sup>
                    </m:sSup>
                    <m:r>
                      <a:rPr lang="en-US" altLang="zh-CN" sz="2200" spc="150">
                        <a:latin typeface="Cambria Math" panose="02040503050406030204" pitchFamily="18" charset="0"/>
                        <a:ea typeface="Microsoft YaHei" panose="020B0503020204020204" pitchFamily="34" charset="-122"/>
                        <a:cs typeface="Helvetica"/>
                      </a:rPr>
                      <m:t>+…</m:t>
                    </m:r>
                  </m:oMath>
                </a14:m>
                <a:endParaRPr lang="en-US" altLang="zh-CN" sz="2200" spc="150" dirty="0">
                  <a:latin typeface="Microsoft YaHei" panose="020B0503020204020204" pitchFamily="34" charset="-122"/>
                  <a:ea typeface="Microsoft YaHei" panose="020B0503020204020204" pitchFamily="34" charset="-122"/>
                  <a:cs typeface="Helvetica"/>
                </a:endParaRPr>
              </a:p>
              <a:p>
                <a:pPr lvl="1" defTabSz="45720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en-US" altLang="zh-CN" sz="2200" spc="150" dirty="0">
                    <a:latin typeface="Microsoft YaHei" panose="020B0503020204020204" pitchFamily="34" charset="-122"/>
                    <a:ea typeface="Microsoft YaHei" panose="020B0503020204020204" pitchFamily="34" charset="-122"/>
                    <a:cs typeface="Helvetica"/>
                  </a:rPr>
                  <a:t>…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71BD527-6E22-C747-B740-C7F6631E8C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99110" y="1177688"/>
                <a:ext cx="8410248" cy="5361225"/>
              </a:xfrm>
              <a:blipFill>
                <a:blip r:embed="rId2"/>
                <a:stretch>
                  <a:fillRect l="-753" t="-82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A6218534-E147-164E-B9A4-B332A55781EF}"/>
              </a:ext>
            </a:extLst>
          </p:cNvPr>
          <p:cNvSpPr/>
          <p:nvPr/>
        </p:nvSpPr>
        <p:spPr>
          <a:xfrm>
            <a:off x="0" y="0"/>
            <a:ext cx="9144000" cy="243840"/>
          </a:xfrm>
          <a:prstGeom prst="rect">
            <a:avLst/>
          </a:prstGeom>
          <a:solidFill>
            <a:srgbClr val="F040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课程脉络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矩阵乘法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求解线性递推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矩阵快速幂优化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例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37046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AAB6BC10-45DD-4477-83AF-883480AFB742}"/>
              </a:ext>
            </a:extLst>
          </p:cNvPr>
          <p:cNvGrpSpPr/>
          <p:nvPr/>
        </p:nvGrpSpPr>
        <p:grpSpPr>
          <a:xfrm>
            <a:off x="182880" y="406420"/>
            <a:ext cx="7410450" cy="523220"/>
            <a:chOff x="190500" y="383560"/>
            <a:chExt cx="7410450" cy="523220"/>
          </a:xfrm>
        </p:grpSpPr>
        <p:sp>
          <p:nvSpPr>
            <p:cNvPr id="36" name="平行四边形 35">
              <a:extLst>
                <a:ext uri="{FF2B5EF4-FFF2-40B4-BE49-F238E27FC236}">
                  <a16:creationId xmlns:a16="http://schemas.microsoft.com/office/drawing/2014/main" id="{F40A7694-6484-44E1-99C7-EDE95D900592}"/>
                </a:ext>
              </a:extLst>
            </p:cNvPr>
            <p:cNvSpPr/>
            <p:nvPr/>
          </p:nvSpPr>
          <p:spPr>
            <a:xfrm>
              <a:off x="190500" y="533400"/>
              <a:ext cx="845820" cy="373380"/>
            </a:xfrm>
            <a:prstGeom prst="parallelogram">
              <a:avLst/>
            </a:prstGeom>
            <a:solidFill>
              <a:srgbClr val="F04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FDB29133-41AD-4B3B-906E-5DEE9B7FE047}"/>
                </a:ext>
              </a:extLst>
            </p:cNvPr>
            <p:cNvSpPr txBox="1"/>
            <p:nvPr/>
          </p:nvSpPr>
          <p:spPr>
            <a:xfrm>
              <a:off x="506730" y="383560"/>
              <a:ext cx="70942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矩阵快速幂</a:t>
              </a:r>
            </a:p>
          </p:txBody>
        </p:sp>
      </p:grp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E5B60183-BC48-4A9B-803F-FE5CBF31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24</a:t>
            </a:fld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6218534-E147-164E-B9A4-B332A55781EF}"/>
              </a:ext>
            </a:extLst>
          </p:cNvPr>
          <p:cNvSpPr/>
          <p:nvPr/>
        </p:nvSpPr>
        <p:spPr>
          <a:xfrm>
            <a:off x="0" y="0"/>
            <a:ext cx="9144000" cy="243840"/>
          </a:xfrm>
          <a:prstGeom prst="rect">
            <a:avLst/>
          </a:prstGeom>
          <a:solidFill>
            <a:srgbClr val="F040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课程脉络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矩阵乘法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求解线性递推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矩阵快速幂优化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例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endParaRPr lang="zh-CN" altLang="en-US" sz="1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D328752-06F5-EE41-8B1E-8A0971AE4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734" y="2298823"/>
            <a:ext cx="8016531" cy="2260353"/>
          </a:xfrm>
          <a:prstGeom prst="rect">
            <a:avLst/>
          </a:prstGeom>
        </p:spPr>
      </p:pic>
      <p:sp>
        <p:nvSpPr>
          <p:cNvPr id="8" name="内容占位符 2">
            <a:extLst>
              <a:ext uri="{FF2B5EF4-FFF2-40B4-BE49-F238E27FC236}">
                <a16:creationId xmlns:a16="http://schemas.microsoft.com/office/drawing/2014/main" id="{1A67BCF5-1DA2-7044-966F-E68FB5B7B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53331"/>
            <a:ext cx="7886700" cy="4351338"/>
          </a:xfrm>
        </p:spPr>
        <p:txBody>
          <a:bodyPr/>
          <a:lstStyle/>
          <a:p>
            <a:pPr defTabSz="45720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lang="zh-CN" altLang="en-US" sz="2000" spc="15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利用二项式展开构造转移矩阵</a:t>
            </a:r>
            <a:endParaRPr lang="en-US" altLang="zh-CN" sz="2000" spc="1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60757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C696EA8D-3F7E-7345-8947-4FE9F4DAB9A4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116" y="-54237"/>
            <a:ext cx="9179116" cy="4604972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461007BA-07C3-4DD8-8798-7D3173F7E471}"/>
              </a:ext>
            </a:extLst>
          </p:cNvPr>
          <p:cNvGrpSpPr/>
          <p:nvPr/>
        </p:nvGrpSpPr>
        <p:grpSpPr>
          <a:xfrm>
            <a:off x="802881" y="3220887"/>
            <a:ext cx="7648586" cy="2501388"/>
            <a:chOff x="1200150" y="3107981"/>
            <a:chExt cx="9791700" cy="328917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3F9A6B05-7ED5-4F7C-AA64-18A3F997F137}"/>
                </a:ext>
              </a:extLst>
            </p:cNvPr>
            <p:cNvSpPr/>
            <p:nvPr/>
          </p:nvSpPr>
          <p:spPr>
            <a:xfrm>
              <a:off x="1664486" y="3107981"/>
              <a:ext cx="8945408" cy="3174172"/>
            </a:xfrm>
            <a:prstGeom prst="roundRect">
              <a:avLst>
                <a:gd name="adj" fmla="val 3205"/>
              </a:avLst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C09A6EA4-4FF5-4E8E-AB8F-7349BE02CD5E}"/>
                </a:ext>
              </a:extLst>
            </p:cNvPr>
            <p:cNvSpPr/>
            <p:nvPr/>
          </p:nvSpPr>
          <p:spPr>
            <a:xfrm>
              <a:off x="1463942" y="3222979"/>
              <a:ext cx="9346497" cy="3174172"/>
            </a:xfrm>
            <a:prstGeom prst="roundRect">
              <a:avLst>
                <a:gd name="adj" fmla="val 3205"/>
              </a:avLst>
            </a:prstGeom>
            <a:solidFill>
              <a:schemeClr val="bg1">
                <a:alpha val="9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BA5C651A-F6BF-4D75-A3D1-DDEB8CCADD03}"/>
                </a:ext>
              </a:extLst>
            </p:cNvPr>
            <p:cNvSpPr/>
            <p:nvPr/>
          </p:nvSpPr>
          <p:spPr>
            <a:xfrm>
              <a:off x="1200150" y="3365257"/>
              <a:ext cx="9791700" cy="2757614"/>
            </a:xfrm>
            <a:prstGeom prst="roundRect">
              <a:avLst>
                <a:gd name="adj" fmla="val 3205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F8F8F8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0" tIns="72000" rIns="540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457167">
                <a:lnSpc>
                  <a:spcPct val="120000"/>
                </a:lnSpc>
              </a:pPr>
              <a:endParaRPr lang="zh-CN" altLang="en-US" sz="24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9" name="标题 74">
            <a:extLst>
              <a:ext uri="{FF2B5EF4-FFF2-40B4-BE49-F238E27FC236}">
                <a16:creationId xmlns:a16="http://schemas.microsoft.com/office/drawing/2014/main" id="{FE4E37FF-6DE5-4CC8-8FB8-6127CB98D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8387" y="4238552"/>
            <a:ext cx="4300163" cy="624365"/>
          </a:xfrm>
        </p:spPr>
        <p:txBody>
          <a:bodyPr>
            <a:normAutofit fontScale="90000"/>
          </a:bodyPr>
          <a:lstStyle/>
          <a:p>
            <a:pPr algn="dist"/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矩阵快速幂优化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b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" altLang="zh-CN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Fast Matrix </a:t>
            </a:r>
            <a:r>
              <a:rPr lang="en-US" altLang="zh-CN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Exponentiation</a:t>
            </a:r>
            <a:endParaRPr lang="zh-CN" altLang="en-US" sz="36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图表 9">
            <a:extLst>
              <a:ext uri="{FF2B5EF4-FFF2-40B4-BE49-F238E27FC236}">
                <a16:creationId xmlns:a16="http://schemas.microsoft.com/office/drawing/2014/main" id="{C2A16DD7-7E56-46E8-99BC-6C95E446C457}"/>
              </a:ext>
            </a:extLst>
          </p:cNvPr>
          <p:cNvGraphicFramePr/>
          <p:nvPr/>
        </p:nvGraphicFramePr>
        <p:xfrm>
          <a:off x="1381564" y="3754945"/>
          <a:ext cx="2179863" cy="1272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12" name="ba3e13bc-cc22-40db-8abb-361298693e2c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4872306A-C0C4-4EAA-A0CE-7D3D08B3D35A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7823002" y="73858"/>
            <a:ext cx="1228130" cy="313031"/>
            <a:chOff x="2866708" y="2481344"/>
            <a:chExt cx="6458593" cy="1879440"/>
          </a:xfrm>
          <a:solidFill>
            <a:schemeClr val="bg1"/>
          </a:solidFill>
        </p:grpSpPr>
        <p:grpSp>
          <p:nvGrpSpPr>
            <p:cNvPr id="16" name="ïSļïdè">
              <a:extLst>
                <a:ext uri="{FF2B5EF4-FFF2-40B4-BE49-F238E27FC236}">
                  <a16:creationId xmlns:a16="http://schemas.microsoft.com/office/drawing/2014/main" id="{FDADEC7D-9C4A-4753-B76D-1E0C37349221}"/>
                </a:ext>
              </a:extLst>
            </p:cNvPr>
            <p:cNvGrpSpPr/>
            <p:nvPr/>
          </p:nvGrpSpPr>
          <p:grpSpPr>
            <a:xfrm>
              <a:off x="2866708" y="2604783"/>
              <a:ext cx="1724148" cy="1756001"/>
              <a:chOff x="4810125" y="3095626"/>
              <a:chExt cx="687388" cy="700088"/>
            </a:xfrm>
            <a:grpFill/>
          </p:grpSpPr>
          <p:sp>
            <p:nvSpPr>
              <p:cNvPr id="46" name="íşḷidê">
                <a:extLst>
                  <a:ext uri="{FF2B5EF4-FFF2-40B4-BE49-F238E27FC236}">
                    <a16:creationId xmlns:a16="http://schemas.microsoft.com/office/drawing/2014/main" id="{D98EF6A1-CCEA-404A-AA7F-81F96F9A12C2}"/>
                  </a:ext>
                </a:extLst>
              </p:cNvPr>
              <p:cNvSpPr/>
              <p:nvPr/>
            </p:nvSpPr>
            <p:spPr bwMode="auto">
              <a:xfrm>
                <a:off x="4810125" y="3095626"/>
                <a:ext cx="687388" cy="700088"/>
              </a:xfrm>
              <a:custGeom>
                <a:avLst/>
                <a:gdLst>
                  <a:gd name="T0" fmla="*/ 104 w 208"/>
                  <a:gd name="T1" fmla="*/ 207 h 210"/>
                  <a:gd name="T2" fmla="*/ 4 w 208"/>
                  <a:gd name="T3" fmla="*/ 105 h 210"/>
                  <a:gd name="T4" fmla="*/ 104 w 208"/>
                  <a:gd name="T5" fmla="*/ 4 h 210"/>
                  <a:gd name="T6" fmla="*/ 204 w 208"/>
                  <a:gd name="T7" fmla="*/ 105 h 210"/>
                  <a:gd name="T8" fmla="*/ 104 w 208"/>
                  <a:gd name="T9" fmla="*/ 207 h 210"/>
                  <a:gd name="T10" fmla="*/ 104 w 208"/>
                  <a:gd name="T11" fmla="*/ 0 h 210"/>
                  <a:gd name="T12" fmla="*/ 0 w 208"/>
                  <a:gd name="T13" fmla="*/ 105 h 210"/>
                  <a:gd name="T14" fmla="*/ 104 w 208"/>
                  <a:gd name="T15" fmla="*/ 210 h 210"/>
                  <a:gd name="T16" fmla="*/ 208 w 208"/>
                  <a:gd name="T17" fmla="*/ 105 h 210"/>
                  <a:gd name="T18" fmla="*/ 104 w 208"/>
                  <a:gd name="T19" fmla="*/ 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8" h="210">
                    <a:moveTo>
                      <a:pt x="104" y="207"/>
                    </a:moveTo>
                    <a:cubicBezTo>
                      <a:pt x="49" y="207"/>
                      <a:pt x="4" y="161"/>
                      <a:pt x="4" y="105"/>
                    </a:cubicBezTo>
                    <a:cubicBezTo>
                      <a:pt x="4" y="49"/>
                      <a:pt x="49" y="4"/>
                      <a:pt x="104" y="4"/>
                    </a:cubicBezTo>
                    <a:cubicBezTo>
                      <a:pt x="159" y="4"/>
                      <a:pt x="204" y="49"/>
                      <a:pt x="204" y="105"/>
                    </a:cubicBezTo>
                    <a:cubicBezTo>
                      <a:pt x="204" y="161"/>
                      <a:pt x="159" y="207"/>
                      <a:pt x="104" y="207"/>
                    </a:cubicBezTo>
                    <a:close/>
                    <a:moveTo>
                      <a:pt x="104" y="0"/>
                    </a:moveTo>
                    <a:cubicBezTo>
                      <a:pt x="47" y="0"/>
                      <a:pt x="0" y="47"/>
                      <a:pt x="0" y="105"/>
                    </a:cubicBezTo>
                    <a:cubicBezTo>
                      <a:pt x="0" y="163"/>
                      <a:pt x="47" y="210"/>
                      <a:pt x="104" y="210"/>
                    </a:cubicBezTo>
                    <a:cubicBezTo>
                      <a:pt x="161" y="210"/>
                      <a:pt x="208" y="163"/>
                      <a:pt x="208" y="105"/>
                    </a:cubicBezTo>
                    <a:cubicBezTo>
                      <a:pt x="208" y="47"/>
                      <a:pt x="161" y="0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íSľïdé">
                <a:extLst>
                  <a:ext uri="{FF2B5EF4-FFF2-40B4-BE49-F238E27FC236}">
                    <a16:creationId xmlns:a16="http://schemas.microsoft.com/office/drawing/2014/main" id="{F254EC13-E0AC-4092-BAFE-B9D379CB19EC}"/>
                  </a:ext>
                </a:extLst>
              </p:cNvPr>
              <p:cNvSpPr/>
              <p:nvPr/>
            </p:nvSpPr>
            <p:spPr bwMode="auto">
              <a:xfrm>
                <a:off x="5384800" y="3559176"/>
                <a:ext cx="46038" cy="30163"/>
              </a:xfrm>
              <a:custGeom>
                <a:avLst/>
                <a:gdLst>
                  <a:gd name="T0" fmla="*/ 29 w 29"/>
                  <a:gd name="T1" fmla="*/ 13 h 19"/>
                  <a:gd name="T2" fmla="*/ 27 w 29"/>
                  <a:gd name="T3" fmla="*/ 19 h 19"/>
                  <a:gd name="T4" fmla="*/ 0 w 29"/>
                  <a:gd name="T5" fmla="*/ 6 h 19"/>
                  <a:gd name="T6" fmla="*/ 4 w 29"/>
                  <a:gd name="T7" fmla="*/ 0 h 19"/>
                  <a:gd name="T8" fmla="*/ 29 w 29"/>
                  <a:gd name="T9" fmla="*/ 13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19">
                    <a:moveTo>
                      <a:pt x="29" y="13"/>
                    </a:moveTo>
                    <a:lnTo>
                      <a:pt x="27" y="19"/>
                    </a:lnTo>
                    <a:lnTo>
                      <a:pt x="0" y="6"/>
                    </a:lnTo>
                    <a:lnTo>
                      <a:pt x="4" y="0"/>
                    </a:lnTo>
                    <a:lnTo>
                      <a:pt x="29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ïslíḋê">
                <a:extLst>
                  <a:ext uri="{FF2B5EF4-FFF2-40B4-BE49-F238E27FC236}">
                    <a16:creationId xmlns:a16="http://schemas.microsoft.com/office/drawing/2014/main" id="{CD9A8FD7-138F-4F51-8F50-1A7F398595E5}"/>
                  </a:ext>
                </a:extLst>
              </p:cNvPr>
              <p:cNvSpPr/>
              <p:nvPr/>
            </p:nvSpPr>
            <p:spPr bwMode="auto">
              <a:xfrm>
                <a:off x="5405438" y="3479801"/>
                <a:ext cx="49213" cy="42863"/>
              </a:xfrm>
              <a:custGeom>
                <a:avLst/>
                <a:gdLst>
                  <a:gd name="T0" fmla="*/ 31 w 31"/>
                  <a:gd name="T1" fmla="*/ 14 h 27"/>
                  <a:gd name="T2" fmla="*/ 29 w 31"/>
                  <a:gd name="T3" fmla="*/ 21 h 27"/>
                  <a:gd name="T4" fmla="*/ 19 w 31"/>
                  <a:gd name="T5" fmla="*/ 18 h 27"/>
                  <a:gd name="T6" fmla="*/ 0 w 31"/>
                  <a:gd name="T7" fmla="*/ 27 h 27"/>
                  <a:gd name="T8" fmla="*/ 2 w 31"/>
                  <a:gd name="T9" fmla="*/ 18 h 27"/>
                  <a:gd name="T10" fmla="*/ 14 w 31"/>
                  <a:gd name="T11" fmla="*/ 14 h 27"/>
                  <a:gd name="T12" fmla="*/ 4 w 31"/>
                  <a:gd name="T13" fmla="*/ 6 h 27"/>
                  <a:gd name="T14" fmla="*/ 4 w 31"/>
                  <a:gd name="T15" fmla="*/ 0 h 27"/>
                  <a:gd name="T16" fmla="*/ 19 w 31"/>
                  <a:gd name="T17" fmla="*/ 12 h 27"/>
                  <a:gd name="T18" fmla="*/ 31 w 31"/>
                  <a:gd name="T19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" h="27">
                    <a:moveTo>
                      <a:pt x="31" y="14"/>
                    </a:moveTo>
                    <a:lnTo>
                      <a:pt x="29" y="21"/>
                    </a:lnTo>
                    <a:lnTo>
                      <a:pt x="19" y="18"/>
                    </a:lnTo>
                    <a:lnTo>
                      <a:pt x="0" y="27"/>
                    </a:lnTo>
                    <a:lnTo>
                      <a:pt x="2" y="18"/>
                    </a:lnTo>
                    <a:lnTo>
                      <a:pt x="14" y="14"/>
                    </a:lnTo>
                    <a:lnTo>
                      <a:pt x="4" y="6"/>
                    </a:lnTo>
                    <a:lnTo>
                      <a:pt x="4" y="0"/>
                    </a:lnTo>
                    <a:lnTo>
                      <a:pt x="19" y="12"/>
                    </a:lnTo>
                    <a:lnTo>
                      <a:pt x="31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işļïḍè">
                <a:extLst>
                  <a:ext uri="{FF2B5EF4-FFF2-40B4-BE49-F238E27FC236}">
                    <a16:creationId xmlns:a16="http://schemas.microsoft.com/office/drawing/2014/main" id="{4830FFCB-3E89-4192-8203-0AAB5A627595}"/>
                  </a:ext>
                </a:extLst>
              </p:cNvPr>
              <p:cNvSpPr/>
              <p:nvPr/>
            </p:nvSpPr>
            <p:spPr bwMode="auto">
              <a:xfrm>
                <a:off x="5391150" y="3522663"/>
                <a:ext cx="50800" cy="36513"/>
              </a:xfrm>
              <a:custGeom>
                <a:avLst/>
                <a:gdLst>
                  <a:gd name="T0" fmla="*/ 32 w 32"/>
                  <a:gd name="T1" fmla="*/ 17 h 23"/>
                  <a:gd name="T2" fmla="*/ 32 w 32"/>
                  <a:gd name="T3" fmla="*/ 23 h 23"/>
                  <a:gd name="T4" fmla="*/ 9 w 32"/>
                  <a:gd name="T5" fmla="*/ 15 h 23"/>
                  <a:gd name="T6" fmla="*/ 7 w 32"/>
                  <a:gd name="T7" fmla="*/ 23 h 23"/>
                  <a:gd name="T8" fmla="*/ 0 w 32"/>
                  <a:gd name="T9" fmla="*/ 21 h 23"/>
                  <a:gd name="T10" fmla="*/ 9 w 32"/>
                  <a:gd name="T11" fmla="*/ 0 h 23"/>
                  <a:gd name="T12" fmla="*/ 13 w 32"/>
                  <a:gd name="T13" fmla="*/ 2 h 23"/>
                  <a:gd name="T14" fmla="*/ 11 w 32"/>
                  <a:gd name="T15" fmla="*/ 8 h 23"/>
                  <a:gd name="T16" fmla="*/ 32 w 32"/>
                  <a:gd name="T17" fmla="*/ 17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" h="23">
                    <a:moveTo>
                      <a:pt x="32" y="17"/>
                    </a:moveTo>
                    <a:lnTo>
                      <a:pt x="32" y="23"/>
                    </a:lnTo>
                    <a:lnTo>
                      <a:pt x="9" y="15"/>
                    </a:lnTo>
                    <a:lnTo>
                      <a:pt x="7" y="23"/>
                    </a:lnTo>
                    <a:lnTo>
                      <a:pt x="0" y="21"/>
                    </a:lnTo>
                    <a:lnTo>
                      <a:pt x="9" y="0"/>
                    </a:lnTo>
                    <a:lnTo>
                      <a:pt x="13" y="2"/>
                    </a:lnTo>
                    <a:lnTo>
                      <a:pt x="11" y="8"/>
                    </a:lnTo>
                    <a:lnTo>
                      <a:pt x="32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0" name="í$ļîḓé">
                <a:extLst>
                  <a:ext uri="{FF2B5EF4-FFF2-40B4-BE49-F238E27FC236}">
                    <a16:creationId xmlns:a16="http://schemas.microsoft.com/office/drawing/2014/main" id="{EF860E45-7BB8-4BAE-8E76-FF26B80DC424}"/>
                  </a:ext>
                </a:extLst>
              </p:cNvPr>
              <p:cNvSpPr/>
              <p:nvPr/>
            </p:nvSpPr>
            <p:spPr bwMode="auto">
              <a:xfrm>
                <a:off x="5368925" y="3579813"/>
                <a:ext cx="46038" cy="46038"/>
              </a:xfrm>
              <a:custGeom>
                <a:avLst/>
                <a:gdLst>
                  <a:gd name="T0" fmla="*/ 0 w 14"/>
                  <a:gd name="T1" fmla="*/ 6 h 14"/>
                  <a:gd name="T2" fmla="*/ 1 w 14"/>
                  <a:gd name="T3" fmla="*/ 3 h 14"/>
                  <a:gd name="T4" fmla="*/ 4 w 14"/>
                  <a:gd name="T5" fmla="*/ 1 h 14"/>
                  <a:gd name="T6" fmla="*/ 8 w 14"/>
                  <a:gd name="T7" fmla="*/ 1 h 14"/>
                  <a:gd name="T8" fmla="*/ 6 w 14"/>
                  <a:gd name="T9" fmla="*/ 4 h 14"/>
                  <a:gd name="T10" fmla="*/ 5 w 14"/>
                  <a:gd name="T11" fmla="*/ 3 h 14"/>
                  <a:gd name="T12" fmla="*/ 3 w 14"/>
                  <a:gd name="T13" fmla="*/ 5 h 14"/>
                  <a:gd name="T14" fmla="*/ 3 w 14"/>
                  <a:gd name="T15" fmla="*/ 6 h 14"/>
                  <a:gd name="T16" fmla="*/ 3 w 14"/>
                  <a:gd name="T17" fmla="*/ 7 h 14"/>
                  <a:gd name="T18" fmla="*/ 4 w 14"/>
                  <a:gd name="T19" fmla="*/ 7 h 14"/>
                  <a:gd name="T20" fmla="*/ 6 w 14"/>
                  <a:gd name="T21" fmla="*/ 6 h 14"/>
                  <a:gd name="T22" fmla="*/ 9 w 14"/>
                  <a:gd name="T23" fmla="*/ 4 h 14"/>
                  <a:gd name="T24" fmla="*/ 11 w 14"/>
                  <a:gd name="T25" fmla="*/ 3 h 14"/>
                  <a:gd name="T26" fmla="*/ 13 w 14"/>
                  <a:gd name="T27" fmla="*/ 4 h 14"/>
                  <a:gd name="T28" fmla="*/ 14 w 14"/>
                  <a:gd name="T29" fmla="*/ 6 h 14"/>
                  <a:gd name="T30" fmla="*/ 14 w 14"/>
                  <a:gd name="T31" fmla="*/ 8 h 14"/>
                  <a:gd name="T32" fmla="*/ 13 w 14"/>
                  <a:gd name="T33" fmla="*/ 11 h 14"/>
                  <a:gd name="T34" fmla="*/ 10 w 14"/>
                  <a:gd name="T35" fmla="*/ 14 h 14"/>
                  <a:gd name="T36" fmla="*/ 6 w 14"/>
                  <a:gd name="T37" fmla="*/ 13 h 14"/>
                  <a:gd name="T38" fmla="*/ 7 w 14"/>
                  <a:gd name="T39" fmla="*/ 11 h 14"/>
                  <a:gd name="T40" fmla="*/ 10 w 14"/>
                  <a:gd name="T41" fmla="*/ 11 h 14"/>
                  <a:gd name="T42" fmla="*/ 11 w 14"/>
                  <a:gd name="T43" fmla="*/ 10 h 14"/>
                  <a:gd name="T44" fmla="*/ 12 w 14"/>
                  <a:gd name="T45" fmla="*/ 8 h 14"/>
                  <a:gd name="T46" fmla="*/ 11 w 14"/>
                  <a:gd name="T47" fmla="*/ 6 h 14"/>
                  <a:gd name="T48" fmla="*/ 10 w 14"/>
                  <a:gd name="T49" fmla="*/ 6 h 14"/>
                  <a:gd name="T50" fmla="*/ 9 w 14"/>
                  <a:gd name="T51" fmla="*/ 7 h 14"/>
                  <a:gd name="T52" fmla="*/ 7 w 14"/>
                  <a:gd name="T53" fmla="*/ 8 h 14"/>
                  <a:gd name="T54" fmla="*/ 5 w 14"/>
                  <a:gd name="T55" fmla="*/ 10 h 14"/>
                  <a:gd name="T56" fmla="*/ 2 w 14"/>
                  <a:gd name="T57" fmla="*/ 9 h 14"/>
                  <a:gd name="T58" fmla="*/ 0 w 14"/>
                  <a:gd name="T59" fmla="*/ 8 h 14"/>
                  <a:gd name="T60" fmla="*/ 0 w 14"/>
                  <a:gd name="T61" fmla="*/ 6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4" h="14">
                    <a:moveTo>
                      <a:pt x="0" y="6"/>
                    </a:moveTo>
                    <a:cubicBezTo>
                      <a:pt x="0" y="5"/>
                      <a:pt x="1" y="4"/>
                      <a:pt x="1" y="3"/>
                    </a:cubicBezTo>
                    <a:cubicBezTo>
                      <a:pt x="2" y="2"/>
                      <a:pt x="3" y="1"/>
                      <a:pt x="4" y="1"/>
                    </a:cubicBezTo>
                    <a:cubicBezTo>
                      <a:pt x="5" y="0"/>
                      <a:pt x="7" y="1"/>
                      <a:pt x="8" y="1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3"/>
                      <a:pt x="5" y="3"/>
                      <a:pt x="5" y="3"/>
                    </a:cubicBezTo>
                    <a:cubicBezTo>
                      <a:pt x="4" y="4"/>
                      <a:pt x="4" y="4"/>
                      <a:pt x="3" y="5"/>
                    </a:cubicBezTo>
                    <a:cubicBezTo>
                      <a:pt x="3" y="5"/>
                      <a:pt x="2" y="6"/>
                      <a:pt x="3" y="6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3" y="7"/>
                      <a:pt x="4" y="7"/>
                      <a:pt x="4" y="7"/>
                    </a:cubicBezTo>
                    <a:cubicBezTo>
                      <a:pt x="4" y="7"/>
                      <a:pt x="5" y="7"/>
                      <a:pt x="6" y="6"/>
                    </a:cubicBezTo>
                    <a:cubicBezTo>
                      <a:pt x="7" y="5"/>
                      <a:pt x="8" y="4"/>
                      <a:pt x="9" y="4"/>
                    </a:cubicBezTo>
                    <a:cubicBezTo>
                      <a:pt x="9" y="4"/>
                      <a:pt x="10" y="3"/>
                      <a:pt x="11" y="3"/>
                    </a:cubicBezTo>
                    <a:cubicBezTo>
                      <a:pt x="11" y="3"/>
                      <a:pt x="12" y="4"/>
                      <a:pt x="13" y="4"/>
                    </a:cubicBezTo>
                    <a:cubicBezTo>
                      <a:pt x="13" y="5"/>
                      <a:pt x="14" y="5"/>
                      <a:pt x="14" y="6"/>
                    </a:cubicBezTo>
                    <a:cubicBezTo>
                      <a:pt x="14" y="7"/>
                      <a:pt x="14" y="7"/>
                      <a:pt x="14" y="8"/>
                    </a:cubicBezTo>
                    <a:cubicBezTo>
                      <a:pt x="14" y="9"/>
                      <a:pt x="14" y="10"/>
                      <a:pt x="13" y="11"/>
                    </a:cubicBezTo>
                    <a:cubicBezTo>
                      <a:pt x="12" y="12"/>
                      <a:pt x="11" y="13"/>
                      <a:pt x="10" y="14"/>
                    </a:cubicBezTo>
                    <a:cubicBezTo>
                      <a:pt x="9" y="14"/>
                      <a:pt x="7" y="14"/>
                      <a:pt x="6" y="13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8" y="11"/>
                      <a:pt x="9" y="11"/>
                      <a:pt x="10" y="11"/>
                    </a:cubicBezTo>
                    <a:cubicBezTo>
                      <a:pt x="10" y="11"/>
                      <a:pt x="11" y="10"/>
                      <a:pt x="11" y="10"/>
                    </a:cubicBezTo>
                    <a:cubicBezTo>
                      <a:pt x="12" y="9"/>
                      <a:pt x="12" y="8"/>
                      <a:pt x="12" y="8"/>
                    </a:cubicBezTo>
                    <a:cubicBezTo>
                      <a:pt x="12" y="7"/>
                      <a:pt x="12" y="7"/>
                      <a:pt x="11" y="6"/>
                    </a:cubicBezTo>
                    <a:cubicBezTo>
                      <a:pt x="11" y="6"/>
                      <a:pt x="11" y="6"/>
                      <a:pt x="10" y="6"/>
                    </a:cubicBezTo>
                    <a:cubicBezTo>
                      <a:pt x="10" y="6"/>
                      <a:pt x="10" y="6"/>
                      <a:pt x="9" y="7"/>
                    </a:cubicBezTo>
                    <a:cubicBezTo>
                      <a:pt x="9" y="7"/>
                      <a:pt x="8" y="7"/>
                      <a:pt x="7" y="8"/>
                    </a:cubicBezTo>
                    <a:cubicBezTo>
                      <a:pt x="6" y="9"/>
                      <a:pt x="5" y="10"/>
                      <a:pt x="5" y="10"/>
                    </a:cubicBezTo>
                    <a:cubicBezTo>
                      <a:pt x="4" y="10"/>
                      <a:pt x="3" y="10"/>
                      <a:pt x="2" y="9"/>
                    </a:cubicBezTo>
                    <a:cubicBezTo>
                      <a:pt x="1" y="9"/>
                      <a:pt x="1" y="9"/>
                      <a:pt x="0" y="8"/>
                    </a:cubicBezTo>
                    <a:cubicBezTo>
                      <a:pt x="0" y="7"/>
                      <a:pt x="0" y="7"/>
                      <a:pt x="0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íşļíḑè">
                <a:extLst>
                  <a:ext uri="{FF2B5EF4-FFF2-40B4-BE49-F238E27FC236}">
                    <a16:creationId xmlns:a16="http://schemas.microsoft.com/office/drawing/2014/main" id="{47A905E5-018C-47A3-9365-F9BA3A00BA5E}"/>
                  </a:ext>
                </a:extLst>
              </p:cNvPr>
              <p:cNvSpPr/>
              <p:nvPr/>
            </p:nvSpPr>
            <p:spPr bwMode="auto">
              <a:xfrm>
                <a:off x="5335588" y="3616326"/>
                <a:ext cx="60325" cy="52388"/>
              </a:xfrm>
              <a:custGeom>
                <a:avLst/>
                <a:gdLst>
                  <a:gd name="T0" fmla="*/ 12 w 18"/>
                  <a:gd name="T1" fmla="*/ 9 h 16"/>
                  <a:gd name="T2" fmla="*/ 10 w 18"/>
                  <a:gd name="T3" fmla="*/ 8 h 16"/>
                  <a:gd name="T4" fmla="*/ 9 w 18"/>
                  <a:gd name="T5" fmla="*/ 9 h 16"/>
                  <a:gd name="T6" fmla="*/ 8 w 18"/>
                  <a:gd name="T7" fmla="*/ 9 h 16"/>
                  <a:gd name="T8" fmla="*/ 8 w 18"/>
                  <a:gd name="T9" fmla="*/ 10 h 16"/>
                  <a:gd name="T10" fmla="*/ 12 w 18"/>
                  <a:gd name="T11" fmla="*/ 14 h 16"/>
                  <a:gd name="T12" fmla="*/ 10 w 18"/>
                  <a:gd name="T13" fmla="*/ 16 h 16"/>
                  <a:gd name="T14" fmla="*/ 0 w 18"/>
                  <a:gd name="T15" fmla="*/ 7 h 16"/>
                  <a:gd name="T16" fmla="*/ 4 w 18"/>
                  <a:gd name="T17" fmla="*/ 2 h 16"/>
                  <a:gd name="T18" fmla="*/ 6 w 18"/>
                  <a:gd name="T19" fmla="*/ 0 h 16"/>
                  <a:gd name="T20" fmla="*/ 8 w 18"/>
                  <a:gd name="T21" fmla="*/ 0 h 16"/>
                  <a:gd name="T22" fmla="*/ 10 w 18"/>
                  <a:gd name="T23" fmla="*/ 1 h 16"/>
                  <a:gd name="T24" fmla="*/ 12 w 18"/>
                  <a:gd name="T25" fmla="*/ 3 h 16"/>
                  <a:gd name="T26" fmla="*/ 11 w 18"/>
                  <a:gd name="T27" fmla="*/ 6 h 16"/>
                  <a:gd name="T28" fmla="*/ 12 w 18"/>
                  <a:gd name="T29" fmla="*/ 6 h 16"/>
                  <a:gd name="T30" fmla="*/ 15 w 18"/>
                  <a:gd name="T31" fmla="*/ 6 h 16"/>
                  <a:gd name="T32" fmla="*/ 18 w 18"/>
                  <a:gd name="T33" fmla="*/ 7 h 16"/>
                  <a:gd name="T34" fmla="*/ 16 w 18"/>
                  <a:gd name="T35" fmla="*/ 9 h 16"/>
                  <a:gd name="T36" fmla="*/ 12 w 18"/>
                  <a:gd name="T37" fmla="*/ 9 h 16"/>
                  <a:gd name="T38" fmla="*/ 9 w 18"/>
                  <a:gd name="T39" fmla="*/ 5 h 16"/>
                  <a:gd name="T40" fmla="*/ 9 w 18"/>
                  <a:gd name="T41" fmla="*/ 4 h 16"/>
                  <a:gd name="T42" fmla="*/ 8 w 18"/>
                  <a:gd name="T43" fmla="*/ 3 h 16"/>
                  <a:gd name="T44" fmla="*/ 7 w 18"/>
                  <a:gd name="T45" fmla="*/ 3 h 16"/>
                  <a:gd name="T46" fmla="*/ 6 w 18"/>
                  <a:gd name="T47" fmla="*/ 3 h 16"/>
                  <a:gd name="T48" fmla="*/ 5 w 18"/>
                  <a:gd name="T49" fmla="*/ 5 h 16"/>
                  <a:gd name="T50" fmla="*/ 3 w 18"/>
                  <a:gd name="T51" fmla="*/ 6 h 16"/>
                  <a:gd name="T52" fmla="*/ 6 w 18"/>
                  <a:gd name="T53" fmla="*/ 8 h 16"/>
                  <a:gd name="T54" fmla="*/ 7 w 18"/>
                  <a:gd name="T55" fmla="*/ 7 h 16"/>
                  <a:gd name="T56" fmla="*/ 9 w 18"/>
                  <a:gd name="T57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" h="16">
                    <a:moveTo>
                      <a:pt x="12" y="9"/>
                    </a:moveTo>
                    <a:cubicBezTo>
                      <a:pt x="11" y="8"/>
                      <a:pt x="10" y="8"/>
                      <a:pt x="10" y="8"/>
                    </a:cubicBezTo>
                    <a:cubicBezTo>
                      <a:pt x="10" y="8"/>
                      <a:pt x="9" y="8"/>
                      <a:pt x="9" y="9"/>
                    </a:cubicBezTo>
                    <a:cubicBezTo>
                      <a:pt x="9" y="9"/>
                      <a:pt x="8" y="9"/>
                      <a:pt x="8" y="9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12" y="14"/>
                      <a:pt x="12" y="14"/>
                      <a:pt x="12" y="14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1"/>
                      <a:pt x="6" y="1"/>
                      <a:pt x="6" y="0"/>
                    </a:cubicBezTo>
                    <a:cubicBezTo>
                      <a:pt x="7" y="0"/>
                      <a:pt x="8" y="0"/>
                      <a:pt x="8" y="0"/>
                    </a:cubicBezTo>
                    <a:cubicBezTo>
                      <a:pt x="9" y="0"/>
                      <a:pt x="10" y="1"/>
                      <a:pt x="10" y="1"/>
                    </a:cubicBezTo>
                    <a:cubicBezTo>
                      <a:pt x="11" y="2"/>
                      <a:pt x="11" y="3"/>
                      <a:pt x="12" y="3"/>
                    </a:cubicBezTo>
                    <a:cubicBezTo>
                      <a:pt x="12" y="4"/>
                      <a:pt x="11" y="5"/>
                      <a:pt x="11" y="6"/>
                    </a:cubicBezTo>
                    <a:cubicBezTo>
                      <a:pt x="11" y="6"/>
                      <a:pt x="12" y="6"/>
                      <a:pt x="12" y="6"/>
                    </a:cubicBezTo>
                    <a:cubicBezTo>
                      <a:pt x="13" y="6"/>
                      <a:pt x="14" y="6"/>
                      <a:pt x="15" y="6"/>
                    </a:cubicBezTo>
                    <a:cubicBezTo>
                      <a:pt x="18" y="7"/>
                      <a:pt x="18" y="7"/>
                      <a:pt x="18" y="7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2" y="9"/>
                      <a:pt x="12" y="9"/>
                      <a:pt x="12" y="9"/>
                    </a:cubicBezTo>
                    <a:close/>
                    <a:moveTo>
                      <a:pt x="9" y="5"/>
                    </a:moveTo>
                    <a:cubicBezTo>
                      <a:pt x="9" y="5"/>
                      <a:pt x="9" y="4"/>
                      <a:pt x="9" y="4"/>
                    </a:cubicBezTo>
                    <a:cubicBezTo>
                      <a:pt x="9" y="4"/>
                      <a:pt x="9" y="4"/>
                      <a:pt x="8" y="3"/>
                    </a:cubicBezTo>
                    <a:cubicBezTo>
                      <a:pt x="8" y="3"/>
                      <a:pt x="8" y="3"/>
                      <a:pt x="7" y="3"/>
                    </a:cubicBezTo>
                    <a:cubicBezTo>
                      <a:pt x="7" y="3"/>
                      <a:pt x="7" y="3"/>
                      <a:pt x="6" y="3"/>
                    </a:cubicBez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8" y="6"/>
                      <a:pt x="9" y="5"/>
                      <a:pt x="9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2" name="î$1îḋé">
                <a:extLst>
                  <a:ext uri="{FF2B5EF4-FFF2-40B4-BE49-F238E27FC236}">
                    <a16:creationId xmlns:a16="http://schemas.microsoft.com/office/drawing/2014/main" id="{B3C50769-1FD6-4599-9F0F-E27B386FCB4E}"/>
                  </a:ext>
                </a:extLst>
              </p:cNvPr>
              <p:cNvSpPr/>
              <p:nvPr/>
            </p:nvSpPr>
            <p:spPr bwMode="auto">
              <a:xfrm>
                <a:off x="5302250" y="3641726"/>
                <a:ext cx="57150" cy="57150"/>
              </a:xfrm>
              <a:custGeom>
                <a:avLst/>
                <a:gdLst>
                  <a:gd name="T0" fmla="*/ 19 w 36"/>
                  <a:gd name="T1" fmla="*/ 36 h 36"/>
                  <a:gd name="T2" fmla="*/ 0 w 36"/>
                  <a:gd name="T3" fmla="*/ 15 h 36"/>
                  <a:gd name="T4" fmla="*/ 17 w 36"/>
                  <a:gd name="T5" fmla="*/ 0 h 36"/>
                  <a:gd name="T6" fmla="*/ 19 w 36"/>
                  <a:gd name="T7" fmla="*/ 5 h 36"/>
                  <a:gd name="T8" fmla="*/ 9 w 36"/>
                  <a:gd name="T9" fmla="*/ 15 h 36"/>
                  <a:gd name="T10" fmla="*/ 13 w 36"/>
                  <a:gd name="T11" fmla="*/ 19 h 36"/>
                  <a:gd name="T12" fmla="*/ 23 w 36"/>
                  <a:gd name="T13" fmla="*/ 11 h 36"/>
                  <a:gd name="T14" fmla="*/ 25 w 36"/>
                  <a:gd name="T15" fmla="*/ 15 h 36"/>
                  <a:gd name="T16" fmla="*/ 15 w 36"/>
                  <a:gd name="T17" fmla="*/ 24 h 36"/>
                  <a:gd name="T18" fmla="*/ 19 w 36"/>
                  <a:gd name="T19" fmla="*/ 30 h 36"/>
                  <a:gd name="T20" fmla="*/ 31 w 36"/>
                  <a:gd name="T21" fmla="*/ 19 h 36"/>
                  <a:gd name="T22" fmla="*/ 36 w 36"/>
                  <a:gd name="T23" fmla="*/ 24 h 36"/>
                  <a:gd name="T24" fmla="*/ 19 w 36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" h="36">
                    <a:moveTo>
                      <a:pt x="19" y="36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19" y="5"/>
                    </a:lnTo>
                    <a:lnTo>
                      <a:pt x="9" y="15"/>
                    </a:lnTo>
                    <a:lnTo>
                      <a:pt x="13" y="19"/>
                    </a:lnTo>
                    <a:lnTo>
                      <a:pt x="23" y="11"/>
                    </a:lnTo>
                    <a:lnTo>
                      <a:pt x="25" y="15"/>
                    </a:lnTo>
                    <a:lnTo>
                      <a:pt x="15" y="24"/>
                    </a:lnTo>
                    <a:lnTo>
                      <a:pt x="19" y="30"/>
                    </a:lnTo>
                    <a:lnTo>
                      <a:pt x="31" y="19"/>
                    </a:lnTo>
                    <a:lnTo>
                      <a:pt x="36" y="24"/>
                    </a:lnTo>
                    <a:lnTo>
                      <a:pt x="19" y="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3" name="isļiḋê">
                <a:extLst>
                  <a:ext uri="{FF2B5EF4-FFF2-40B4-BE49-F238E27FC236}">
                    <a16:creationId xmlns:a16="http://schemas.microsoft.com/office/drawing/2014/main" id="{DF39C0CD-F391-4B36-8104-CF10B1316DDB}"/>
                  </a:ext>
                </a:extLst>
              </p:cNvPr>
              <p:cNvSpPr/>
              <p:nvPr/>
            </p:nvSpPr>
            <p:spPr bwMode="auto">
              <a:xfrm>
                <a:off x="5262563" y="3665538"/>
                <a:ext cx="46038" cy="53975"/>
              </a:xfrm>
              <a:custGeom>
                <a:avLst/>
                <a:gdLst>
                  <a:gd name="T0" fmla="*/ 23 w 29"/>
                  <a:gd name="T1" fmla="*/ 0 h 34"/>
                  <a:gd name="T2" fmla="*/ 29 w 29"/>
                  <a:gd name="T3" fmla="*/ 30 h 34"/>
                  <a:gd name="T4" fmla="*/ 23 w 29"/>
                  <a:gd name="T5" fmla="*/ 34 h 34"/>
                  <a:gd name="T6" fmla="*/ 0 w 29"/>
                  <a:gd name="T7" fmla="*/ 15 h 34"/>
                  <a:gd name="T8" fmla="*/ 7 w 29"/>
                  <a:gd name="T9" fmla="*/ 11 h 34"/>
                  <a:gd name="T10" fmla="*/ 23 w 29"/>
                  <a:gd name="T11" fmla="*/ 25 h 34"/>
                  <a:gd name="T12" fmla="*/ 19 w 29"/>
                  <a:gd name="T13" fmla="*/ 4 h 34"/>
                  <a:gd name="T14" fmla="*/ 23 w 29"/>
                  <a:gd name="T15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9" h="34">
                    <a:moveTo>
                      <a:pt x="23" y="0"/>
                    </a:moveTo>
                    <a:lnTo>
                      <a:pt x="29" y="30"/>
                    </a:lnTo>
                    <a:lnTo>
                      <a:pt x="23" y="34"/>
                    </a:lnTo>
                    <a:lnTo>
                      <a:pt x="0" y="15"/>
                    </a:lnTo>
                    <a:lnTo>
                      <a:pt x="7" y="11"/>
                    </a:lnTo>
                    <a:lnTo>
                      <a:pt x="23" y="25"/>
                    </a:lnTo>
                    <a:lnTo>
                      <a:pt x="19" y="4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4" name="íşḷíďè">
                <a:extLst>
                  <a:ext uri="{FF2B5EF4-FFF2-40B4-BE49-F238E27FC236}">
                    <a16:creationId xmlns:a16="http://schemas.microsoft.com/office/drawing/2014/main" id="{E3313441-9841-486D-9E6A-3820D270968E}"/>
                  </a:ext>
                </a:extLst>
              </p:cNvPr>
              <p:cNvSpPr/>
              <p:nvPr/>
            </p:nvSpPr>
            <p:spPr bwMode="auto">
              <a:xfrm>
                <a:off x="5249863" y="3689351"/>
                <a:ext cx="26988" cy="42863"/>
              </a:xfrm>
              <a:custGeom>
                <a:avLst/>
                <a:gdLst>
                  <a:gd name="T0" fmla="*/ 17 w 17"/>
                  <a:gd name="T1" fmla="*/ 25 h 27"/>
                  <a:gd name="T2" fmla="*/ 12 w 17"/>
                  <a:gd name="T3" fmla="*/ 27 h 27"/>
                  <a:gd name="T4" fmla="*/ 0 w 17"/>
                  <a:gd name="T5" fmla="*/ 2 h 27"/>
                  <a:gd name="T6" fmla="*/ 6 w 17"/>
                  <a:gd name="T7" fmla="*/ 0 h 27"/>
                  <a:gd name="T8" fmla="*/ 17 w 17"/>
                  <a:gd name="T9" fmla="*/ 2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7">
                    <a:moveTo>
                      <a:pt x="17" y="25"/>
                    </a:moveTo>
                    <a:lnTo>
                      <a:pt x="12" y="27"/>
                    </a:lnTo>
                    <a:lnTo>
                      <a:pt x="0" y="2"/>
                    </a:lnTo>
                    <a:lnTo>
                      <a:pt x="6" y="0"/>
                    </a:lnTo>
                    <a:lnTo>
                      <a:pt x="17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5" name="ïṩľíḓê">
                <a:extLst>
                  <a:ext uri="{FF2B5EF4-FFF2-40B4-BE49-F238E27FC236}">
                    <a16:creationId xmlns:a16="http://schemas.microsoft.com/office/drawing/2014/main" id="{F55D3F91-D03F-475E-BCF7-B3EEAC951C17}"/>
                  </a:ext>
                </a:extLst>
              </p:cNvPr>
              <p:cNvSpPr/>
              <p:nvPr/>
            </p:nvSpPr>
            <p:spPr bwMode="auto">
              <a:xfrm>
                <a:off x="5207000" y="3695701"/>
                <a:ext cx="46038" cy="53975"/>
              </a:xfrm>
              <a:custGeom>
                <a:avLst/>
                <a:gdLst>
                  <a:gd name="T0" fmla="*/ 23 w 29"/>
                  <a:gd name="T1" fmla="*/ 0 h 34"/>
                  <a:gd name="T2" fmla="*/ 29 w 29"/>
                  <a:gd name="T3" fmla="*/ 27 h 34"/>
                  <a:gd name="T4" fmla="*/ 25 w 29"/>
                  <a:gd name="T5" fmla="*/ 29 h 34"/>
                  <a:gd name="T6" fmla="*/ 8 w 29"/>
                  <a:gd name="T7" fmla="*/ 15 h 34"/>
                  <a:gd name="T8" fmla="*/ 12 w 29"/>
                  <a:gd name="T9" fmla="*/ 32 h 34"/>
                  <a:gd name="T10" fmla="*/ 8 w 29"/>
                  <a:gd name="T11" fmla="*/ 34 h 34"/>
                  <a:gd name="T12" fmla="*/ 0 w 29"/>
                  <a:gd name="T13" fmla="*/ 6 h 34"/>
                  <a:gd name="T14" fmla="*/ 6 w 29"/>
                  <a:gd name="T15" fmla="*/ 4 h 34"/>
                  <a:gd name="T16" fmla="*/ 23 w 29"/>
                  <a:gd name="T17" fmla="*/ 19 h 34"/>
                  <a:gd name="T18" fmla="*/ 17 w 29"/>
                  <a:gd name="T19" fmla="*/ 2 h 34"/>
                  <a:gd name="T20" fmla="*/ 23 w 29"/>
                  <a:gd name="T21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9" h="34">
                    <a:moveTo>
                      <a:pt x="23" y="0"/>
                    </a:moveTo>
                    <a:lnTo>
                      <a:pt x="29" y="27"/>
                    </a:lnTo>
                    <a:lnTo>
                      <a:pt x="25" y="29"/>
                    </a:lnTo>
                    <a:lnTo>
                      <a:pt x="8" y="15"/>
                    </a:lnTo>
                    <a:lnTo>
                      <a:pt x="12" y="32"/>
                    </a:lnTo>
                    <a:lnTo>
                      <a:pt x="8" y="34"/>
                    </a:lnTo>
                    <a:lnTo>
                      <a:pt x="0" y="6"/>
                    </a:lnTo>
                    <a:lnTo>
                      <a:pt x="6" y="4"/>
                    </a:lnTo>
                    <a:lnTo>
                      <a:pt x="23" y="19"/>
                    </a:lnTo>
                    <a:lnTo>
                      <a:pt x="17" y="2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6" name="íšlïḑe">
                <a:extLst>
                  <a:ext uri="{FF2B5EF4-FFF2-40B4-BE49-F238E27FC236}">
                    <a16:creationId xmlns:a16="http://schemas.microsoft.com/office/drawing/2014/main" id="{63DA53E3-4A5C-4ECF-A17F-7855ECDFA9E2}"/>
                  </a:ext>
                </a:extLst>
              </p:cNvPr>
              <p:cNvSpPr/>
              <p:nvPr/>
            </p:nvSpPr>
            <p:spPr bwMode="auto">
              <a:xfrm>
                <a:off x="5164138" y="3705226"/>
                <a:ext cx="36513" cy="50800"/>
              </a:xfrm>
              <a:custGeom>
                <a:avLst/>
                <a:gdLst>
                  <a:gd name="T0" fmla="*/ 9 w 11"/>
                  <a:gd name="T1" fmla="*/ 8 h 15"/>
                  <a:gd name="T2" fmla="*/ 8 w 11"/>
                  <a:gd name="T3" fmla="*/ 1 h 15"/>
                  <a:gd name="T4" fmla="*/ 11 w 11"/>
                  <a:gd name="T5" fmla="*/ 0 h 15"/>
                  <a:gd name="T6" fmla="*/ 11 w 11"/>
                  <a:gd name="T7" fmla="*/ 7 h 15"/>
                  <a:gd name="T8" fmla="*/ 11 w 11"/>
                  <a:gd name="T9" fmla="*/ 11 h 15"/>
                  <a:gd name="T10" fmla="*/ 11 w 11"/>
                  <a:gd name="T11" fmla="*/ 13 h 15"/>
                  <a:gd name="T12" fmla="*/ 9 w 11"/>
                  <a:gd name="T13" fmla="*/ 14 h 15"/>
                  <a:gd name="T14" fmla="*/ 7 w 11"/>
                  <a:gd name="T15" fmla="*/ 14 h 15"/>
                  <a:gd name="T16" fmla="*/ 4 w 11"/>
                  <a:gd name="T17" fmla="*/ 14 h 15"/>
                  <a:gd name="T18" fmla="*/ 2 w 11"/>
                  <a:gd name="T19" fmla="*/ 13 h 15"/>
                  <a:gd name="T20" fmla="*/ 1 w 11"/>
                  <a:gd name="T21" fmla="*/ 12 h 15"/>
                  <a:gd name="T22" fmla="*/ 1 w 11"/>
                  <a:gd name="T23" fmla="*/ 8 h 15"/>
                  <a:gd name="T24" fmla="*/ 0 w 11"/>
                  <a:gd name="T25" fmla="*/ 1 h 15"/>
                  <a:gd name="T26" fmla="*/ 3 w 11"/>
                  <a:gd name="T27" fmla="*/ 1 h 15"/>
                  <a:gd name="T28" fmla="*/ 3 w 11"/>
                  <a:gd name="T29" fmla="*/ 8 h 15"/>
                  <a:gd name="T30" fmla="*/ 4 w 11"/>
                  <a:gd name="T31" fmla="*/ 11 h 15"/>
                  <a:gd name="T32" fmla="*/ 4 w 11"/>
                  <a:gd name="T33" fmla="*/ 12 h 15"/>
                  <a:gd name="T34" fmla="*/ 6 w 11"/>
                  <a:gd name="T35" fmla="*/ 12 h 15"/>
                  <a:gd name="T36" fmla="*/ 8 w 11"/>
                  <a:gd name="T37" fmla="*/ 12 h 15"/>
                  <a:gd name="T38" fmla="*/ 9 w 11"/>
                  <a:gd name="T39" fmla="*/ 10 h 15"/>
                  <a:gd name="T40" fmla="*/ 9 w 11"/>
                  <a:gd name="T41" fmla="*/ 8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1" h="15">
                    <a:moveTo>
                      <a:pt x="9" y="8"/>
                    </a:moveTo>
                    <a:cubicBezTo>
                      <a:pt x="8" y="1"/>
                      <a:pt x="8" y="1"/>
                      <a:pt x="8" y="1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11" y="10"/>
                      <a:pt x="11" y="11"/>
                    </a:cubicBezTo>
                    <a:cubicBezTo>
                      <a:pt x="11" y="12"/>
                      <a:pt x="11" y="12"/>
                      <a:pt x="11" y="13"/>
                    </a:cubicBezTo>
                    <a:cubicBezTo>
                      <a:pt x="10" y="13"/>
                      <a:pt x="10" y="14"/>
                      <a:pt x="9" y="14"/>
                    </a:cubicBezTo>
                    <a:cubicBezTo>
                      <a:pt x="9" y="14"/>
                      <a:pt x="8" y="14"/>
                      <a:pt x="7" y="14"/>
                    </a:cubicBezTo>
                    <a:cubicBezTo>
                      <a:pt x="5" y="15"/>
                      <a:pt x="4" y="15"/>
                      <a:pt x="4" y="14"/>
                    </a:cubicBezTo>
                    <a:cubicBezTo>
                      <a:pt x="3" y="14"/>
                      <a:pt x="2" y="14"/>
                      <a:pt x="2" y="13"/>
                    </a:cubicBezTo>
                    <a:cubicBezTo>
                      <a:pt x="2" y="13"/>
                      <a:pt x="1" y="12"/>
                      <a:pt x="1" y="12"/>
                    </a:cubicBezTo>
                    <a:cubicBezTo>
                      <a:pt x="1" y="11"/>
                      <a:pt x="1" y="10"/>
                      <a:pt x="1" y="8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3" y="9"/>
                      <a:pt x="3" y="10"/>
                      <a:pt x="4" y="11"/>
                    </a:cubicBezTo>
                    <a:cubicBezTo>
                      <a:pt x="4" y="11"/>
                      <a:pt x="4" y="12"/>
                      <a:pt x="4" y="12"/>
                    </a:cubicBezTo>
                    <a:cubicBezTo>
                      <a:pt x="5" y="12"/>
                      <a:pt x="6" y="12"/>
                      <a:pt x="6" y="12"/>
                    </a:cubicBezTo>
                    <a:cubicBezTo>
                      <a:pt x="7" y="12"/>
                      <a:pt x="8" y="12"/>
                      <a:pt x="8" y="12"/>
                    </a:cubicBezTo>
                    <a:cubicBezTo>
                      <a:pt x="8" y="11"/>
                      <a:pt x="9" y="11"/>
                      <a:pt x="9" y="10"/>
                    </a:cubicBezTo>
                    <a:cubicBezTo>
                      <a:pt x="9" y="10"/>
                      <a:pt x="9" y="9"/>
                      <a:pt x="9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7" name="iṥļïḓê">
                <a:extLst>
                  <a:ext uri="{FF2B5EF4-FFF2-40B4-BE49-F238E27FC236}">
                    <a16:creationId xmlns:a16="http://schemas.microsoft.com/office/drawing/2014/main" id="{BBFF4709-8B5F-4C3A-A192-3FB0E46EF4CC}"/>
                  </a:ext>
                </a:extLst>
              </p:cNvPr>
              <p:cNvSpPr/>
              <p:nvPr/>
            </p:nvSpPr>
            <p:spPr bwMode="auto">
              <a:xfrm>
                <a:off x="5091113" y="3705226"/>
                <a:ext cx="42863" cy="47625"/>
              </a:xfrm>
              <a:custGeom>
                <a:avLst/>
                <a:gdLst>
                  <a:gd name="T0" fmla="*/ 9 w 13"/>
                  <a:gd name="T1" fmla="*/ 11 h 14"/>
                  <a:gd name="T2" fmla="*/ 10 w 13"/>
                  <a:gd name="T3" fmla="*/ 9 h 14"/>
                  <a:gd name="T4" fmla="*/ 7 w 13"/>
                  <a:gd name="T5" fmla="*/ 9 h 14"/>
                  <a:gd name="T6" fmla="*/ 7 w 13"/>
                  <a:gd name="T7" fmla="*/ 6 h 14"/>
                  <a:gd name="T8" fmla="*/ 13 w 13"/>
                  <a:gd name="T9" fmla="*/ 7 h 14"/>
                  <a:gd name="T10" fmla="*/ 12 w 13"/>
                  <a:gd name="T11" fmla="*/ 13 h 14"/>
                  <a:gd name="T12" fmla="*/ 9 w 13"/>
                  <a:gd name="T13" fmla="*/ 14 h 14"/>
                  <a:gd name="T14" fmla="*/ 6 w 13"/>
                  <a:gd name="T15" fmla="*/ 14 h 14"/>
                  <a:gd name="T16" fmla="*/ 2 w 13"/>
                  <a:gd name="T17" fmla="*/ 12 h 14"/>
                  <a:gd name="T18" fmla="*/ 0 w 13"/>
                  <a:gd name="T19" fmla="*/ 9 h 14"/>
                  <a:gd name="T20" fmla="*/ 0 w 13"/>
                  <a:gd name="T21" fmla="*/ 6 h 14"/>
                  <a:gd name="T22" fmla="*/ 2 w 13"/>
                  <a:gd name="T23" fmla="*/ 2 h 14"/>
                  <a:gd name="T24" fmla="*/ 5 w 13"/>
                  <a:gd name="T25" fmla="*/ 0 h 14"/>
                  <a:gd name="T26" fmla="*/ 8 w 13"/>
                  <a:gd name="T27" fmla="*/ 0 h 14"/>
                  <a:gd name="T28" fmla="*/ 12 w 13"/>
                  <a:gd name="T29" fmla="*/ 2 h 14"/>
                  <a:gd name="T30" fmla="*/ 13 w 13"/>
                  <a:gd name="T31" fmla="*/ 5 h 14"/>
                  <a:gd name="T32" fmla="*/ 10 w 13"/>
                  <a:gd name="T33" fmla="*/ 5 h 14"/>
                  <a:gd name="T34" fmla="*/ 9 w 13"/>
                  <a:gd name="T35" fmla="*/ 3 h 14"/>
                  <a:gd name="T36" fmla="*/ 8 w 13"/>
                  <a:gd name="T37" fmla="*/ 2 h 14"/>
                  <a:gd name="T38" fmla="*/ 5 w 13"/>
                  <a:gd name="T39" fmla="*/ 3 h 14"/>
                  <a:gd name="T40" fmla="*/ 3 w 13"/>
                  <a:gd name="T41" fmla="*/ 6 h 14"/>
                  <a:gd name="T42" fmla="*/ 4 w 13"/>
                  <a:gd name="T43" fmla="*/ 10 h 14"/>
                  <a:gd name="T44" fmla="*/ 6 w 13"/>
                  <a:gd name="T45" fmla="*/ 11 h 14"/>
                  <a:gd name="T46" fmla="*/ 8 w 13"/>
                  <a:gd name="T47" fmla="*/ 11 h 14"/>
                  <a:gd name="T48" fmla="*/ 9 w 13"/>
                  <a:gd name="T49" fmla="*/ 11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3" h="14">
                    <a:moveTo>
                      <a:pt x="9" y="11"/>
                    </a:moveTo>
                    <a:cubicBezTo>
                      <a:pt x="10" y="9"/>
                      <a:pt x="10" y="9"/>
                      <a:pt x="10" y="9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13"/>
                      <a:pt x="12" y="13"/>
                      <a:pt x="12" y="13"/>
                    </a:cubicBezTo>
                    <a:cubicBezTo>
                      <a:pt x="11" y="13"/>
                      <a:pt x="10" y="13"/>
                      <a:pt x="9" y="14"/>
                    </a:cubicBezTo>
                    <a:cubicBezTo>
                      <a:pt x="8" y="14"/>
                      <a:pt x="7" y="14"/>
                      <a:pt x="6" y="14"/>
                    </a:cubicBezTo>
                    <a:cubicBezTo>
                      <a:pt x="5" y="14"/>
                      <a:pt x="3" y="13"/>
                      <a:pt x="2" y="12"/>
                    </a:cubicBezTo>
                    <a:cubicBezTo>
                      <a:pt x="1" y="12"/>
                      <a:pt x="1" y="11"/>
                      <a:pt x="0" y="9"/>
                    </a:cubicBezTo>
                    <a:cubicBezTo>
                      <a:pt x="0" y="8"/>
                      <a:pt x="0" y="7"/>
                      <a:pt x="0" y="6"/>
                    </a:cubicBezTo>
                    <a:cubicBezTo>
                      <a:pt x="0" y="4"/>
                      <a:pt x="1" y="3"/>
                      <a:pt x="2" y="2"/>
                    </a:cubicBezTo>
                    <a:cubicBezTo>
                      <a:pt x="2" y="1"/>
                      <a:pt x="3" y="1"/>
                      <a:pt x="5" y="0"/>
                    </a:cubicBezTo>
                    <a:cubicBezTo>
                      <a:pt x="6" y="0"/>
                      <a:pt x="7" y="0"/>
                      <a:pt x="8" y="0"/>
                    </a:cubicBezTo>
                    <a:cubicBezTo>
                      <a:pt x="10" y="0"/>
                      <a:pt x="11" y="1"/>
                      <a:pt x="12" y="2"/>
                    </a:cubicBezTo>
                    <a:cubicBezTo>
                      <a:pt x="13" y="2"/>
                      <a:pt x="13" y="3"/>
                      <a:pt x="13" y="5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0" y="4"/>
                      <a:pt x="10" y="4"/>
                      <a:pt x="9" y="3"/>
                    </a:cubicBezTo>
                    <a:cubicBezTo>
                      <a:pt x="9" y="3"/>
                      <a:pt x="8" y="2"/>
                      <a:pt x="8" y="2"/>
                    </a:cubicBezTo>
                    <a:cubicBezTo>
                      <a:pt x="6" y="2"/>
                      <a:pt x="5" y="2"/>
                      <a:pt x="5" y="3"/>
                    </a:cubicBezTo>
                    <a:cubicBezTo>
                      <a:pt x="4" y="4"/>
                      <a:pt x="3" y="5"/>
                      <a:pt x="3" y="6"/>
                    </a:cubicBezTo>
                    <a:cubicBezTo>
                      <a:pt x="3" y="8"/>
                      <a:pt x="3" y="9"/>
                      <a:pt x="4" y="10"/>
                    </a:cubicBezTo>
                    <a:cubicBezTo>
                      <a:pt x="4" y="11"/>
                      <a:pt x="5" y="11"/>
                      <a:pt x="6" y="11"/>
                    </a:cubicBezTo>
                    <a:cubicBezTo>
                      <a:pt x="7" y="12"/>
                      <a:pt x="7" y="12"/>
                      <a:pt x="8" y="11"/>
                    </a:cubicBezTo>
                    <a:cubicBezTo>
                      <a:pt x="9" y="11"/>
                      <a:pt x="9" y="11"/>
                      <a:pt x="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8" name="îṩḷïḓè">
                <a:extLst>
                  <a:ext uri="{FF2B5EF4-FFF2-40B4-BE49-F238E27FC236}">
                    <a16:creationId xmlns:a16="http://schemas.microsoft.com/office/drawing/2014/main" id="{707FA54D-B4C7-497E-97AC-7EE62AA17D29}"/>
                  </a:ext>
                </a:extLst>
              </p:cNvPr>
              <p:cNvSpPr/>
              <p:nvPr/>
            </p:nvSpPr>
            <p:spPr bwMode="auto">
              <a:xfrm>
                <a:off x="5038725" y="3689351"/>
                <a:ext cx="49213" cy="52388"/>
              </a:xfrm>
              <a:custGeom>
                <a:avLst/>
                <a:gdLst>
                  <a:gd name="T0" fmla="*/ 21 w 31"/>
                  <a:gd name="T1" fmla="*/ 23 h 33"/>
                  <a:gd name="T2" fmla="*/ 27 w 31"/>
                  <a:gd name="T3" fmla="*/ 6 h 33"/>
                  <a:gd name="T4" fmla="*/ 31 w 31"/>
                  <a:gd name="T5" fmla="*/ 8 h 33"/>
                  <a:gd name="T6" fmla="*/ 23 w 31"/>
                  <a:gd name="T7" fmla="*/ 33 h 33"/>
                  <a:gd name="T8" fmla="*/ 16 w 31"/>
                  <a:gd name="T9" fmla="*/ 31 h 33"/>
                  <a:gd name="T10" fmla="*/ 12 w 31"/>
                  <a:gd name="T11" fmla="*/ 10 h 33"/>
                  <a:gd name="T12" fmla="*/ 6 w 31"/>
                  <a:gd name="T13" fmla="*/ 29 h 33"/>
                  <a:gd name="T14" fmla="*/ 0 w 31"/>
                  <a:gd name="T15" fmla="*/ 27 h 33"/>
                  <a:gd name="T16" fmla="*/ 10 w 31"/>
                  <a:gd name="T17" fmla="*/ 0 h 33"/>
                  <a:gd name="T18" fmla="*/ 14 w 31"/>
                  <a:gd name="T19" fmla="*/ 2 h 33"/>
                  <a:gd name="T20" fmla="*/ 21 w 31"/>
                  <a:gd name="T21" fmla="*/ 2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1" h="33">
                    <a:moveTo>
                      <a:pt x="21" y="23"/>
                    </a:moveTo>
                    <a:lnTo>
                      <a:pt x="27" y="6"/>
                    </a:lnTo>
                    <a:lnTo>
                      <a:pt x="31" y="8"/>
                    </a:lnTo>
                    <a:lnTo>
                      <a:pt x="23" y="33"/>
                    </a:lnTo>
                    <a:lnTo>
                      <a:pt x="16" y="31"/>
                    </a:lnTo>
                    <a:lnTo>
                      <a:pt x="12" y="10"/>
                    </a:lnTo>
                    <a:lnTo>
                      <a:pt x="6" y="29"/>
                    </a:lnTo>
                    <a:lnTo>
                      <a:pt x="0" y="27"/>
                    </a:lnTo>
                    <a:lnTo>
                      <a:pt x="10" y="0"/>
                    </a:lnTo>
                    <a:lnTo>
                      <a:pt x="14" y="2"/>
                    </a:lnTo>
                    <a:lnTo>
                      <a:pt x="21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9" name="ïśḻïdê">
                <a:extLst>
                  <a:ext uri="{FF2B5EF4-FFF2-40B4-BE49-F238E27FC236}">
                    <a16:creationId xmlns:a16="http://schemas.microsoft.com/office/drawing/2014/main" id="{72C9BFF9-DB34-4164-93D9-EA9400969614}"/>
                  </a:ext>
                </a:extLst>
              </p:cNvPr>
              <p:cNvSpPr/>
              <p:nvPr/>
            </p:nvSpPr>
            <p:spPr bwMode="auto">
              <a:xfrm>
                <a:off x="4995863" y="3671888"/>
                <a:ext cx="46038" cy="47625"/>
              </a:xfrm>
              <a:custGeom>
                <a:avLst/>
                <a:gdLst>
                  <a:gd name="T0" fmla="*/ 6 w 14"/>
                  <a:gd name="T1" fmla="*/ 3 h 14"/>
                  <a:gd name="T2" fmla="*/ 4 w 14"/>
                  <a:gd name="T3" fmla="*/ 5 h 14"/>
                  <a:gd name="T4" fmla="*/ 3 w 14"/>
                  <a:gd name="T5" fmla="*/ 9 h 14"/>
                  <a:gd name="T6" fmla="*/ 5 w 14"/>
                  <a:gd name="T7" fmla="*/ 11 h 14"/>
                  <a:gd name="T8" fmla="*/ 7 w 14"/>
                  <a:gd name="T9" fmla="*/ 11 h 14"/>
                  <a:gd name="T10" fmla="*/ 10 w 14"/>
                  <a:gd name="T11" fmla="*/ 9 h 14"/>
                  <a:gd name="T12" fmla="*/ 11 w 14"/>
                  <a:gd name="T13" fmla="*/ 6 h 14"/>
                  <a:gd name="T14" fmla="*/ 9 w 14"/>
                  <a:gd name="T15" fmla="*/ 3 h 14"/>
                  <a:gd name="T16" fmla="*/ 6 w 14"/>
                  <a:gd name="T17" fmla="*/ 3 h 14"/>
                  <a:gd name="T18" fmla="*/ 8 w 14"/>
                  <a:gd name="T19" fmla="*/ 14 h 14"/>
                  <a:gd name="T20" fmla="*/ 3 w 14"/>
                  <a:gd name="T21" fmla="*/ 13 h 14"/>
                  <a:gd name="T22" fmla="*/ 0 w 14"/>
                  <a:gd name="T23" fmla="*/ 9 h 14"/>
                  <a:gd name="T24" fmla="*/ 1 w 14"/>
                  <a:gd name="T25" fmla="*/ 4 h 14"/>
                  <a:gd name="T26" fmla="*/ 4 w 14"/>
                  <a:gd name="T27" fmla="*/ 1 h 14"/>
                  <a:gd name="T28" fmla="*/ 6 w 14"/>
                  <a:gd name="T29" fmla="*/ 0 h 14"/>
                  <a:gd name="T30" fmla="*/ 8 w 14"/>
                  <a:gd name="T31" fmla="*/ 0 h 14"/>
                  <a:gd name="T32" fmla="*/ 11 w 14"/>
                  <a:gd name="T33" fmla="*/ 1 h 14"/>
                  <a:gd name="T34" fmla="*/ 14 w 14"/>
                  <a:gd name="T35" fmla="*/ 5 h 14"/>
                  <a:gd name="T36" fmla="*/ 13 w 14"/>
                  <a:gd name="T37" fmla="*/ 11 h 14"/>
                  <a:gd name="T38" fmla="*/ 8 w 14"/>
                  <a:gd name="T39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4" h="14">
                    <a:moveTo>
                      <a:pt x="6" y="3"/>
                    </a:move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3" y="8"/>
                      <a:pt x="3" y="9"/>
                    </a:cubicBezTo>
                    <a:cubicBezTo>
                      <a:pt x="3" y="10"/>
                      <a:pt x="4" y="11"/>
                      <a:pt x="5" y="11"/>
                    </a:cubicBezTo>
                    <a:cubicBezTo>
                      <a:pt x="5" y="12"/>
                      <a:pt x="6" y="12"/>
                      <a:pt x="7" y="11"/>
                    </a:cubicBezTo>
                    <a:cubicBezTo>
                      <a:pt x="8" y="11"/>
                      <a:pt x="9" y="10"/>
                      <a:pt x="10" y="9"/>
                    </a:cubicBezTo>
                    <a:cubicBezTo>
                      <a:pt x="11" y="8"/>
                      <a:pt x="11" y="7"/>
                      <a:pt x="11" y="6"/>
                    </a:cubicBezTo>
                    <a:cubicBezTo>
                      <a:pt x="11" y="5"/>
                      <a:pt x="10" y="4"/>
                      <a:pt x="9" y="3"/>
                    </a:cubicBezTo>
                    <a:cubicBezTo>
                      <a:pt x="8" y="3"/>
                      <a:pt x="7" y="2"/>
                      <a:pt x="6" y="3"/>
                    </a:cubicBezTo>
                    <a:close/>
                    <a:moveTo>
                      <a:pt x="8" y="14"/>
                    </a:moveTo>
                    <a:cubicBezTo>
                      <a:pt x="7" y="14"/>
                      <a:pt x="5" y="14"/>
                      <a:pt x="3" y="13"/>
                    </a:cubicBezTo>
                    <a:cubicBezTo>
                      <a:pt x="2" y="12"/>
                      <a:pt x="1" y="11"/>
                      <a:pt x="0" y="9"/>
                    </a:cubicBezTo>
                    <a:cubicBezTo>
                      <a:pt x="0" y="7"/>
                      <a:pt x="0" y="6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4" y="1"/>
                      <a:pt x="5" y="0"/>
                      <a:pt x="6" y="0"/>
                    </a:cubicBezTo>
                    <a:cubicBezTo>
                      <a:pt x="6" y="0"/>
                      <a:pt x="7" y="0"/>
                      <a:pt x="8" y="0"/>
                    </a:cubicBezTo>
                    <a:cubicBezTo>
                      <a:pt x="9" y="0"/>
                      <a:pt x="10" y="1"/>
                      <a:pt x="11" y="1"/>
                    </a:cubicBezTo>
                    <a:cubicBezTo>
                      <a:pt x="12" y="2"/>
                      <a:pt x="13" y="4"/>
                      <a:pt x="14" y="5"/>
                    </a:cubicBezTo>
                    <a:cubicBezTo>
                      <a:pt x="14" y="7"/>
                      <a:pt x="14" y="9"/>
                      <a:pt x="13" y="11"/>
                    </a:cubicBezTo>
                    <a:cubicBezTo>
                      <a:pt x="11" y="12"/>
                      <a:pt x="10" y="13"/>
                      <a:pt x="8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ïSḻíḑe">
                <a:extLst>
                  <a:ext uri="{FF2B5EF4-FFF2-40B4-BE49-F238E27FC236}">
                    <a16:creationId xmlns:a16="http://schemas.microsoft.com/office/drawing/2014/main" id="{114C71F0-2E10-432B-8F4E-F9A3621ACE3A}"/>
                  </a:ext>
                </a:extLst>
              </p:cNvPr>
              <p:cNvSpPr/>
              <p:nvPr/>
            </p:nvSpPr>
            <p:spPr bwMode="auto">
              <a:xfrm>
                <a:off x="4948238" y="3638551"/>
                <a:ext cx="50800" cy="50800"/>
              </a:xfrm>
              <a:custGeom>
                <a:avLst/>
                <a:gdLst>
                  <a:gd name="T0" fmla="*/ 9 w 15"/>
                  <a:gd name="T1" fmla="*/ 3 h 15"/>
                  <a:gd name="T2" fmla="*/ 3 w 15"/>
                  <a:gd name="T3" fmla="*/ 10 h 15"/>
                  <a:gd name="T4" fmla="*/ 5 w 15"/>
                  <a:gd name="T5" fmla="*/ 11 h 15"/>
                  <a:gd name="T6" fmla="*/ 6 w 15"/>
                  <a:gd name="T7" fmla="*/ 12 h 15"/>
                  <a:gd name="T8" fmla="*/ 7 w 15"/>
                  <a:gd name="T9" fmla="*/ 13 h 15"/>
                  <a:gd name="T10" fmla="*/ 9 w 15"/>
                  <a:gd name="T11" fmla="*/ 12 h 15"/>
                  <a:gd name="T12" fmla="*/ 11 w 15"/>
                  <a:gd name="T13" fmla="*/ 10 h 15"/>
                  <a:gd name="T14" fmla="*/ 12 w 15"/>
                  <a:gd name="T15" fmla="*/ 8 h 15"/>
                  <a:gd name="T16" fmla="*/ 12 w 15"/>
                  <a:gd name="T17" fmla="*/ 7 h 15"/>
                  <a:gd name="T18" fmla="*/ 12 w 15"/>
                  <a:gd name="T19" fmla="*/ 6 h 15"/>
                  <a:gd name="T20" fmla="*/ 10 w 15"/>
                  <a:gd name="T21" fmla="*/ 4 h 15"/>
                  <a:gd name="T22" fmla="*/ 9 w 15"/>
                  <a:gd name="T23" fmla="*/ 3 h 15"/>
                  <a:gd name="T24" fmla="*/ 11 w 15"/>
                  <a:gd name="T25" fmla="*/ 14 h 15"/>
                  <a:gd name="T26" fmla="*/ 8 w 15"/>
                  <a:gd name="T27" fmla="*/ 15 h 15"/>
                  <a:gd name="T28" fmla="*/ 6 w 15"/>
                  <a:gd name="T29" fmla="*/ 15 h 15"/>
                  <a:gd name="T30" fmla="*/ 4 w 15"/>
                  <a:gd name="T31" fmla="*/ 13 h 15"/>
                  <a:gd name="T32" fmla="*/ 0 w 15"/>
                  <a:gd name="T33" fmla="*/ 10 h 15"/>
                  <a:gd name="T34" fmla="*/ 9 w 15"/>
                  <a:gd name="T35" fmla="*/ 0 h 15"/>
                  <a:gd name="T36" fmla="*/ 12 w 15"/>
                  <a:gd name="T37" fmla="*/ 3 h 15"/>
                  <a:gd name="T38" fmla="*/ 14 w 15"/>
                  <a:gd name="T39" fmla="*/ 5 h 15"/>
                  <a:gd name="T40" fmla="*/ 15 w 15"/>
                  <a:gd name="T41" fmla="*/ 7 h 15"/>
                  <a:gd name="T42" fmla="*/ 14 w 15"/>
                  <a:gd name="T43" fmla="*/ 10 h 15"/>
                  <a:gd name="T44" fmla="*/ 13 w 15"/>
                  <a:gd name="T45" fmla="*/ 12 h 15"/>
                  <a:gd name="T46" fmla="*/ 11 w 15"/>
                  <a:gd name="T47" fmla="*/ 14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5" h="15">
                    <a:moveTo>
                      <a:pt x="9" y="3"/>
                    </a:moveTo>
                    <a:cubicBezTo>
                      <a:pt x="3" y="10"/>
                      <a:pt x="3" y="10"/>
                      <a:pt x="3" y="10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5" y="12"/>
                      <a:pt x="6" y="12"/>
                      <a:pt x="6" y="12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3"/>
                      <a:pt x="8" y="13"/>
                      <a:pt x="9" y="12"/>
                    </a:cubicBezTo>
                    <a:cubicBezTo>
                      <a:pt x="9" y="12"/>
                      <a:pt x="10" y="11"/>
                      <a:pt x="11" y="10"/>
                    </a:cubicBezTo>
                    <a:cubicBezTo>
                      <a:pt x="11" y="10"/>
                      <a:pt x="12" y="9"/>
                      <a:pt x="12" y="8"/>
                    </a:cubicBezTo>
                    <a:cubicBezTo>
                      <a:pt x="12" y="8"/>
                      <a:pt x="12" y="7"/>
                      <a:pt x="12" y="7"/>
                    </a:cubicBezTo>
                    <a:cubicBezTo>
                      <a:pt x="12" y="7"/>
                      <a:pt x="12" y="6"/>
                      <a:pt x="12" y="6"/>
                    </a:cubicBezTo>
                    <a:cubicBezTo>
                      <a:pt x="11" y="5"/>
                      <a:pt x="11" y="5"/>
                      <a:pt x="10" y="4"/>
                    </a:cubicBezTo>
                    <a:cubicBezTo>
                      <a:pt x="9" y="3"/>
                      <a:pt x="9" y="3"/>
                      <a:pt x="9" y="3"/>
                    </a:cubicBezTo>
                    <a:close/>
                    <a:moveTo>
                      <a:pt x="11" y="14"/>
                    </a:moveTo>
                    <a:cubicBezTo>
                      <a:pt x="10" y="15"/>
                      <a:pt x="9" y="15"/>
                      <a:pt x="8" y="15"/>
                    </a:cubicBezTo>
                    <a:cubicBezTo>
                      <a:pt x="7" y="15"/>
                      <a:pt x="7" y="15"/>
                      <a:pt x="6" y="15"/>
                    </a:cubicBezTo>
                    <a:cubicBezTo>
                      <a:pt x="5" y="14"/>
                      <a:pt x="4" y="14"/>
                      <a:pt x="4" y="13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3" y="4"/>
                      <a:pt x="14" y="4"/>
                      <a:pt x="14" y="5"/>
                    </a:cubicBezTo>
                    <a:cubicBezTo>
                      <a:pt x="15" y="6"/>
                      <a:pt x="15" y="6"/>
                      <a:pt x="15" y="7"/>
                    </a:cubicBezTo>
                    <a:cubicBezTo>
                      <a:pt x="15" y="8"/>
                      <a:pt x="15" y="9"/>
                      <a:pt x="14" y="10"/>
                    </a:cubicBezTo>
                    <a:cubicBezTo>
                      <a:pt x="14" y="10"/>
                      <a:pt x="14" y="11"/>
                      <a:pt x="13" y="12"/>
                    </a:cubicBezTo>
                    <a:cubicBezTo>
                      <a:pt x="12" y="13"/>
                      <a:pt x="11" y="14"/>
                      <a:pt x="11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1" name="ïsľíḋè">
                <a:extLst>
                  <a:ext uri="{FF2B5EF4-FFF2-40B4-BE49-F238E27FC236}">
                    <a16:creationId xmlns:a16="http://schemas.microsoft.com/office/drawing/2014/main" id="{91F4A257-2A0F-4CD8-915C-0D17C78D509D}"/>
                  </a:ext>
                </a:extLst>
              </p:cNvPr>
              <p:cNvSpPr/>
              <p:nvPr/>
            </p:nvSpPr>
            <p:spPr bwMode="auto">
              <a:xfrm>
                <a:off x="4913313" y="3605213"/>
                <a:ext cx="58738" cy="57150"/>
              </a:xfrm>
              <a:custGeom>
                <a:avLst/>
                <a:gdLst>
                  <a:gd name="T0" fmla="*/ 37 w 37"/>
                  <a:gd name="T1" fmla="*/ 17 h 36"/>
                  <a:gd name="T2" fmla="*/ 14 w 37"/>
                  <a:gd name="T3" fmla="*/ 36 h 36"/>
                  <a:gd name="T4" fmla="*/ 10 w 37"/>
                  <a:gd name="T5" fmla="*/ 32 h 36"/>
                  <a:gd name="T6" fmla="*/ 18 w 37"/>
                  <a:gd name="T7" fmla="*/ 11 h 36"/>
                  <a:gd name="T8" fmla="*/ 4 w 37"/>
                  <a:gd name="T9" fmla="*/ 21 h 36"/>
                  <a:gd name="T10" fmla="*/ 0 w 37"/>
                  <a:gd name="T11" fmla="*/ 19 h 36"/>
                  <a:gd name="T12" fmla="*/ 20 w 37"/>
                  <a:gd name="T13" fmla="*/ 0 h 36"/>
                  <a:gd name="T14" fmla="*/ 25 w 37"/>
                  <a:gd name="T15" fmla="*/ 5 h 36"/>
                  <a:gd name="T16" fmla="*/ 18 w 37"/>
                  <a:gd name="T17" fmla="*/ 26 h 36"/>
                  <a:gd name="T18" fmla="*/ 33 w 37"/>
                  <a:gd name="T19" fmla="*/ 13 h 36"/>
                  <a:gd name="T20" fmla="*/ 37 w 37"/>
                  <a:gd name="T21" fmla="*/ 1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7" h="36">
                    <a:moveTo>
                      <a:pt x="37" y="17"/>
                    </a:moveTo>
                    <a:lnTo>
                      <a:pt x="14" y="36"/>
                    </a:lnTo>
                    <a:lnTo>
                      <a:pt x="10" y="32"/>
                    </a:lnTo>
                    <a:lnTo>
                      <a:pt x="18" y="11"/>
                    </a:lnTo>
                    <a:lnTo>
                      <a:pt x="4" y="21"/>
                    </a:lnTo>
                    <a:lnTo>
                      <a:pt x="0" y="19"/>
                    </a:lnTo>
                    <a:lnTo>
                      <a:pt x="20" y="0"/>
                    </a:lnTo>
                    <a:lnTo>
                      <a:pt x="25" y="5"/>
                    </a:lnTo>
                    <a:lnTo>
                      <a:pt x="18" y="26"/>
                    </a:lnTo>
                    <a:lnTo>
                      <a:pt x="33" y="13"/>
                    </a:lnTo>
                    <a:lnTo>
                      <a:pt x="37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2" name="iśļídé">
                <a:extLst>
                  <a:ext uri="{FF2B5EF4-FFF2-40B4-BE49-F238E27FC236}">
                    <a16:creationId xmlns:a16="http://schemas.microsoft.com/office/drawing/2014/main" id="{10EE661D-0A71-4477-BCFC-A73FF2DB2545}"/>
                  </a:ext>
                </a:extLst>
              </p:cNvPr>
              <p:cNvSpPr/>
              <p:nvPr/>
            </p:nvSpPr>
            <p:spPr bwMode="auto">
              <a:xfrm>
                <a:off x="4883150" y="3579813"/>
                <a:ext cx="52388" cy="46038"/>
              </a:xfrm>
              <a:custGeom>
                <a:avLst/>
                <a:gdLst>
                  <a:gd name="T0" fmla="*/ 0 w 33"/>
                  <a:gd name="T1" fmla="*/ 4 h 29"/>
                  <a:gd name="T2" fmla="*/ 31 w 33"/>
                  <a:gd name="T3" fmla="*/ 0 h 29"/>
                  <a:gd name="T4" fmla="*/ 33 w 33"/>
                  <a:gd name="T5" fmla="*/ 4 h 29"/>
                  <a:gd name="T6" fmla="*/ 14 w 33"/>
                  <a:gd name="T7" fmla="*/ 29 h 29"/>
                  <a:gd name="T8" fmla="*/ 10 w 33"/>
                  <a:gd name="T9" fmla="*/ 23 h 29"/>
                  <a:gd name="T10" fmla="*/ 16 w 33"/>
                  <a:gd name="T11" fmla="*/ 16 h 29"/>
                  <a:gd name="T12" fmla="*/ 10 w 33"/>
                  <a:gd name="T13" fmla="*/ 8 h 29"/>
                  <a:gd name="T14" fmla="*/ 4 w 33"/>
                  <a:gd name="T15" fmla="*/ 8 h 29"/>
                  <a:gd name="T16" fmla="*/ 0 w 33"/>
                  <a:gd name="T17" fmla="*/ 4 h 29"/>
                  <a:gd name="T18" fmla="*/ 0 w 33"/>
                  <a:gd name="T19" fmla="*/ 4 h 29"/>
                  <a:gd name="T20" fmla="*/ 19 w 33"/>
                  <a:gd name="T21" fmla="*/ 14 h 29"/>
                  <a:gd name="T22" fmla="*/ 27 w 33"/>
                  <a:gd name="T23" fmla="*/ 4 h 29"/>
                  <a:gd name="T24" fmla="*/ 14 w 33"/>
                  <a:gd name="T25" fmla="*/ 6 h 29"/>
                  <a:gd name="T26" fmla="*/ 19 w 33"/>
                  <a:gd name="T27" fmla="*/ 14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3" h="29">
                    <a:moveTo>
                      <a:pt x="0" y="4"/>
                    </a:moveTo>
                    <a:lnTo>
                      <a:pt x="31" y="0"/>
                    </a:lnTo>
                    <a:lnTo>
                      <a:pt x="33" y="4"/>
                    </a:lnTo>
                    <a:lnTo>
                      <a:pt x="14" y="29"/>
                    </a:lnTo>
                    <a:lnTo>
                      <a:pt x="10" y="23"/>
                    </a:lnTo>
                    <a:lnTo>
                      <a:pt x="16" y="16"/>
                    </a:lnTo>
                    <a:lnTo>
                      <a:pt x="10" y="8"/>
                    </a:lnTo>
                    <a:lnTo>
                      <a:pt x="4" y="8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  <a:moveTo>
                      <a:pt x="19" y="14"/>
                    </a:moveTo>
                    <a:lnTo>
                      <a:pt x="27" y="4"/>
                    </a:lnTo>
                    <a:lnTo>
                      <a:pt x="14" y="6"/>
                    </a:lnTo>
                    <a:lnTo>
                      <a:pt x="19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3" name="iṥlïḑé">
                <a:extLst>
                  <a:ext uri="{FF2B5EF4-FFF2-40B4-BE49-F238E27FC236}">
                    <a16:creationId xmlns:a16="http://schemas.microsoft.com/office/drawing/2014/main" id="{64D7C10C-C1B1-44FA-BB1E-78E008BACE0B}"/>
                  </a:ext>
                </a:extLst>
              </p:cNvPr>
              <p:cNvSpPr/>
              <p:nvPr/>
            </p:nvSpPr>
            <p:spPr bwMode="auto">
              <a:xfrm>
                <a:off x="4865688" y="3525838"/>
                <a:ext cx="53975" cy="49213"/>
              </a:xfrm>
              <a:custGeom>
                <a:avLst/>
                <a:gdLst>
                  <a:gd name="T0" fmla="*/ 15 w 34"/>
                  <a:gd name="T1" fmla="*/ 10 h 31"/>
                  <a:gd name="T2" fmla="*/ 2 w 34"/>
                  <a:gd name="T3" fmla="*/ 15 h 31"/>
                  <a:gd name="T4" fmla="*/ 0 w 34"/>
                  <a:gd name="T5" fmla="*/ 8 h 31"/>
                  <a:gd name="T6" fmla="*/ 27 w 34"/>
                  <a:gd name="T7" fmla="*/ 0 h 31"/>
                  <a:gd name="T8" fmla="*/ 30 w 34"/>
                  <a:gd name="T9" fmla="*/ 4 h 31"/>
                  <a:gd name="T10" fmla="*/ 19 w 34"/>
                  <a:gd name="T11" fmla="*/ 8 h 31"/>
                  <a:gd name="T12" fmla="*/ 21 w 34"/>
                  <a:gd name="T13" fmla="*/ 19 h 31"/>
                  <a:gd name="T14" fmla="*/ 34 w 34"/>
                  <a:gd name="T15" fmla="*/ 15 h 31"/>
                  <a:gd name="T16" fmla="*/ 34 w 34"/>
                  <a:gd name="T17" fmla="*/ 21 h 31"/>
                  <a:gd name="T18" fmla="*/ 9 w 34"/>
                  <a:gd name="T19" fmla="*/ 31 h 31"/>
                  <a:gd name="T20" fmla="*/ 7 w 34"/>
                  <a:gd name="T21" fmla="*/ 25 h 31"/>
                  <a:gd name="T22" fmla="*/ 17 w 34"/>
                  <a:gd name="T23" fmla="*/ 21 h 31"/>
                  <a:gd name="T24" fmla="*/ 15 w 34"/>
                  <a:gd name="T25" fmla="*/ 1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4" h="31">
                    <a:moveTo>
                      <a:pt x="15" y="10"/>
                    </a:moveTo>
                    <a:lnTo>
                      <a:pt x="2" y="15"/>
                    </a:lnTo>
                    <a:lnTo>
                      <a:pt x="0" y="8"/>
                    </a:lnTo>
                    <a:lnTo>
                      <a:pt x="27" y="0"/>
                    </a:lnTo>
                    <a:lnTo>
                      <a:pt x="30" y="4"/>
                    </a:lnTo>
                    <a:lnTo>
                      <a:pt x="19" y="8"/>
                    </a:lnTo>
                    <a:lnTo>
                      <a:pt x="21" y="19"/>
                    </a:lnTo>
                    <a:lnTo>
                      <a:pt x="34" y="15"/>
                    </a:lnTo>
                    <a:lnTo>
                      <a:pt x="34" y="21"/>
                    </a:lnTo>
                    <a:lnTo>
                      <a:pt x="9" y="31"/>
                    </a:lnTo>
                    <a:lnTo>
                      <a:pt x="7" y="25"/>
                    </a:lnTo>
                    <a:lnTo>
                      <a:pt x="17" y="21"/>
                    </a:lnTo>
                    <a:lnTo>
                      <a:pt x="15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4" name="îṧḷiḑé">
                <a:extLst>
                  <a:ext uri="{FF2B5EF4-FFF2-40B4-BE49-F238E27FC236}">
                    <a16:creationId xmlns:a16="http://schemas.microsoft.com/office/drawing/2014/main" id="{7539DE5E-FC79-4564-BE36-C204A33D1E11}"/>
                  </a:ext>
                </a:extLst>
              </p:cNvPr>
              <p:cNvSpPr/>
              <p:nvPr/>
            </p:nvSpPr>
            <p:spPr bwMode="auto">
              <a:xfrm>
                <a:off x="4856163" y="3486151"/>
                <a:ext cx="49213" cy="39688"/>
              </a:xfrm>
              <a:custGeom>
                <a:avLst/>
                <a:gdLst>
                  <a:gd name="T0" fmla="*/ 4 w 15"/>
                  <a:gd name="T1" fmla="*/ 1 h 12"/>
                  <a:gd name="T2" fmla="*/ 5 w 15"/>
                  <a:gd name="T3" fmla="*/ 3 h 12"/>
                  <a:gd name="T4" fmla="*/ 3 w 15"/>
                  <a:gd name="T5" fmla="*/ 4 h 12"/>
                  <a:gd name="T6" fmla="*/ 3 w 15"/>
                  <a:gd name="T7" fmla="*/ 6 h 12"/>
                  <a:gd name="T8" fmla="*/ 4 w 15"/>
                  <a:gd name="T9" fmla="*/ 8 h 12"/>
                  <a:gd name="T10" fmla="*/ 5 w 15"/>
                  <a:gd name="T11" fmla="*/ 9 h 12"/>
                  <a:gd name="T12" fmla="*/ 6 w 15"/>
                  <a:gd name="T13" fmla="*/ 8 h 12"/>
                  <a:gd name="T14" fmla="*/ 6 w 15"/>
                  <a:gd name="T15" fmla="*/ 7 h 12"/>
                  <a:gd name="T16" fmla="*/ 6 w 15"/>
                  <a:gd name="T17" fmla="*/ 5 h 12"/>
                  <a:gd name="T18" fmla="*/ 7 w 15"/>
                  <a:gd name="T19" fmla="*/ 2 h 12"/>
                  <a:gd name="T20" fmla="*/ 10 w 15"/>
                  <a:gd name="T21" fmla="*/ 0 h 12"/>
                  <a:gd name="T22" fmla="*/ 12 w 15"/>
                  <a:gd name="T23" fmla="*/ 0 h 12"/>
                  <a:gd name="T24" fmla="*/ 13 w 15"/>
                  <a:gd name="T25" fmla="*/ 2 h 12"/>
                  <a:gd name="T26" fmla="*/ 14 w 15"/>
                  <a:gd name="T27" fmla="*/ 4 h 12"/>
                  <a:gd name="T28" fmla="*/ 14 w 15"/>
                  <a:gd name="T29" fmla="*/ 8 h 12"/>
                  <a:gd name="T30" fmla="*/ 11 w 15"/>
                  <a:gd name="T31" fmla="*/ 10 h 12"/>
                  <a:gd name="T32" fmla="*/ 11 w 15"/>
                  <a:gd name="T33" fmla="*/ 7 h 12"/>
                  <a:gd name="T34" fmla="*/ 12 w 15"/>
                  <a:gd name="T35" fmla="*/ 6 h 12"/>
                  <a:gd name="T36" fmla="*/ 12 w 15"/>
                  <a:gd name="T37" fmla="*/ 5 h 12"/>
                  <a:gd name="T38" fmla="*/ 11 w 15"/>
                  <a:gd name="T39" fmla="*/ 3 h 12"/>
                  <a:gd name="T40" fmla="*/ 10 w 15"/>
                  <a:gd name="T41" fmla="*/ 3 h 12"/>
                  <a:gd name="T42" fmla="*/ 10 w 15"/>
                  <a:gd name="T43" fmla="*/ 3 h 12"/>
                  <a:gd name="T44" fmla="*/ 9 w 15"/>
                  <a:gd name="T45" fmla="*/ 6 h 12"/>
                  <a:gd name="T46" fmla="*/ 9 w 15"/>
                  <a:gd name="T47" fmla="*/ 9 h 12"/>
                  <a:gd name="T48" fmla="*/ 8 w 15"/>
                  <a:gd name="T49" fmla="*/ 10 h 12"/>
                  <a:gd name="T50" fmla="*/ 6 w 15"/>
                  <a:gd name="T51" fmla="*/ 11 h 12"/>
                  <a:gd name="T52" fmla="*/ 3 w 15"/>
                  <a:gd name="T53" fmla="*/ 11 h 12"/>
                  <a:gd name="T54" fmla="*/ 1 w 15"/>
                  <a:gd name="T55" fmla="*/ 10 h 12"/>
                  <a:gd name="T56" fmla="*/ 0 w 15"/>
                  <a:gd name="T57" fmla="*/ 7 h 12"/>
                  <a:gd name="T58" fmla="*/ 1 w 15"/>
                  <a:gd name="T59" fmla="*/ 3 h 12"/>
                  <a:gd name="T60" fmla="*/ 4 w 15"/>
                  <a:gd name="T61" fmla="*/ 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" h="12">
                    <a:moveTo>
                      <a:pt x="4" y="1"/>
                    </a:moveTo>
                    <a:cubicBezTo>
                      <a:pt x="5" y="3"/>
                      <a:pt x="5" y="3"/>
                      <a:pt x="5" y="3"/>
                    </a:cubicBezTo>
                    <a:cubicBezTo>
                      <a:pt x="4" y="3"/>
                      <a:pt x="3" y="4"/>
                      <a:pt x="3" y="4"/>
                    </a:cubicBezTo>
                    <a:cubicBezTo>
                      <a:pt x="3" y="5"/>
                      <a:pt x="3" y="6"/>
                      <a:pt x="3" y="6"/>
                    </a:cubicBezTo>
                    <a:cubicBezTo>
                      <a:pt x="3" y="7"/>
                      <a:pt x="3" y="8"/>
                      <a:pt x="4" y="8"/>
                    </a:cubicBezTo>
                    <a:cubicBezTo>
                      <a:pt x="4" y="9"/>
                      <a:pt x="5" y="9"/>
                      <a:pt x="5" y="9"/>
                    </a:cubicBezTo>
                    <a:cubicBezTo>
                      <a:pt x="5" y="9"/>
                      <a:pt x="6" y="8"/>
                      <a:pt x="6" y="8"/>
                    </a:cubicBezTo>
                    <a:cubicBezTo>
                      <a:pt x="6" y="8"/>
                      <a:pt x="6" y="8"/>
                      <a:pt x="6" y="7"/>
                    </a:cubicBezTo>
                    <a:cubicBezTo>
                      <a:pt x="6" y="7"/>
                      <a:pt x="6" y="6"/>
                      <a:pt x="6" y="5"/>
                    </a:cubicBezTo>
                    <a:cubicBezTo>
                      <a:pt x="7" y="3"/>
                      <a:pt x="7" y="2"/>
                      <a:pt x="7" y="2"/>
                    </a:cubicBezTo>
                    <a:cubicBezTo>
                      <a:pt x="8" y="1"/>
                      <a:pt x="9" y="0"/>
                      <a:pt x="10" y="0"/>
                    </a:cubicBezTo>
                    <a:cubicBezTo>
                      <a:pt x="10" y="0"/>
                      <a:pt x="11" y="0"/>
                      <a:pt x="12" y="0"/>
                    </a:cubicBezTo>
                    <a:cubicBezTo>
                      <a:pt x="12" y="1"/>
                      <a:pt x="13" y="1"/>
                      <a:pt x="13" y="2"/>
                    </a:cubicBezTo>
                    <a:cubicBezTo>
                      <a:pt x="14" y="2"/>
                      <a:pt x="14" y="3"/>
                      <a:pt x="14" y="4"/>
                    </a:cubicBezTo>
                    <a:cubicBezTo>
                      <a:pt x="15" y="6"/>
                      <a:pt x="14" y="7"/>
                      <a:pt x="14" y="8"/>
                    </a:cubicBezTo>
                    <a:cubicBezTo>
                      <a:pt x="13" y="9"/>
                      <a:pt x="12" y="10"/>
                      <a:pt x="11" y="10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1" y="7"/>
                      <a:pt x="12" y="7"/>
                      <a:pt x="12" y="6"/>
                    </a:cubicBezTo>
                    <a:cubicBezTo>
                      <a:pt x="12" y="6"/>
                      <a:pt x="12" y="5"/>
                      <a:pt x="12" y="5"/>
                    </a:cubicBezTo>
                    <a:cubicBezTo>
                      <a:pt x="12" y="4"/>
                      <a:pt x="12" y="3"/>
                      <a:pt x="11" y="3"/>
                    </a:cubicBezTo>
                    <a:cubicBezTo>
                      <a:pt x="11" y="3"/>
                      <a:pt x="11" y="2"/>
                      <a:pt x="10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9" y="3"/>
                      <a:pt x="9" y="4"/>
                      <a:pt x="9" y="6"/>
                    </a:cubicBezTo>
                    <a:cubicBezTo>
                      <a:pt x="9" y="7"/>
                      <a:pt x="9" y="8"/>
                      <a:pt x="9" y="9"/>
                    </a:cubicBezTo>
                    <a:cubicBezTo>
                      <a:pt x="8" y="9"/>
                      <a:pt x="8" y="10"/>
                      <a:pt x="8" y="10"/>
                    </a:cubicBezTo>
                    <a:cubicBezTo>
                      <a:pt x="7" y="11"/>
                      <a:pt x="6" y="11"/>
                      <a:pt x="6" y="11"/>
                    </a:cubicBezTo>
                    <a:cubicBezTo>
                      <a:pt x="5" y="12"/>
                      <a:pt x="4" y="11"/>
                      <a:pt x="3" y="11"/>
                    </a:cubicBezTo>
                    <a:cubicBezTo>
                      <a:pt x="3" y="11"/>
                      <a:pt x="2" y="10"/>
                      <a:pt x="1" y="10"/>
                    </a:cubicBezTo>
                    <a:cubicBezTo>
                      <a:pt x="1" y="9"/>
                      <a:pt x="1" y="8"/>
                      <a:pt x="0" y="7"/>
                    </a:cubicBezTo>
                    <a:cubicBezTo>
                      <a:pt x="0" y="5"/>
                      <a:pt x="0" y="4"/>
                      <a:pt x="1" y="3"/>
                    </a:cubicBezTo>
                    <a:cubicBezTo>
                      <a:pt x="2" y="2"/>
                      <a:pt x="3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5" name="ïṣḷîďé">
                <a:extLst>
                  <a:ext uri="{FF2B5EF4-FFF2-40B4-BE49-F238E27FC236}">
                    <a16:creationId xmlns:a16="http://schemas.microsoft.com/office/drawing/2014/main" id="{A365E589-706F-4B3F-B387-7E7476A019D5}"/>
                  </a:ext>
                </a:extLst>
              </p:cNvPr>
              <p:cNvSpPr/>
              <p:nvPr/>
            </p:nvSpPr>
            <p:spPr bwMode="auto">
              <a:xfrm>
                <a:off x="4916488" y="3205163"/>
                <a:ext cx="474663" cy="477838"/>
              </a:xfrm>
              <a:custGeom>
                <a:avLst/>
                <a:gdLst>
                  <a:gd name="T0" fmla="*/ 72 w 144"/>
                  <a:gd name="T1" fmla="*/ 143 h 143"/>
                  <a:gd name="T2" fmla="*/ 0 w 144"/>
                  <a:gd name="T3" fmla="*/ 72 h 143"/>
                  <a:gd name="T4" fmla="*/ 72 w 144"/>
                  <a:gd name="T5" fmla="*/ 0 h 143"/>
                  <a:gd name="T6" fmla="*/ 144 w 144"/>
                  <a:gd name="T7" fmla="*/ 72 h 143"/>
                  <a:gd name="T8" fmla="*/ 72 w 144"/>
                  <a:gd name="T9" fmla="*/ 143 h 143"/>
                  <a:gd name="T10" fmla="*/ 3 w 144"/>
                  <a:gd name="T11" fmla="*/ 72 h 143"/>
                  <a:gd name="T12" fmla="*/ 10 w 144"/>
                  <a:gd name="T13" fmla="*/ 102 h 143"/>
                  <a:gd name="T14" fmla="*/ 133 w 144"/>
                  <a:gd name="T15" fmla="*/ 102 h 143"/>
                  <a:gd name="T16" fmla="*/ 141 w 144"/>
                  <a:gd name="T17" fmla="*/ 72 h 143"/>
                  <a:gd name="T18" fmla="*/ 72 w 144"/>
                  <a:gd name="T19" fmla="*/ 3 h 143"/>
                  <a:gd name="T20" fmla="*/ 3 w 144"/>
                  <a:gd name="T21" fmla="*/ 72 h 143"/>
                  <a:gd name="T22" fmla="*/ 132 w 144"/>
                  <a:gd name="T23" fmla="*/ 106 h 143"/>
                  <a:gd name="T24" fmla="*/ 12 w 144"/>
                  <a:gd name="T25" fmla="*/ 106 h 143"/>
                  <a:gd name="T26" fmla="*/ 72 w 144"/>
                  <a:gd name="T27" fmla="*/ 140 h 143"/>
                  <a:gd name="T28" fmla="*/ 132 w 144"/>
                  <a:gd name="T29" fmla="*/ 106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4" h="143">
                    <a:moveTo>
                      <a:pt x="72" y="143"/>
                    </a:moveTo>
                    <a:cubicBezTo>
                      <a:pt x="32" y="143"/>
                      <a:pt x="0" y="111"/>
                      <a:pt x="0" y="72"/>
                    </a:cubicBezTo>
                    <a:cubicBezTo>
                      <a:pt x="0" y="32"/>
                      <a:pt x="32" y="0"/>
                      <a:pt x="72" y="0"/>
                    </a:cubicBezTo>
                    <a:cubicBezTo>
                      <a:pt x="111" y="0"/>
                      <a:pt x="144" y="32"/>
                      <a:pt x="144" y="72"/>
                    </a:cubicBezTo>
                    <a:cubicBezTo>
                      <a:pt x="144" y="111"/>
                      <a:pt x="111" y="143"/>
                      <a:pt x="72" y="143"/>
                    </a:cubicBezTo>
                    <a:close/>
                    <a:moveTo>
                      <a:pt x="3" y="72"/>
                    </a:moveTo>
                    <a:cubicBezTo>
                      <a:pt x="3" y="83"/>
                      <a:pt x="6" y="93"/>
                      <a:pt x="10" y="102"/>
                    </a:cubicBezTo>
                    <a:cubicBezTo>
                      <a:pt x="133" y="102"/>
                      <a:pt x="133" y="102"/>
                      <a:pt x="133" y="102"/>
                    </a:cubicBezTo>
                    <a:cubicBezTo>
                      <a:pt x="138" y="93"/>
                      <a:pt x="141" y="83"/>
                      <a:pt x="141" y="72"/>
                    </a:cubicBezTo>
                    <a:cubicBezTo>
                      <a:pt x="141" y="34"/>
                      <a:pt x="110" y="3"/>
                      <a:pt x="72" y="3"/>
                    </a:cubicBezTo>
                    <a:cubicBezTo>
                      <a:pt x="34" y="3"/>
                      <a:pt x="3" y="34"/>
                      <a:pt x="3" y="72"/>
                    </a:cubicBezTo>
                    <a:close/>
                    <a:moveTo>
                      <a:pt x="132" y="106"/>
                    </a:moveTo>
                    <a:cubicBezTo>
                      <a:pt x="12" y="106"/>
                      <a:pt x="12" y="106"/>
                      <a:pt x="12" y="106"/>
                    </a:cubicBezTo>
                    <a:cubicBezTo>
                      <a:pt x="24" y="126"/>
                      <a:pt x="46" y="140"/>
                      <a:pt x="72" y="140"/>
                    </a:cubicBezTo>
                    <a:cubicBezTo>
                      <a:pt x="97" y="140"/>
                      <a:pt x="120" y="126"/>
                      <a:pt x="132" y="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6" name="iṧḻîďé">
                <a:extLst>
                  <a:ext uri="{FF2B5EF4-FFF2-40B4-BE49-F238E27FC236}">
                    <a16:creationId xmlns:a16="http://schemas.microsoft.com/office/drawing/2014/main" id="{37DC4535-2BA3-49A9-953E-5F1EDD480300}"/>
                  </a:ext>
                </a:extLst>
              </p:cNvPr>
              <p:cNvSpPr/>
              <p:nvPr/>
            </p:nvSpPr>
            <p:spPr bwMode="auto">
              <a:xfrm>
                <a:off x="4948238" y="3235326"/>
                <a:ext cx="411163" cy="306388"/>
              </a:xfrm>
              <a:custGeom>
                <a:avLst/>
                <a:gdLst>
                  <a:gd name="T0" fmla="*/ 114 w 124"/>
                  <a:gd name="T1" fmla="*/ 68 h 92"/>
                  <a:gd name="T2" fmla="*/ 103 w 124"/>
                  <a:gd name="T3" fmla="*/ 62 h 92"/>
                  <a:gd name="T4" fmla="*/ 95 w 124"/>
                  <a:gd name="T5" fmla="*/ 68 h 92"/>
                  <a:gd name="T6" fmla="*/ 83 w 124"/>
                  <a:gd name="T7" fmla="*/ 62 h 92"/>
                  <a:gd name="T8" fmla="*/ 70 w 124"/>
                  <a:gd name="T9" fmla="*/ 81 h 92"/>
                  <a:gd name="T10" fmla="*/ 104 w 124"/>
                  <a:gd name="T11" fmla="*/ 76 h 92"/>
                  <a:gd name="T12" fmla="*/ 124 w 124"/>
                  <a:gd name="T13" fmla="*/ 83 h 92"/>
                  <a:gd name="T14" fmla="*/ 81 w 124"/>
                  <a:gd name="T15" fmla="*/ 84 h 92"/>
                  <a:gd name="T16" fmla="*/ 43 w 124"/>
                  <a:gd name="T17" fmla="*/ 84 h 92"/>
                  <a:gd name="T18" fmla="*/ 0 w 124"/>
                  <a:gd name="T19" fmla="*/ 83 h 92"/>
                  <a:gd name="T20" fmla="*/ 19 w 124"/>
                  <a:gd name="T21" fmla="*/ 76 h 92"/>
                  <a:gd name="T22" fmla="*/ 54 w 124"/>
                  <a:gd name="T23" fmla="*/ 81 h 92"/>
                  <a:gd name="T24" fmla="*/ 53 w 124"/>
                  <a:gd name="T25" fmla="*/ 62 h 92"/>
                  <a:gd name="T26" fmla="*/ 44 w 124"/>
                  <a:gd name="T27" fmla="*/ 55 h 92"/>
                  <a:gd name="T28" fmla="*/ 30 w 124"/>
                  <a:gd name="T29" fmla="*/ 66 h 92"/>
                  <a:gd name="T30" fmla="*/ 24 w 124"/>
                  <a:gd name="T31" fmla="*/ 55 h 92"/>
                  <a:gd name="T32" fmla="*/ 10 w 124"/>
                  <a:gd name="T33" fmla="*/ 66 h 92"/>
                  <a:gd name="T34" fmla="*/ 4 w 124"/>
                  <a:gd name="T35" fmla="*/ 56 h 92"/>
                  <a:gd name="T36" fmla="*/ 20 w 124"/>
                  <a:gd name="T37" fmla="*/ 47 h 92"/>
                  <a:gd name="T38" fmla="*/ 45 w 124"/>
                  <a:gd name="T39" fmla="*/ 35 h 92"/>
                  <a:gd name="T40" fmla="*/ 79 w 124"/>
                  <a:gd name="T41" fmla="*/ 35 h 92"/>
                  <a:gd name="T42" fmla="*/ 107 w 124"/>
                  <a:gd name="T43" fmla="*/ 53 h 92"/>
                  <a:gd name="T44" fmla="*/ 120 w 124"/>
                  <a:gd name="T45" fmla="*/ 62 h 92"/>
                  <a:gd name="T46" fmla="*/ 47 w 124"/>
                  <a:gd name="T47" fmla="*/ 47 h 92"/>
                  <a:gd name="T48" fmla="*/ 60 w 124"/>
                  <a:gd name="T49" fmla="*/ 37 h 92"/>
                  <a:gd name="T50" fmla="*/ 65 w 124"/>
                  <a:gd name="T51" fmla="*/ 48 h 92"/>
                  <a:gd name="T52" fmla="*/ 66 w 124"/>
                  <a:gd name="T53" fmla="*/ 55 h 92"/>
                  <a:gd name="T54" fmla="*/ 62 w 124"/>
                  <a:gd name="T55" fmla="*/ 17 h 92"/>
                  <a:gd name="T56" fmla="*/ 90 w 124"/>
                  <a:gd name="T57" fmla="*/ 35 h 92"/>
                  <a:gd name="T58" fmla="*/ 88 w 124"/>
                  <a:gd name="T59" fmla="*/ 54 h 92"/>
                  <a:gd name="T60" fmla="*/ 90 w 124"/>
                  <a:gd name="T61" fmla="*/ 35 h 92"/>
                  <a:gd name="T62" fmla="*/ 29 w 124"/>
                  <a:gd name="T63" fmla="*/ 47 h 92"/>
                  <a:gd name="T64" fmla="*/ 41 w 124"/>
                  <a:gd name="T65" fmla="*/ 42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24" h="92">
                    <a:moveTo>
                      <a:pt x="112" y="62"/>
                    </a:moveTo>
                    <a:cubicBezTo>
                      <a:pt x="114" y="68"/>
                      <a:pt x="114" y="68"/>
                      <a:pt x="114" y="68"/>
                    </a:cubicBezTo>
                    <a:cubicBezTo>
                      <a:pt x="105" y="68"/>
                      <a:pt x="105" y="68"/>
                      <a:pt x="105" y="68"/>
                    </a:cubicBezTo>
                    <a:cubicBezTo>
                      <a:pt x="103" y="62"/>
                      <a:pt x="103" y="62"/>
                      <a:pt x="103" y="62"/>
                    </a:cubicBezTo>
                    <a:cubicBezTo>
                      <a:pt x="92" y="62"/>
                      <a:pt x="92" y="62"/>
                      <a:pt x="92" y="62"/>
                    </a:cubicBezTo>
                    <a:cubicBezTo>
                      <a:pt x="95" y="68"/>
                      <a:pt x="95" y="68"/>
                      <a:pt x="95" y="68"/>
                    </a:cubicBezTo>
                    <a:cubicBezTo>
                      <a:pt x="86" y="68"/>
                      <a:pt x="86" y="68"/>
                      <a:pt x="86" y="68"/>
                    </a:cubicBezTo>
                    <a:cubicBezTo>
                      <a:pt x="83" y="62"/>
                      <a:pt x="83" y="62"/>
                      <a:pt x="83" y="62"/>
                    </a:cubicBezTo>
                    <a:cubicBezTo>
                      <a:pt x="67" y="62"/>
                      <a:pt x="67" y="62"/>
                      <a:pt x="67" y="62"/>
                    </a:cubicBezTo>
                    <a:cubicBezTo>
                      <a:pt x="70" y="81"/>
                      <a:pt x="70" y="81"/>
                      <a:pt x="70" y="81"/>
                    </a:cubicBezTo>
                    <a:cubicBezTo>
                      <a:pt x="70" y="81"/>
                      <a:pt x="73" y="83"/>
                      <a:pt x="81" y="77"/>
                    </a:cubicBezTo>
                    <a:cubicBezTo>
                      <a:pt x="81" y="77"/>
                      <a:pt x="92" y="88"/>
                      <a:pt x="104" y="76"/>
                    </a:cubicBezTo>
                    <a:cubicBezTo>
                      <a:pt x="104" y="76"/>
                      <a:pt x="112" y="85"/>
                      <a:pt x="122" y="77"/>
                    </a:cubicBezTo>
                    <a:cubicBezTo>
                      <a:pt x="124" y="83"/>
                      <a:pt x="124" y="83"/>
                      <a:pt x="124" y="83"/>
                    </a:cubicBezTo>
                    <a:cubicBezTo>
                      <a:pt x="124" y="83"/>
                      <a:pt x="115" y="90"/>
                      <a:pt x="104" y="84"/>
                    </a:cubicBezTo>
                    <a:cubicBezTo>
                      <a:pt x="104" y="84"/>
                      <a:pt x="92" y="92"/>
                      <a:pt x="81" y="84"/>
                    </a:cubicBezTo>
                    <a:cubicBezTo>
                      <a:pt x="81" y="84"/>
                      <a:pt x="70" y="92"/>
                      <a:pt x="62" y="84"/>
                    </a:cubicBezTo>
                    <a:cubicBezTo>
                      <a:pt x="62" y="84"/>
                      <a:pt x="56" y="92"/>
                      <a:pt x="43" y="84"/>
                    </a:cubicBezTo>
                    <a:cubicBezTo>
                      <a:pt x="43" y="84"/>
                      <a:pt x="33" y="92"/>
                      <a:pt x="19" y="83"/>
                    </a:cubicBezTo>
                    <a:cubicBezTo>
                      <a:pt x="19" y="83"/>
                      <a:pt x="10" y="90"/>
                      <a:pt x="0" y="83"/>
                    </a:cubicBezTo>
                    <a:cubicBezTo>
                      <a:pt x="2" y="78"/>
                      <a:pt x="2" y="78"/>
                      <a:pt x="2" y="78"/>
                    </a:cubicBezTo>
                    <a:cubicBezTo>
                      <a:pt x="2" y="78"/>
                      <a:pt x="11" y="85"/>
                      <a:pt x="19" y="76"/>
                    </a:cubicBezTo>
                    <a:cubicBezTo>
                      <a:pt x="19" y="76"/>
                      <a:pt x="30" y="88"/>
                      <a:pt x="43" y="77"/>
                    </a:cubicBezTo>
                    <a:cubicBezTo>
                      <a:pt x="43" y="77"/>
                      <a:pt x="50" y="82"/>
                      <a:pt x="54" y="81"/>
                    </a:cubicBezTo>
                    <a:cubicBezTo>
                      <a:pt x="57" y="62"/>
                      <a:pt x="57" y="62"/>
                      <a:pt x="57" y="62"/>
                    </a:cubicBezTo>
                    <a:cubicBezTo>
                      <a:pt x="53" y="62"/>
                      <a:pt x="53" y="62"/>
                      <a:pt x="53" y="62"/>
                    </a:cubicBezTo>
                    <a:cubicBezTo>
                      <a:pt x="58" y="55"/>
                      <a:pt x="58" y="55"/>
                      <a:pt x="58" y="55"/>
                    </a:cubicBezTo>
                    <a:cubicBezTo>
                      <a:pt x="44" y="55"/>
                      <a:pt x="44" y="55"/>
                      <a:pt x="44" y="55"/>
                    </a:cubicBezTo>
                    <a:cubicBezTo>
                      <a:pt x="39" y="66"/>
                      <a:pt x="39" y="66"/>
                      <a:pt x="39" y="66"/>
                    </a:cubicBezTo>
                    <a:cubicBezTo>
                      <a:pt x="30" y="66"/>
                      <a:pt x="30" y="66"/>
                      <a:pt x="30" y="66"/>
                    </a:cubicBezTo>
                    <a:cubicBezTo>
                      <a:pt x="35" y="55"/>
                      <a:pt x="35" y="55"/>
                      <a:pt x="35" y="55"/>
                    </a:cubicBezTo>
                    <a:cubicBezTo>
                      <a:pt x="24" y="55"/>
                      <a:pt x="24" y="55"/>
                      <a:pt x="24" y="55"/>
                    </a:cubicBezTo>
                    <a:cubicBezTo>
                      <a:pt x="19" y="66"/>
                      <a:pt x="19" y="66"/>
                      <a:pt x="19" y="66"/>
                    </a:cubicBezTo>
                    <a:cubicBezTo>
                      <a:pt x="10" y="66"/>
                      <a:pt x="10" y="66"/>
                      <a:pt x="10" y="66"/>
                    </a:cubicBezTo>
                    <a:cubicBezTo>
                      <a:pt x="15" y="55"/>
                      <a:pt x="15" y="55"/>
                      <a:pt x="15" y="55"/>
                    </a:cubicBezTo>
                    <a:cubicBezTo>
                      <a:pt x="4" y="56"/>
                      <a:pt x="4" y="56"/>
                      <a:pt x="4" y="5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20" y="47"/>
                      <a:pt x="20" y="47"/>
                      <a:pt x="20" y="47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45" y="35"/>
                      <a:pt x="45" y="35"/>
                      <a:pt x="45" y="35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79" y="35"/>
                      <a:pt x="79" y="35"/>
                      <a:pt x="79" y="35"/>
                    </a:cubicBezTo>
                    <a:cubicBezTo>
                      <a:pt x="92" y="22"/>
                      <a:pt x="92" y="22"/>
                      <a:pt x="92" y="22"/>
                    </a:cubicBezTo>
                    <a:cubicBezTo>
                      <a:pt x="107" y="53"/>
                      <a:pt x="107" y="53"/>
                      <a:pt x="107" y="53"/>
                    </a:cubicBezTo>
                    <a:cubicBezTo>
                      <a:pt x="120" y="53"/>
                      <a:pt x="120" y="53"/>
                      <a:pt x="120" y="53"/>
                    </a:cubicBezTo>
                    <a:cubicBezTo>
                      <a:pt x="120" y="62"/>
                      <a:pt x="120" y="62"/>
                      <a:pt x="120" y="62"/>
                    </a:cubicBezTo>
                    <a:cubicBezTo>
                      <a:pt x="112" y="62"/>
                      <a:pt x="112" y="62"/>
                      <a:pt x="112" y="62"/>
                    </a:cubicBezTo>
                    <a:close/>
                    <a:moveTo>
                      <a:pt x="47" y="47"/>
                    </a:moveTo>
                    <a:cubicBezTo>
                      <a:pt x="58" y="48"/>
                      <a:pt x="58" y="48"/>
                      <a:pt x="58" y="48"/>
                    </a:cubicBezTo>
                    <a:cubicBezTo>
                      <a:pt x="60" y="37"/>
                      <a:pt x="60" y="37"/>
                      <a:pt x="60" y="37"/>
                    </a:cubicBezTo>
                    <a:cubicBezTo>
                      <a:pt x="64" y="37"/>
                      <a:pt x="64" y="37"/>
                      <a:pt x="64" y="37"/>
                    </a:cubicBezTo>
                    <a:cubicBezTo>
                      <a:pt x="65" y="48"/>
                      <a:pt x="65" y="48"/>
                      <a:pt x="65" y="48"/>
                    </a:cubicBezTo>
                    <a:cubicBezTo>
                      <a:pt x="71" y="48"/>
                      <a:pt x="71" y="48"/>
                      <a:pt x="71" y="48"/>
                    </a:cubicBezTo>
                    <a:cubicBezTo>
                      <a:pt x="66" y="55"/>
                      <a:pt x="66" y="55"/>
                      <a:pt x="66" y="55"/>
                    </a:cubicBezTo>
                    <a:cubicBezTo>
                      <a:pt x="79" y="54"/>
                      <a:pt x="79" y="54"/>
                      <a:pt x="79" y="54"/>
                    </a:cubicBezTo>
                    <a:cubicBezTo>
                      <a:pt x="62" y="17"/>
                      <a:pt x="62" y="17"/>
                      <a:pt x="62" y="17"/>
                    </a:cubicBezTo>
                    <a:cubicBezTo>
                      <a:pt x="47" y="47"/>
                      <a:pt x="47" y="47"/>
                      <a:pt x="47" y="47"/>
                    </a:cubicBezTo>
                    <a:close/>
                    <a:moveTo>
                      <a:pt x="90" y="35"/>
                    </a:moveTo>
                    <a:cubicBezTo>
                      <a:pt x="83" y="42"/>
                      <a:pt x="83" y="42"/>
                      <a:pt x="83" y="42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99" y="54"/>
                      <a:pt x="99" y="54"/>
                      <a:pt x="99" y="54"/>
                    </a:cubicBezTo>
                    <a:cubicBezTo>
                      <a:pt x="90" y="35"/>
                      <a:pt x="90" y="35"/>
                      <a:pt x="90" y="35"/>
                    </a:cubicBezTo>
                    <a:close/>
                    <a:moveTo>
                      <a:pt x="34" y="35"/>
                    </a:moveTo>
                    <a:cubicBezTo>
                      <a:pt x="29" y="47"/>
                      <a:pt x="29" y="47"/>
                      <a:pt x="29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41" y="42"/>
                      <a:pt x="41" y="42"/>
                      <a:pt x="41" y="42"/>
                    </a:cubicBezTo>
                    <a:lnTo>
                      <a:pt x="34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7" name="îṡ1íḓè">
                <a:extLst>
                  <a:ext uri="{FF2B5EF4-FFF2-40B4-BE49-F238E27FC236}">
                    <a16:creationId xmlns:a16="http://schemas.microsoft.com/office/drawing/2014/main" id="{34EE4143-C8BE-463F-BDAE-827CCA818386}"/>
                  </a:ext>
                </a:extLst>
              </p:cNvPr>
              <p:cNvSpPr/>
              <p:nvPr/>
            </p:nvSpPr>
            <p:spPr bwMode="auto">
              <a:xfrm>
                <a:off x="5375275" y="3316288"/>
                <a:ext cx="88900" cy="58738"/>
              </a:xfrm>
              <a:custGeom>
                <a:avLst/>
                <a:gdLst>
                  <a:gd name="T0" fmla="*/ 2 w 27"/>
                  <a:gd name="T1" fmla="*/ 7 h 18"/>
                  <a:gd name="T2" fmla="*/ 4 w 27"/>
                  <a:gd name="T3" fmla="*/ 12 h 18"/>
                  <a:gd name="T4" fmla="*/ 6 w 27"/>
                  <a:gd name="T5" fmla="*/ 10 h 18"/>
                  <a:gd name="T6" fmla="*/ 5 w 27"/>
                  <a:gd name="T7" fmla="*/ 8 h 18"/>
                  <a:gd name="T8" fmla="*/ 2 w 27"/>
                  <a:gd name="T9" fmla="*/ 7 h 18"/>
                  <a:gd name="T10" fmla="*/ 4 w 27"/>
                  <a:gd name="T11" fmla="*/ 13 h 18"/>
                  <a:gd name="T12" fmla="*/ 1 w 27"/>
                  <a:gd name="T13" fmla="*/ 10 h 18"/>
                  <a:gd name="T14" fmla="*/ 3 w 27"/>
                  <a:gd name="T15" fmla="*/ 2 h 18"/>
                  <a:gd name="T16" fmla="*/ 9 w 27"/>
                  <a:gd name="T17" fmla="*/ 11 h 18"/>
                  <a:gd name="T18" fmla="*/ 9 w 27"/>
                  <a:gd name="T19" fmla="*/ 8 h 18"/>
                  <a:gd name="T20" fmla="*/ 10 w 27"/>
                  <a:gd name="T21" fmla="*/ 6 h 18"/>
                  <a:gd name="T22" fmla="*/ 12 w 27"/>
                  <a:gd name="T23" fmla="*/ 6 h 18"/>
                  <a:gd name="T24" fmla="*/ 10 w 27"/>
                  <a:gd name="T25" fmla="*/ 5 h 18"/>
                  <a:gd name="T26" fmla="*/ 10 w 27"/>
                  <a:gd name="T27" fmla="*/ 3 h 18"/>
                  <a:gd name="T28" fmla="*/ 12 w 27"/>
                  <a:gd name="T29" fmla="*/ 3 h 18"/>
                  <a:gd name="T30" fmla="*/ 20 w 27"/>
                  <a:gd name="T31" fmla="*/ 7 h 18"/>
                  <a:gd name="T32" fmla="*/ 21 w 27"/>
                  <a:gd name="T33" fmla="*/ 7 h 18"/>
                  <a:gd name="T34" fmla="*/ 21 w 27"/>
                  <a:gd name="T35" fmla="*/ 5 h 18"/>
                  <a:gd name="T36" fmla="*/ 18 w 27"/>
                  <a:gd name="T37" fmla="*/ 3 h 18"/>
                  <a:gd name="T38" fmla="*/ 17 w 27"/>
                  <a:gd name="T39" fmla="*/ 1 h 18"/>
                  <a:gd name="T40" fmla="*/ 19 w 27"/>
                  <a:gd name="T41" fmla="*/ 0 h 18"/>
                  <a:gd name="T42" fmla="*/ 20 w 27"/>
                  <a:gd name="T43" fmla="*/ 1 h 18"/>
                  <a:gd name="T44" fmla="*/ 19 w 27"/>
                  <a:gd name="T45" fmla="*/ 2 h 18"/>
                  <a:gd name="T46" fmla="*/ 22 w 27"/>
                  <a:gd name="T47" fmla="*/ 5 h 18"/>
                  <a:gd name="T48" fmla="*/ 23 w 27"/>
                  <a:gd name="T49" fmla="*/ 5 h 18"/>
                  <a:gd name="T50" fmla="*/ 24 w 27"/>
                  <a:gd name="T51" fmla="*/ 7 h 18"/>
                  <a:gd name="T52" fmla="*/ 26 w 27"/>
                  <a:gd name="T53" fmla="*/ 8 h 18"/>
                  <a:gd name="T54" fmla="*/ 27 w 27"/>
                  <a:gd name="T55" fmla="*/ 9 h 18"/>
                  <a:gd name="T56" fmla="*/ 27 w 27"/>
                  <a:gd name="T57" fmla="*/ 11 h 18"/>
                  <a:gd name="T58" fmla="*/ 21 w 27"/>
                  <a:gd name="T59" fmla="*/ 9 h 18"/>
                  <a:gd name="T60" fmla="*/ 19 w 27"/>
                  <a:gd name="T61" fmla="*/ 8 h 18"/>
                  <a:gd name="T62" fmla="*/ 17 w 27"/>
                  <a:gd name="T63" fmla="*/ 8 h 18"/>
                  <a:gd name="T64" fmla="*/ 14 w 27"/>
                  <a:gd name="T65" fmla="*/ 6 h 18"/>
                  <a:gd name="T66" fmla="*/ 15 w 27"/>
                  <a:gd name="T67" fmla="*/ 9 h 18"/>
                  <a:gd name="T68" fmla="*/ 11 w 27"/>
                  <a:gd name="T69" fmla="*/ 8 h 18"/>
                  <a:gd name="T70" fmla="*/ 9 w 27"/>
                  <a:gd name="T71" fmla="*/ 12 h 18"/>
                  <a:gd name="T72" fmla="*/ 9 w 27"/>
                  <a:gd name="T73" fmla="*/ 15 h 18"/>
                  <a:gd name="T74" fmla="*/ 7 w 27"/>
                  <a:gd name="T75" fmla="*/ 16 h 18"/>
                  <a:gd name="T76" fmla="*/ 7 w 27"/>
                  <a:gd name="T77" fmla="*/ 15 h 18"/>
                  <a:gd name="T78" fmla="*/ 7 w 27"/>
                  <a:gd name="T79" fmla="*/ 13 h 18"/>
                  <a:gd name="T80" fmla="*/ 6 w 27"/>
                  <a:gd name="T81" fmla="*/ 13 h 18"/>
                  <a:gd name="T82" fmla="*/ 4 w 27"/>
                  <a:gd name="T83" fmla="*/ 13 h 18"/>
                  <a:gd name="T84" fmla="*/ 25 w 27"/>
                  <a:gd name="T85" fmla="*/ 9 h 18"/>
                  <a:gd name="T86" fmla="*/ 24 w 27"/>
                  <a:gd name="T87" fmla="*/ 8 h 18"/>
                  <a:gd name="T88" fmla="*/ 23 w 27"/>
                  <a:gd name="T89" fmla="*/ 8 h 18"/>
                  <a:gd name="T90" fmla="*/ 25 w 27"/>
                  <a:gd name="T91" fmla="*/ 9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27" h="18">
                    <a:moveTo>
                      <a:pt x="2" y="7"/>
                    </a:moveTo>
                    <a:cubicBezTo>
                      <a:pt x="2" y="7"/>
                      <a:pt x="1" y="12"/>
                      <a:pt x="4" y="12"/>
                    </a:cubicBezTo>
                    <a:cubicBezTo>
                      <a:pt x="4" y="12"/>
                      <a:pt x="8" y="12"/>
                      <a:pt x="6" y="10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2" y="5"/>
                      <a:pt x="2" y="7"/>
                    </a:cubicBezTo>
                    <a:close/>
                    <a:moveTo>
                      <a:pt x="4" y="13"/>
                    </a:moveTo>
                    <a:cubicBezTo>
                      <a:pt x="0" y="13"/>
                      <a:pt x="1" y="10"/>
                      <a:pt x="1" y="10"/>
                    </a:cubicBezTo>
                    <a:cubicBezTo>
                      <a:pt x="2" y="2"/>
                      <a:pt x="3" y="2"/>
                      <a:pt x="3" y="2"/>
                    </a:cubicBezTo>
                    <a:cubicBezTo>
                      <a:pt x="9" y="7"/>
                      <a:pt x="9" y="11"/>
                      <a:pt x="9" y="11"/>
                    </a:cubicBezTo>
                    <a:cubicBezTo>
                      <a:pt x="10" y="10"/>
                      <a:pt x="9" y="8"/>
                      <a:pt x="9" y="8"/>
                    </a:cubicBezTo>
                    <a:cubicBezTo>
                      <a:pt x="8" y="6"/>
                      <a:pt x="10" y="6"/>
                      <a:pt x="10" y="6"/>
                    </a:cubicBezTo>
                    <a:cubicBezTo>
                      <a:pt x="11" y="7"/>
                      <a:pt x="12" y="6"/>
                      <a:pt x="12" y="6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0" y="4"/>
                      <a:pt x="10" y="3"/>
                      <a:pt x="10" y="3"/>
                    </a:cubicBezTo>
                    <a:cubicBezTo>
                      <a:pt x="11" y="2"/>
                      <a:pt x="12" y="3"/>
                      <a:pt x="12" y="3"/>
                    </a:cubicBezTo>
                    <a:cubicBezTo>
                      <a:pt x="12" y="4"/>
                      <a:pt x="20" y="7"/>
                      <a:pt x="20" y="7"/>
                    </a:cubicBezTo>
                    <a:cubicBezTo>
                      <a:pt x="21" y="8"/>
                      <a:pt x="21" y="7"/>
                      <a:pt x="21" y="7"/>
                    </a:cubicBezTo>
                    <a:cubicBezTo>
                      <a:pt x="21" y="7"/>
                      <a:pt x="21" y="5"/>
                      <a:pt x="21" y="5"/>
                    </a:cubicBezTo>
                    <a:cubicBezTo>
                      <a:pt x="21" y="5"/>
                      <a:pt x="18" y="3"/>
                      <a:pt x="18" y="3"/>
                    </a:cubicBezTo>
                    <a:cubicBezTo>
                      <a:pt x="16" y="3"/>
                      <a:pt x="17" y="1"/>
                      <a:pt x="17" y="1"/>
                    </a:cubicBezTo>
                    <a:cubicBezTo>
                      <a:pt x="17" y="1"/>
                      <a:pt x="19" y="0"/>
                      <a:pt x="19" y="0"/>
                    </a:cubicBezTo>
                    <a:cubicBezTo>
                      <a:pt x="21" y="0"/>
                      <a:pt x="20" y="1"/>
                      <a:pt x="20" y="1"/>
                    </a:cubicBezTo>
                    <a:cubicBezTo>
                      <a:pt x="18" y="2"/>
                      <a:pt x="19" y="2"/>
                      <a:pt x="19" y="2"/>
                    </a:cubicBezTo>
                    <a:cubicBezTo>
                      <a:pt x="22" y="5"/>
                      <a:pt x="22" y="5"/>
                      <a:pt x="22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3" y="7"/>
                      <a:pt x="24" y="7"/>
                      <a:pt x="24" y="7"/>
                    </a:cubicBezTo>
                    <a:cubicBezTo>
                      <a:pt x="26" y="8"/>
                      <a:pt x="26" y="8"/>
                      <a:pt x="26" y="8"/>
                    </a:cubicBezTo>
                    <a:cubicBezTo>
                      <a:pt x="27" y="9"/>
                      <a:pt x="27" y="9"/>
                      <a:pt x="27" y="9"/>
                    </a:cubicBezTo>
                    <a:cubicBezTo>
                      <a:pt x="27" y="9"/>
                      <a:pt x="27" y="11"/>
                      <a:pt x="27" y="11"/>
                    </a:cubicBezTo>
                    <a:cubicBezTo>
                      <a:pt x="22" y="11"/>
                      <a:pt x="21" y="9"/>
                      <a:pt x="21" y="9"/>
                    </a:cubicBezTo>
                    <a:cubicBezTo>
                      <a:pt x="19" y="9"/>
                      <a:pt x="19" y="8"/>
                      <a:pt x="19" y="8"/>
                    </a:cubicBezTo>
                    <a:cubicBezTo>
                      <a:pt x="18" y="8"/>
                      <a:pt x="17" y="8"/>
                      <a:pt x="17" y="8"/>
                    </a:cubicBezTo>
                    <a:cubicBezTo>
                      <a:pt x="17" y="7"/>
                      <a:pt x="15" y="6"/>
                      <a:pt x="14" y="6"/>
                    </a:cubicBezTo>
                    <a:cubicBezTo>
                      <a:pt x="16" y="8"/>
                      <a:pt x="15" y="9"/>
                      <a:pt x="15" y="9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1" y="12"/>
                      <a:pt x="9" y="12"/>
                      <a:pt x="9" y="12"/>
                    </a:cubicBezTo>
                    <a:cubicBezTo>
                      <a:pt x="9" y="15"/>
                      <a:pt x="9" y="15"/>
                      <a:pt x="9" y="15"/>
                    </a:cubicBezTo>
                    <a:cubicBezTo>
                      <a:pt x="8" y="18"/>
                      <a:pt x="7" y="16"/>
                      <a:pt x="7" y="16"/>
                    </a:cubicBezTo>
                    <a:cubicBezTo>
                      <a:pt x="6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2"/>
                      <a:pt x="6" y="13"/>
                      <a:pt x="6" y="13"/>
                    </a:cubicBezTo>
                    <a:cubicBezTo>
                      <a:pt x="4" y="13"/>
                      <a:pt x="4" y="13"/>
                      <a:pt x="4" y="13"/>
                    </a:cubicBezTo>
                    <a:close/>
                    <a:moveTo>
                      <a:pt x="25" y="9"/>
                    </a:moveTo>
                    <a:cubicBezTo>
                      <a:pt x="24" y="8"/>
                      <a:pt x="24" y="8"/>
                      <a:pt x="24" y="8"/>
                    </a:cubicBezTo>
                    <a:cubicBezTo>
                      <a:pt x="24" y="8"/>
                      <a:pt x="23" y="8"/>
                      <a:pt x="23" y="8"/>
                    </a:cubicBezTo>
                    <a:cubicBezTo>
                      <a:pt x="22" y="8"/>
                      <a:pt x="25" y="9"/>
                      <a:pt x="25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8" name="ïṩliḑé">
                <a:extLst>
                  <a:ext uri="{FF2B5EF4-FFF2-40B4-BE49-F238E27FC236}">
                    <a16:creationId xmlns:a16="http://schemas.microsoft.com/office/drawing/2014/main" id="{377801C3-8F19-4720-B7CE-9333FBE3FE4B}"/>
                  </a:ext>
                </a:extLst>
              </p:cNvPr>
              <p:cNvSpPr/>
              <p:nvPr/>
            </p:nvSpPr>
            <p:spPr bwMode="auto">
              <a:xfrm>
                <a:off x="5249863" y="3201988"/>
                <a:ext cx="26988" cy="23813"/>
              </a:xfrm>
              <a:custGeom>
                <a:avLst/>
                <a:gdLst>
                  <a:gd name="T0" fmla="*/ 2 w 8"/>
                  <a:gd name="T1" fmla="*/ 6 h 7"/>
                  <a:gd name="T2" fmla="*/ 5 w 8"/>
                  <a:gd name="T3" fmla="*/ 2 h 7"/>
                  <a:gd name="T4" fmla="*/ 6 w 8"/>
                  <a:gd name="T5" fmla="*/ 2 h 7"/>
                  <a:gd name="T6" fmla="*/ 6 w 8"/>
                  <a:gd name="T7" fmla="*/ 6 h 7"/>
                  <a:gd name="T8" fmla="*/ 2 w 8"/>
                  <a:gd name="T9" fmla="*/ 7 h 7"/>
                  <a:gd name="T10" fmla="*/ 2 w 8"/>
                  <a:gd name="T11" fmla="*/ 6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7">
                    <a:moveTo>
                      <a:pt x="2" y="6"/>
                    </a:moveTo>
                    <a:cubicBezTo>
                      <a:pt x="3" y="6"/>
                      <a:pt x="5" y="2"/>
                      <a:pt x="5" y="2"/>
                    </a:cubicBezTo>
                    <a:cubicBezTo>
                      <a:pt x="5" y="0"/>
                      <a:pt x="6" y="2"/>
                      <a:pt x="6" y="2"/>
                    </a:cubicBezTo>
                    <a:cubicBezTo>
                      <a:pt x="8" y="4"/>
                      <a:pt x="6" y="6"/>
                      <a:pt x="6" y="6"/>
                    </a:cubicBezTo>
                    <a:cubicBezTo>
                      <a:pt x="5" y="6"/>
                      <a:pt x="2" y="7"/>
                      <a:pt x="2" y="7"/>
                    </a:cubicBezTo>
                    <a:cubicBezTo>
                      <a:pt x="0" y="7"/>
                      <a:pt x="2" y="6"/>
                      <a:pt x="2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9" name="îSľíḓê">
                <a:extLst>
                  <a:ext uri="{FF2B5EF4-FFF2-40B4-BE49-F238E27FC236}">
                    <a16:creationId xmlns:a16="http://schemas.microsoft.com/office/drawing/2014/main" id="{E0289DD6-CB93-48DE-8D9B-2717278C25A8}"/>
                  </a:ext>
                </a:extLst>
              </p:cNvPr>
              <p:cNvSpPr/>
              <p:nvPr/>
            </p:nvSpPr>
            <p:spPr bwMode="auto">
              <a:xfrm>
                <a:off x="5207000" y="3162301"/>
                <a:ext cx="85725" cy="39688"/>
              </a:xfrm>
              <a:custGeom>
                <a:avLst/>
                <a:gdLst>
                  <a:gd name="T0" fmla="*/ 16 w 26"/>
                  <a:gd name="T1" fmla="*/ 1 h 12"/>
                  <a:gd name="T2" fmla="*/ 17 w 26"/>
                  <a:gd name="T3" fmla="*/ 2 h 12"/>
                  <a:gd name="T4" fmla="*/ 15 w 26"/>
                  <a:gd name="T5" fmla="*/ 4 h 12"/>
                  <a:gd name="T6" fmla="*/ 20 w 26"/>
                  <a:gd name="T7" fmla="*/ 3 h 12"/>
                  <a:gd name="T8" fmla="*/ 20 w 26"/>
                  <a:gd name="T9" fmla="*/ 3 h 12"/>
                  <a:gd name="T10" fmla="*/ 21 w 26"/>
                  <a:gd name="T11" fmla="*/ 0 h 12"/>
                  <a:gd name="T12" fmla="*/ 22 w 26"/>
                  <a:gd name="T13" fmla="*/ 1 h 12"/>
                  <a:gd name="T14" fmla="*/ 23 w 26"/>
                  <a:gd name="T15" fmla="*/ 4 h 12"/>
                  <a:gd name="T16" fmla="*/ 25 w 26"/>
                  <a:gd name="T17" fmla="*/ 4 h 12"/>
                  <a:gd name="T18" fmla="*/ 26 w 26"/>
                  <a:gd name="T19" fmla="*/ 4 h 12"/>
                  <a:gd name="T20" fmla="*/ 26 w 26"/>
                  <a:gd name="T21" fmla="*/ 6 h 12"/>
                  <a:gd name="T22" fmla="*/ 22 w 26"/>
                  <a:gd name="T23" fmla="*/ 6 h 12"/>
                  <a:gd name="T24" fmla="*/ 11 w 26"/>
                  <a:gd name="T25" fmla="*/ 11 h 12"/>
                  <a:gd name="T26" fmla="*/ 3 w 26"/>
                  <a:gd name="T27" fmla="*/ 12 h 12"/>
                  <a:gd name="T28" fmla="*/ 2 w 26"/>
                  <a:gd name="T29" fmla="*/ 11 h 12"/>
                  <a:gd name="T30" fmla="*/ 12 w 26"/>
                  <a:gd name="T31" fmla="*/ 8 h 12"/>
                  <a:gd name="T32" fmla="*/ 15 w 26"/>
                  <a:gd name="T33" fmla="*/ 7 h 12"/>
                  <a:gd name="T34" fmla="*/ 13 w 26"/>
                  <a:gd name="T35" fmla="*/ 5 h 12"/>
                  <a:gd name="T36" fmla="*/ 16 w 26"/>
                  <a:gd name="T37" fmla="*/ 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6" h="12">
                    <a:moveTo>
                      <a:pt x="16" y="1"/>
                    </a:moveTo>
                    <a:cubicBezTo>
                      <a:pt x="16" y="1"/>
                      <a:pt x="17" y="1"/>
                      <a:pt x="17" y="2"/>
                    </a:cubicBezTo>
                    <a:cubicBezTo>
                      <a:pt x="17" y="2"/>
                      <a:pt x="15" y="2"/>
                      <a:pt x="15" y="4"/>
                    </a:cubicBezTo>
                    <a:cubicBezTo>
                      <a:pt x="20" y="3"/>
                      <a:pt x="20" y="3"/>
                      <a:pt x="20" y="3"/>
                    </a:cubicBezTo>
                    <a:cubicBezTo>
                      <a:pt x="20" y="3"/>
                      <a:pt x="20" y="3"/>
                      <a:pt x="20" y="3"/>
                    </a:cubicBezTo>
                    <a:cubicBezTo>
                      <a:pt x="20" y="3"/>
                      <a:pt x="21" y="1"/>
                      <a:pt x="21" y="0"/>
                    </a:cubicBezTo>
                    <a:cubicBezTo>
                      <a:pt x="21" y="0"/>
                      <a:pt x="22" y="0"/>
                      <a:pt x="22" y="1"/>
                    </a:cubicBezTo>
                    <a:cubicBezTo>
                      <a:pt x="22" y="1"/>
                      <a:pt x="23" y="3"/>
                      <a:pt x="23" y="4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4"/>
                      <a:pt x="26" y="4"/>
                      <a:pt x="26" y="4"/>
                    </a:cubicBezTo>
                    <a:cubicBezTo>
                      <a:pt x="26" y="6"/>
                      <a:pt x="26" y="6"/>
                      <a:pt x="26" y="6"/>
                    </a:cubicBezTo>
                    <a:cubicBezTo>
                      <a:pt x="26" y="6"/>
                      <a:pt x="24" y="6"/>
                      <a:pt x="22" y="6"/>
                    </a:cubicBezTo>
                    <a:cubicBezTo>
                      <a:pt x="22" y="6"/>
                      <a:pt x="21" y="8"/>
                      <a:pt x="11" y="11"/>
                    </a:cubicBezTo>
                    <a:cubicBezTo>
                      <a:pt x="11" y="11"/>
                      <a:pt x="4" y="12"/>
                      <a:pt x="3" y="12"/>
                    </a:cubicBezTo>
                    <a:cubicBezTo>
                      <a:pt x="3" y="12"/>
                      <a:pt x="0" y="11"/>
                      <a:pt x="2" y="11"/>
                    </a:cubicBezTo>
                    <a:cubicBezTo>
                      <a:pt x="2" y="11"/>
                      <a:pt x="8" y="11"/>
                      <a:pt x="12" y="8"/>
                    </a:cubicBezTo>
                    <a:cubicBezTo>
                      <a:pt x="12" y="8"/>
                      <a:pt x="15" y="7"/>
                      <a:pt x="15" y="7"/>
                    </a:cubicBezTo>
                    <a:cubicBezTo>
                      <a:pt x="15" y="7"/>
                      <a:pt x="13" y="6"/>
                      <a:pt x="13" y="5"/>
                    </a:cubicBezTo>
                    <a:cubicBezTo>
                      <a:pt x="13" y="5"/>
                      <a:pt x="14" y="2"/>
                      <a:pt x="1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0" name="íṧļïḋé">
                <a:extLst>
                  <a:ext uri="{FF2B5EF4-FFF2-40B4-BE49-F238E27FC236}">
                    <a16:creationId xmlns:a16="http://schemas.microsoft.com/office/drawing/2014/main" id="{F29B1D7E-8DD7-4832-ACF4-E57068D66362}"/>
                  </a:ext>
                </a:extLst>
              </p:cNvPr>
              <p:cNvSpPr/>
              <p:nvPr/>
            </p:nvSpPr>
            <p:spPr bwMode="auto">
              <a:xfrm>
                <a:off x="5041900" y="3201988"/>
                <a:ext cx="15875" cy="14288"/>
              </a:xfrm>
              <a:custGeom>
                <a:avLst/>
                <a:gdLst>
                  <a:gd name="T0" fmla="*/ 5 w 5"/>
                  <a:gd name="T1" fmla="*/ 1 h 4"/>
                  <a:gd name="T2" fmla="*/ 5 w 5"/>
                  <a:gd name="T3" fmla="*/ 2 h 4"/>
                  <a:gd name="T4" fmla="*/ 4 w 5"/>
                  <a:gd name="T5" fmla="*/ 3 h 4"/>
                  <a:gd name="T6" fmla="*/ 2 w 5"/>
                  <a:gd name="T7" fmla="*/ 2 h 4"/>
                  <a:gd name="T8" fmla="*/ 2 w 5"/>
                  <a:gd name="T9" fmla="*/ 1 h 4"/>
                  <a:gd name="T10" fmla="*/ 4 w 5"/>
                  <a:gd name="T11" fmla="*/ 0 h 4"/>
                  <a:gd name="T12" fmla="*/ 5 w 5"/>
                  <a:gd name="T13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4">
                    <a:moveTo>
                      <a:pt x="5" y="1"/>
                    </a:moveTo>
                    <a:cubicBezTo>
                      <a:pt x="5" y="2"/>
                      <a:pt x="5" y="2"/>
                      <a:pt x="5" y="2"/>
                    </a:cubicBezTo>
                    <a:cubicBezTo>
                      <a:pt x="5" y="4"/>
                      <a:pt x="4" y="3"/>
                      <a:pt x="4" y="3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0" y="1"/>
                      <a:pt x="2" y="1"/>
                      <a:pt x="2" y="1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5" y="0"/>
                      <a:pt x="5" y="1"/>
                      <a:pt x="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1" name="îŝľiḋe">
                <a:extLst>
                  <a:ext uri="{FF2B5EF4-FFF2-40B4-BE49-F238E27FC236}">
                    <a16:creationId xmlns:a16="http://schemas.microsoft.com/office/drawing/2014/main" id="{78878888-6A96-4EF7-B3A7-E577C7EDD08A}"/>
                  </a:ext>
                </a:extLst>
              </p:cNvPr>
              <p:cNvSpPr/>
              <p:nvPr/>
            </p:nvSpPr>
            <p:spPr bwMode="auto">
              <a:xfrm>
                <a:off x="5011738" y="3146426"/>
                <a:ext cx="39688" cy="85725"/>
              </a:xfrm>
              <a:custGeom>
                <a:avLst/>
                <a:gdLst>
                  <a:gd name="T0" fmla="*/ 4 w 12"/>
                  <a:gd name="T1" fmla="*/ 19 h 26"/>
                  <a:gd name="T2" fmla="*/ 4 w 12"/>
                  <a:gd name="T3" fmla="*/ 14 h 26"/>
                  <a:gd name="T4" fmla="*/ 1 w 12"/>
                  <a:gd name="T5" fmla="*/ 13 h 26"/>
                  <a:gd name="T6" fmla="*/ 2 w 12"/>
                  <a:gd name="T7" fmla="*/ 12 h 26"/>
                  <a:gd name="T8" fmla="*/ 3 w 12"/>
                  <a:gd name="T9" fmla="*/ 10 h 26"/>
                  <a:gd name="T10" fmla="*/ 3 w 12"/>
                  <a:gd name="T11" fmla="*/ 2 h 26"/>
                  <a:gd name="T12" fmla="*/ 4 w 12"/>
                  <a:gd name="T13" fmla="*/ 1 h 26"/>
                  <a:gd name="T14" fmla="*/ 4 w 12"/>
                  <a:gd name="T15" fmla="*/ 2 h 26"/>
                  <a:gd name="T16" fmla="*/ 5 w 12"/>
                  <a:gd name="T17" fmla="*/ 6 h 26"/>
                  <a:gd name="T18" fmla="*/ 6 w 12"/>
                  <a:gd name="T19" fmla="*/ 3 h 26"/>
                  <a:gd name="T20" fmla="*/ 7 w 12"/>
                  <a:gd name="T21" fmla="*/ 2 h 26"/>
                  <a:gd name="T22" fmla="*/ 8 w 12"/>
                  <a:gd name="T23" fmla="*/ 2 h 26"/>
                  <a:gd name="T24" fmla="*/ 8 w 12"/>
                  <a:gd name="T25" fmla="*/ 6 h 26"/>
                  <a:gd name="T26" fmla="*/ 6 w 12"/>
                  <a:gd name="T27" fmla="*/ 9 h 26"/>
                  <a:gd name="T28" fmla="*/ 6 w 12"/>
                  <a:gd name="T29" fmla="*/ 10 h 26"/>
                  <a:gd name="T30" fmla="*/ 8 w 12"/>
                  <a:gd name="T31" fmla="*/ 11 h 26"/>
                  <a:gd name="T32" fmla="*/ 8 w 12"/>
                  <a:gd name="T33" fmla="*/ 11 h 26"/>
                  <a:gd name="T34" fmla="*/ 8 w 12"/>
                  <a:gd name="T35" fmla="*/ 12 h 26"/>
                  <a:gd name="T36" fmla="*/ 9 w 12"/>
                  <a:gd name="T37" fmla="*/ 13 h 26"/>
                  <a:gd name="T38" fmla="*/ 9 w 12"/>
                  <a:gd name="T39" fmla="*/ 17 h 26"/>
                  <a:gd name="T40" fmla="*/ 11 w 12"/>
                  <a:gd name="T41" fmla="*/ 21 h 26"/>
                  <a:gd name="T42" fmla="*/ 12 w 12"/>
                  <a:gd name="T43" fmla="*/ 24 h 26"/>
                  <a:gd name="T44" fmla="*/ 8 w 12"/>
                  <a:gd name="T45" fmla="*/ 23 h 26"/>
                  <a:gd name="T46" fmla="*/ 8 w 12"/>
                  <a:gd name="T47" fmla="*/ 25 h 26"/>
                  <a:gd name="T48" fmla="*/ 7 w 12"/>
                  <a:gd name="T49" fmla="*/ 26 h 26"/>
                  <a:gd name="T50" fmla="*/ 6 w 12"/>
                  <a:gd name="T51" fmla="*/ 24 h 26"/>
                  <a:gd name="T52" fmla="*/ 6 w 12"/>
                  <a:gd name="T53" fmla="*/ 23 h 26"/>
                  <a:gd name="T54" fmla="*/ 8 w 12"/>
                  <a:gd name="T55" fmla="*/ 21 h 26"/>
                  <a:gd name="T56" fmla="*/ 7 w 12"/>
                  <a:gd name="T57" fmla="*/ 18 h 26"/>
                  <a:gd name="T58" fmla="*/ 7 w 12"/>
                  <a:gd name="T59" fmla="*/ 18 h 26"/>
                  <a:gd name="T60" fmla="*/ 6 w 12"/>
                  <a:gd name="T61" fmla="*/ 20 h 26"/>
                  <a:gd name="T62" fmla="*/ 4 w 12"/>
                  <a:gd name="T63" fmla="*/ 20 h 26"/>
                  <a:gd name="T64" fmla="*/ 4 w 12"/>
                  <a:gd name="T65" fmla="*/ 19 h 26"/>
                  <a:gd name="T66" fmla="*/ 6 w 12"/>
                  <a:gd name="T67" fmla="*/ 16 h 26"/>
                  <a:gd name="T68" fmla="*/ 6 w 12"/>
                  <a:gd name="T69" fmla="*/ 15 h 26"/>
                  <a:gd name="T70" fmla="*/ 5 w 12"/>
                  <a:gd name="T71" fmla="*/ 11 h 26"/>
                  <a:gd name="T72" fmla="*/ 5 w 12"/>
                  <a:gd name="T73" fmla="*/ 14 h 26"/>
                  <a:gd name="T74" fmla="*/ 5 w 12"/>
                  <a:gd name="T75" fmla="*/ 18 h 26"/>
                  <a:gd name="T76" fmla="*/ 6 w 12"/>
                  <a:gd name="T77" fmla="*/ 1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2" h="26">
                    <a:moveTo>
                      <a:pt x="4" y="19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0" y="12"/>
                      <a:pt x="2" y="12"/>
                      <a:pt x="2" y="12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0"/>
                      <a:pt x="4" y="1"/>
                      <a:pt x="4" y="1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3"/>
                      <a:pt x="5" y="6"/>
                      <a:pt x="5" y="6"/>
                    </a:cubicBezTo>
                    <a:cubicBezTo>
                      <a:pt x="5" y="5"/>
                      <a:pt x="6" y="4"/>
                      <a:pt x="6" y="3"/>
                    </a:cubicBezTo>
                    <a:cubicBezTo>
                      <a:pt x="7" y="3"/>
                      <a:pt x="7" y="2"/>
                      <a:pt x="7" y="2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5" y="11"/>
                      <a:pt x="6" y="10"/>
                      <a:pt x="6" y="10"/>
                    </a:cubicBezTo>
                    <a:cubicBezTo>
                      <a:pt x="7" y="10"/>
                      <a:pt x="8" y="11"/>
                      <a:pt x="8" y="11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9" y="13"/>
                      <a:pt x="9" y="13"/>
                      <a:pt x="9" y="13"/>
                    </a:cubicBezTo>
                    <a:cubicBezTo>
                      <a:pt x="8" y="16"/>
                      <a:pt x="9" y="17"/>
                      <a:pt x="9" y="17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2" y="22"/>
                      <a:pt x="12" y="24"/>
                      <a:pt x="12" y="24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8" y="26"/>
                      <a:pt x="7" y="26"/>
                      <a:pt x="7" y="26"/>
                    </a:cubicBezTo>
                    <a:cubicBezTo>
                      <a:pt x="4" y="26"/>
                      <a:pt x="6" y="24"/>
                      <a:pt x="6" y="24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7" y="23"/>
                      <a:pt x="8" y="21"/>
                      <a:pt x="8" y="21"/>
                    </a:cubicBezTo>
                    <a:cubicBezTo>
                      <a:pt x="7" y="18"/>
                      <a:pt x="7" y="18"/>
                      <a:pt x="7" y="18"/>
                    </a:cubicBezTo>
                    <a:cubicBezTo>
                      <a:pt x="7" y="18"/>
                      <a:pt x="7" y="18"/>
                      <a:pt x="7" y="18"/>
                    </a:cubicBezTo>
                    <a:cubicBezTo>
                      <a:pt x="6" y="20"/>
                      <a:pt x="6" y="20"/>
                      <a:pt x="6" y="20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4" y="19"/>
                      <a:pt x="4" y="19"/>
                      <a:pt x="4" y="19"/>
                    </a:cubicBezTo>
                    <a:close/>
                    <a:moveTo>
                      <a:pt x="6" y="16"/>
                    </a:moveTo>
                    <a:cubicBezTo>
                      <a:pt x="6" y="16"/>
                      <a:pt x="6" y="16"/>
                      <a:pt x="6" y="15"/>
                    </a:cubicBezTo>
                    <a:cubicBezTo>
                      <a:pt x="6" y="15"/>
                      <a:pt x="6" y="12"/>
                      <a:pt x="5" y="11"/>
                    </a:cubicBezTo>
                    <a:cubicBezTo>
                      <a:pt x="5" y="11"/>
                      <a:pt x="4" y="12"/>
                      <a:pt x="5" y="14"/>
                    </a:cubicBezTo>
                    <a:cubicBezTo>
                      <a:pt x="5" y="18"/>
                      <a:pt x="5" y="18"/>
                      <a:pt x="5" y="18"/>
                    </a:cubicBezTo>
                    <a:lnTo>
                      <a:pt x="6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2" name="ïṣļîḋe">
                <a:extLst>
                  <a:ext uri="{FF2B5EF4-FFF2-40B4-BE49-F238E27FC236}">
                    <a16:creationId xmlns:a16="http://schemas.microsoft.com/office/drawing/2014/main" id="{7A182396-CA74-4824-B470-C642D9F2ABA3}"/>
                  </a:ext>
                </a:extLst>
              </p:cNvPr>
              <p:cNvSpPr/>
              <p:nvPr/>
            </p:nvSpPr>
            <p:spPr bwMode="auto">
              <a:xfrm>
                <a:off x="4905375" y="3313113"/>
                <a:ext cx="17463" cy="25400"/>
              </a:xfrm>
              <a:custGeom>
                <a:avLst/>
                <a:gdLst>
                  <a:gd name="T0" fmla="*/ 4 w 5"/>
                  <a:gd name="T1" fmla="*/ 1 h 8"/>
                  <a:gd name="T2" fmla="*/ 4 w 5"/>
                  <a:gd name="T3" fmla="*/ 2 h 8"/>
                  <a:gd name="T4" fmla="*/ 3 w 5"/>
                  <a:gd name="T5" fmla="*/ 6 h 8"/>
                  <a:gd name="T6" fmla="*/ 2 w 5"/>
                  <a:gd name="T7" fmla="*/ 7 h 8"/>
                  <a:gd name="T8" fmla="*/ 1 w 5"/>
                  <a:gd name="T9" fmla="*/ 2 h 8"/>
                  <a:gd name="T10" fmla="*/ 1 w 5"/>
                  <a:gd name="T11" fmla="*/ 0 h 8"/>
                  <a:gd name="T12" fmla="*/ 4 w 5"/>
                  <a:gd name="T13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8">
                    <a:moveTo>
                      <a:pt x="4" y="1"/>
                    </a:moveTo>
                    <a:cubicBezTo>
                      <a:pt x="5" y="1"/>
                      <a:pt x="4" y="2"/>
                      <a:pt x="4" y="2"/>
                    </a:cubicBezTo>
                    <a:cubicBezTo>
                      <a:pt x="4" y="3"/>
                      <a:pt x="3" y="6"/>
                      <a:pt x="3" y="6"/>
                    </a:cubicBezTo>
                    <a:cubicBezTo>
                      <a:pt x="2" y="8"/>
                      <a:pt x="2" y="7"/>
                      <a:pt x="2" y="7"/>
                    </a:cubicBezTo>
                    <a:cubicBezTo>
                      <a:pt x="2" y="5"/>
                      <a:pt x="1" y="2"/>
                      <a:pt x="1" y="2"/>
                    </a:cubicBezTo>
                    <a:cubicBezTo>
                      <a:pt x="0" y="1"/>
                      <a:pt x="1" y="0"/>
                      <a:pt x="1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3" name="ís1íḋe">
                <a:extLst>
                  <a:ext uri="{FF2B5EF4-FFF2-40B4-BE49-F238E27FC236}">
                    <a16:creationId xmlns:a16="http://schemas.microsoft.com/office/drawing/2014/main" id="{D6505446-CCB2-453A-BC3B-5FC6635D427F}"/>
                  </a:ext>
                </a:extLst>
              </p:cNvPr>
              <p:cNvSpPr/>
              <p:nvPr/>
            </p:nvSpPr>
            <p:spPr bwMode="auto">
              <a:xfrm>
                <a:off x="4865688" y="3305176"/>
                <a:ext cx="26988" cy="26988"/>
              </a:xfrm>
              <a:custGeom>
                <a:avLst/>
                <a:gdLst>
                  <a:gd name="T0" fmla="*/ 7 w 8"/>
                  <a:gd name="T1" fmla="*/ 5 h 8"/>
                  <a:gd name="T2" fmla="*/ 8 w 8"/>
                  <a:gd name="T3" fmla="*/ 8 h 8"/>
                  <a:gd name="T4" fmla="*/ 7 w 8"/>
                  <a:gd name="T5" fmla="*/ 8 h 8"/>
                  <a:gd name="T6" fmla="*/ 6 w 8"/>
                  <a:gd name="T7" fmla="*/ 6 h 8"/>
                  <a:gd name="T8" fmla="*/ 3 w 8"/>
                  <a:gd name="T9" fmla="*/ 2 h 8"/>
                  <a:gd name="T10" fmla="*/ 1 w 8"/>
                  <a:gd name="T11" fmla="*/ 0 h 8"/>
                  <a:gd name="T12" fmla="*/ 1 w 8"/>
                  <a:gd name="T13" fmla="*/ 0 h 8"/>
                  <a:gd name="T14" fmla="*/ 4 w 8"/>
                  <a:gd name="T15" fmla="*/ 0 h 8"/>
                  <a:gd name="T16" fmla="*/ 7 w 8"/>
                  <a:gd name="T17" fmla="*/ 5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" h="8">
                    <a:moveTo>
                      <a:pt x="7" y="5"/>
                    </a:moveTo>
                    <a:cubicBezTo>
                      <a:pt x="8" y="6"/>
                      <a:pt x="8" y="8"/>
                      <a:pt x="8" y="8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7"/>
                      <a:pt x="6" y="6"/>
                      <a:pt x="6" y="6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0"/>
                      <a:pt x="1" y="1"/>
                      <a:pt x="1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5" y="2"/>
                      <a:pt x="7" y="5"/>
                      <a:pt x="7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4" name="íṧḻiďê">
                <a:extLst>
                  <a:ext uri="{FF2B5EF4-FFF2-40B4-BE49-F238E27FC236}">
                    <a16:creationId xmlns:a16="http://schemas.microsoft.com/office/drawing/2014/main" id="{C35A3C6B-251F-410F-97DB-7D32485995E8}"/>
                  </a:ext>
                </a:extLst>
              </p:cNvPr>
              <p:cNvSpPr/>
              <p:nvPr/>
            </p:nvSpPr>
            <p:spPr bwMode="auto">
              <a:xfrm>
                <a:off x="4876800" y="3325813"/>
                <a:ext cx="25400" cy="53975"/>
              </a:xfrm>
              <a:custGeom>
                <a:avLst/>
                <a:gdLst>
                  <a:gd name="T0" fmla="*/ 6 w 8"/>
                  <a:gd name="T1" fmla="*/ 1 h 16"/>
                  <a:gd name="T2" fmla="*/ 7 w 8"/>
                  <a:gd name="T3" fmla="*/ 1 h 16"/>
                  <a:gd name="T4" fmla="*/ 8 w 8"/>
                  <a:gd name="T5" fmla="*/ 6 h 16"/>
                  <a:gd name="T6" fmla="*/ 8 w 8"/>
                  <a:gd name="T7" fmla="*/ 10 h 16"/>
                  <a:gd name="T8" fmla="*/ 6 w 8"/>
                  <a:gd name="T9" fmla="*/ 16 h 16"/>
                  <a:gd name="T10" fmla="*/ 3 w 8"/>
                  <a:gd name="T11" fmla="*/ 15 h 16"/>
                  <a:gd name="T12" fmla="*/ 1 w 8"/>
                  <a:gd name="T13" fmla="*/ 9 h 16"/>
                  <a:gd name="T14" fmla="*/ 1 w 8"/>
                  <a:gd name="T15" fmla="*/ 9 h 16"/>
                  <a:gd name="T16" fmla="*/ 5 w 8"/>
                  <a:gd name="T17" fmla="*/ 12 h 16"/>
                  <a:gd name="T18" fmla="*/ 5 w 8"/>
                  <a:gd name="T19" fmla="*/ 12 h 16"/>
                  <a:gd name="T20" fmla="*/ 5 w 8"/>
                  <a:gd name="T21" fmla="*/ 10 h 16"/>
                  <a:gd name="T22" fmla="*/ 6 w 8"/>
                  <a:gd name="T23" fmla="*/ 6 h 16"/>
                  <a:gd name="T24" fmla="*/ 6 w 8"/>
                  <a:gd name="T25" fmla="*/ 1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" h="16">
                    <a:moveTo>
                      <a:pt x="6" y="1"/>
                    </a:moveTo>
                    <a:cubicBezTo>
                      <a:pt x="7" y="0"/>
                      <a:pt x="7" y="1"/>
                      <a:pt x="7" y="1"/>
                    </a:cubicBezTo>
                    <a:cubicBezTo>
                      <a:pt x="8" y="3"/>
                      <a:pt x="8" y="6"/>
                      <a:pt x="8" y="6"/>
                    </a:cubicBezTo>
                    <a:cubicBezTo>
                      <a:pt x="8" y="7"/>
                      <a:pt x="8" y="10"/>
                      <a:pt x="8" y="10"/>
                    </a:cubicBezTo>
                    <a:cubicBezTo>
                      <a:pt x="8" y="12"/>
                      <a:pt x="6" y="16"/>
                      <a:pt x="6" y="16"/>
                    </a:cubicBezTo>
                    <a:cubicBezTo>
                      <a:pt x="5" y="16"/>
                      <a:pt x="3" y="15"/>
                      <a:pt x="3" y="15"/>
                    </a:cubicBezTo>
                    <a:cubicBezTo>
                      <a:pt x="3" y="14"/>
                      <a:pt x="1" y="9"/>
                      <a:pt x="1" y="9"/>
                    </a:cubicBezTo>
                    <a:cubicBezTo>
                      <a:pt x="0" y="9"/>
                      <a:pt x="1" y="9"/>
                      <a:pt x="1" y="9"/>
                    </a:cubicBezTo>
                    <a:cubicBezTo>
                      <a:pt x="3" y="8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0"/>
                      <a:pt x="5" y="10"/>
                    </a:cubicBezTo>
                    <a:cubicBezTo>
                      <a:pt x="6" y="9"/>
                      <a:pt x="6" y="6"/>
                      <a:pt x="6" y="6"/>
                    </a:cubicBezTo>
                    <a:cubicBezTo>
                      <a:pt x="7" y="5"/>
                      <a:pt x="6" y="1"/>
                      <a:pt x="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5" name="iŝ1iḋe">
                <a:extLst>
                  <a:ext uri="{FF2B5EF4-FFF2-40B4-BE49-F238E27FC236}">
                    <a16:creationId xmlns:a16="http://schemas.microsoft.com/office/drawing/2014/main" id="{8844E230-DCBB-45FE-B005-A1939B01D62E}"/>
                  </a:ext>
                </a:extLst>
              </p:cNvPr>
              <p:cNvSpPr/>
              <p:nvPr/>
            </p:nvSpPr>
            <p:spPr bwMode="auto">
              <a:xfrm>
                <a:off x="5075238" y="3586163"/>
                <a:ext cx="15875" cy="46038"/>
              </a:xfrm>
              <a:custGeom>
                <a:avLst/>
                <a:gdLst>
                  <a:gd name="T0" fmla="*/ 0 w 10"/>
                  <a:gd name="T1" fmla="*/ 6 h 29"/>
                  <a:gd name="T2" fmla="*/ 8 w 10"/>
                  <a:gd name="T3" fmla="*/ 0 h 29"/>
                  <a:gd name="T4" fmla="*/ 10 w 10"/>
                  <a:gd name="T5" fmla="*/ 2 h 29"/>
                  <a:gd name="T6" fmla="*/ 10 w 10"/>
                  <a:gd name="T7" fmla="*/ 29 h 29"/>
                  <a:gd name="T8" fmla="*/ 6 w 10"/>
                  <a:gd name="T9" fmla="*/ 29 h 29"/>
                  <a:gd name="T10" fmla="*/ 6 w 10"/>
                  <a:gd name="T11" fmla="*/ 6 h 29"/>
                  <a:gd name="T12" fmla="*/ 2 w 10"/>
                  <a:gd name="T13" fmla="*/ 8 h 29"/>
                  <a:gd name="T14" fmla="*/ 0 w 10"/>
                  <a:gd name="T15" fmla="*/ 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29">
                    <a:moveTo>
                      <a:pt x="0" y="6"/>
                    </a:moveTo>
                    <a:lnTo>
                      <a:pt x="8" y="0"/>
                    </a:lnTo>
                    <a:lnTo>
                      <a:pt x="10" y="2"/>
                    </a:lnTo>
                    <a:lnTo>
                      <a:pt x="10" y="29"/>
                    </a:lnTo>
                    <a:lnTo>
                      <a:pt x="6" y="29"/>
                    </a:lnTo>
                    <a:lnTo>
                      <a:pt x="6" y="6"/>
                    </a:lnTo>
                    <a:lnTo>
                      <a:pt x="2" y="8"/>
                    </a:lnTo>
                    <a:lnTo>
                      <a:pt x="0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6" name="iṣ1íḓê">
                <a:extLst>
                  <a:ext uri="{FF2B5EF4-FFF2-40B4-BE49-F238E27FC236}">
                    <a16:creationId xmlns:a16="http://schemas.microsoft.com/office/drawing/2014/main" id="{71C87D3F-62F8-4690-9F40-C572EC2C9058}"/>
                  </a:ext>
                </a:extLst>
              </p:cNvPr>
              <p:cNvSpPr/>
              <p:nvPr/>
            </p:nvSpPr>
            <p:spPr bwMode="auto">
              <a:xfrm>
                <a:off x="5210175" y="3586163"/>
                <a:ext cx="15875" cy="46038"/>
              </a:xfrm>
              <a:custGeom>
                <a:avLst/>
                <a:gdLst>
                  <a:gd name="T0" fmla="*/ 6 w 10"/>
                  <a:gd name="T1" fmla="*/ 6 h 29"/>
                  <a:gd name="T2" fmla="*/ 2 w 10"/>
                  <a:gd name="T3" fmla="*/ 8 h 29"/>
                  <a:gd name="T4" fmla="*/ 0 w 10"/>
                  <a:gd name="T5" fmla="*/ 6 h 29"/>
                  <a:gd name="T6" fmla="*/ 6 w 10"/>
                  <a:gd name="T7" fmla="*/ 0 h 29"/>
                  <a:gd name="T8" fmla="*/ 10 w 10"/>
                  <a:gd name="T9" fmla="*/ 2 h 29"/>
                  <a:gd name="T10" fmla="*/ 10 w 10"/>
                  <a:gd name="T11" fmla="*/ 29 h 29"/>
                  <a:gd name="T12" fmla="*/ 6 w 10"/>
                  <a:gd name="T13" fmla="*/ 29 h 29"/>
                  <a:gd name="T14" fmla="*/ 6 w 10"/>
                  <a:gd name="T15" fmla="*/ 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29">
                    <a:moveTo>
                      <a:pt x="6" y="6"/>
                    </a:moveTo>
                    <a:lnTo>
                      <a:pt x="2" y="8"/>
                    </a:lnTo>
                    <a:lnTo>
                      <a:pt x="0" y="6"/>
                    </a:lnTo>
                    <a:lnTo>
                      <a:pt x="6" y="0"/>
                    </a:lnTo>
                    <a:lnTo>
                      <a:pt x="10" y="2"/>
                    </a:lnTo>
                    <a:lnTo>
                      <a:pt x="10" y="29"/>
                    </a:lnTo>
                    <a:lnTo>
                      <a:pt x="6" y="29"/>
                    </a:lnTo>
                    <a:lnTo>
                      <a:pt x="6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7" name="iŝliḍe">
                <a:extLst>
                  <a:ext uri="{FF2B5EF4-FFF2-40B4-BE49-F238E27FC236}">
                    <a16:creationId xmlns:a16="http://schemas.microsoft.com/office/drawing/2014/main" id="{260A95E9-BAD7-4060-BF76-FE7241DDAB8B}"/>
                  </a:ext>
                </a:extLst>
              </p:cNvPr>
              <p:cNvSpPr/>
              <p:nvPr/>
            </p:nvSpPr>
            <p:spPr bwMode="auto">
              <a:xfrm>
                <a:off x="5114925" y="3586163"/>
                <a:ext cx="25400" cy="46038"/>
              </a:xfrm>
              <a:custGeom>
                <a:avLst/>
                <a:gdLst>
                  <a:gd name="T0" fmla="*/ 4 w 8"/>
                  <a:gd name="T1" fmla="*/ 2 h 14"/>
                  <a:gd name="T2" fmla="*/ 3 w 8"/>
                  <a:gd name="T3" fmla="*/ 2 h 14"/>
                  <a:gd name="T4" fmla="*/ 3 w 8"/>
                  <a:gd name="T5" fmla="*/ 3 h 14"/>
                  <a:gd name="T6" fmla="*/ 2 w 8"/>
                  <a:gd name="T7" fmla="*/ 3 h 14"/>
                  <a:gd name="T8" fmla="*/ 2 w 8"/>
                  <a:gd name="T9" fmla="*/ 5 h 14"/>
                  <a:gd name="T10" fmla="*/ 2 w 8"/>
                  <a:gd name="T11" fmla="*/ 6 h 14"/>
                  <a:gd name="T12" fmla="*/ 3 w 8"/>
                  <a:gd name="T13" fmla="*/ 7 h 14"/>
                  <a:gd name="T14" fmla="*/ 4 w 8"/>
                  <a:gd name="T15" fmla="*/ 7 h 14"/>
                  <a:gd name="T16" fmla="*/ 5 w 8"/>
                  <a:gd name="T17" fmla="*/ 7 h 14"/>
                  <a:gd name="T18" fmla="*/ 6 w 8"/>
                  <a:gd name="T19" fmla="*/ 7 h 14"/>
                  <a:gd name="T20" fmla="*/ 7 w 8"/>
                  <a:gd name="T21" fmla="*/ 6 h 14"/>
                  <a:gd name="T22" fmla="*/ 7 w 8"/>
                  <a:gd name="T23" fmla="*/ 4 h 14"/>
                  <a:gd name="T24" fmla="*/ 6 w 8"/>
                  <a:gd name="T25" fmla="*/ 3 h 14"/>
                  <a:gd name="T26" fmla="*/ 6 w 8"/>
                  <a:gd name="T27" fmla="*/ 2 h 14"/>
                  <a:gd name="T28" fmla="*/ 4 w 8"/>
                  <a:gd name="T29" fmla="*/ 2 h 14"/>
                  <a:gd name="T30" fmla="*/ 4 w 8"/>
                  <a:gd name="T31" fmla="*/ 9 h 14"/>
                  <a:gd name="T32" fmla="*/ 2 w 8"/>
                  <a:gd name="T33" fmla="*/ 9 h 14"/>
                  <a:gd name="T34" fmla="*/ 1 w 8"/>
                  <a:gd name="T35" fmla="*/ 8 h 14"/>
                  <a:gd name="T36" fmla="*/ 0 w 8"/>
                  <a:gd name="T37" fmla="*/ 7 h 14"/>
                  <a:gd name="T38" fmla="*/ 0 w 8"/>
                  <a:gd name="T39" fmla="*/ 5 h 14"/>
                  <a:gd name="T40" fmla="*/ 0 w 8"/>
                  <a:gd name="T41" fmla="*/ 3 h 14"/>
                  <a:gd name="T42" fmla="*/ 1 w 8"/>
                  <a:gd name="T43" fmla="*/ 2 h 14"/>
                  <a:gd name="T44" fmla="*/ 1 w 8"/>
                  <a:gd name="T45" fmla="*/ 1 h 14"/>
                  <a:gd name="T46" fmla="*/ 3 w 8"/>
                  <a:gd name="T47" fmla="*/ 0 h 14"/>
                  <a:gd name="T48" fmla="*/ 4 w 8"/>
                  <a:gd name="T49" fmla="*/ 0 h 14"/>
                  <a:gd name="T50" fmla="*/ 6 w 8"/>
                  <a:gd name="T51" fmla="*/ 0 h 14"/>
                  <a:gd name="T52" fmla="*/ 8 w 8"/>
                  <a:gd name="T53" fmla="*/ 2 h 14"/>
                  <a:gd name="T54" fmla="*/ 8 w 8"/>
                  <a:gd name="T55" fmla="*/ 3 h 14"/>
                  <a:gd name="T56" fmla="*/ 8 w 8"/>
                  <a:gd name="T57" fmla="*/ 5 h 14"/>
                  <a:gd name="T58" fmla="*/ 8 w 8"/>
                  <a:gd name="T59" fmla="*/ 9 h 14"/>
                  <a:gd name="T60" fmla="*/ 8 w 8"/>
                  <a:gd name="T61" fmla="*/ 11 h 14"/>
                  <a:gd name="T62" fmla="*/ 8 w 8"/>
                  <a:gd name="T63" fmla="*/ 12 h 14"/>
                  <a:gd name="T64" fmla="*/ 8 w 8"/>
                  <a:gd name="T65" fmla="*/ 13 h 14"/>
                  <a:gd name="T66" fmla="*/ 7 w 8"/>
                  <a:gd name="T67" fmla="*/ 14 h 14"/>
                  <a:gd name="T68" fmla="*/ 6 w 8"/>
                  <a:gd name="T69" fmla="*/ 14 h 14"/>
                  <a:gd name="T70" fmla="*/ 4 w 8"/>
                  <a:gd name="T71" fmla="*/ 14 h 14"/>
                  <a:gd name="T72" fmla="*/ 3 w 8"/>
                  <a:gd name="T73" fmla="*/ 14 h 14"/>
                  <a:gd name="T74" fmla="*/ 2 w 8"/>
                  <a:gd name="T75" fmla="*/ 14 h 14"/>
                  <a:gd name="T76" fmla="*/ 1 w 8"/>
                  <a:gd name="T77" fmla="*/ 13 h 14"/>
                  <a:gd name="T78" fmla="*/ 0 w 8"/>
                  <a:gd name="T79" fmla="*/ 12 h 14"/>
                  <a:gd name="T80" fmla="*/ 0 w 8"/>
                  <a:gd name="T81" fmla="*/ 11 h 14"/>
                  <a:gd name="T82" fmla="*/ 2 w 8"/>
                  <a:gd name="T83" fmla="*/ 11 h 14"/>
                  <a:gd name="T84" fmla="*/ 2 w 8"/>
                  <a:gd name="T85" fmla="*/ 11 h 14"/>
                  <a:gd name="T86" fmla="*/ 3 w 8"/>
                  <a:gd name="T87" fmla="*/ 12 h 14"/>
                  <a:gd name="T88" fmla="*/ 4 w 8"/>
                  <a:gd name="T89" fmla="*/ 12 h 14"/>
                  <a:gd name="T90" fmla="*/ 5 w 8"/>
                  <a:gd name="T91" fmla="*/ 12 h 14"/>
                  <a:gd name="T92" fmla="*/ 6 w 8"/>
                  <a:gd name="T93" fmla="*/ 12 h 14"/>
                  <a:gd name="T94" fmla="*/ 6 w 8"/>
                  <a:gd name="T95" fmla="*/ 11 h 14"/>
                  <a:gd name="T96" fmla="*/ 7 w 8"/>
                  <a:gd name="T97" fmla="*/ 10 h 14"/>
                  <a:gd name="T98" fmla="*/ 7 w 8"/>
                  <a:gd name="T99" fmla="*/ 9 h 14"/>
                  <a:gd name="T100" fmla="*/ 7 w 8"/>
                  <a:gd name="T101" fmla="*/ 8 h 14"/>
                  <a:gd name="T102" fmla="*/ 6 w 8"/>
                  <a:gd name="T103" fmla="*/ 9 h 14"/>
                  <a:gd name="T104" fmla="*/ 5 w 8"/>
                  <a:gd name="T105" fmla="*/ 9 h 14"/>
                  <a:gd name="T106" fmla="*/ 4 w 8"/>
                  <a:gd name="T107" fmla="*/ 9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8" h="14">
                    <a:moveTo>
                      <a:pt x="4" y="2"/>
                    </a:moveTo>
                    <a:cubicBezTo>
                      <a:pt x="4" y="2"/>
                      <a:pt x="4" y="2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4"/>
                      <a:pt x="2" y="4"/>
                      <a:pt x="2" y="5"/>
                    </a:cubicBezTo>
                    <a:cubicBezTo>
                      <a:pt x="2" y="5"/>
                      <a:pt x="2" y="6"/>
                      <a:pt x="2" y="6"/>
                    </a:cubicBezTo>
                    <a:cubicBezTo>
                      <a:pt x="2" y="6"/>
                      <a:pt x="2" y="6"/>
                      <a:pt x="3" y="7"/>
                    </a:cubicBezTo>
                    <a:cubicBezTo>
                      <a:pt x="3" y="7"/>
                      <a:pt x="3" y="7"/>
                      <a:pt x="4" y="7"/>
                    </a:cubicBezTo>
                    <a:cubicBezTo>
                      <a:pt x="4" y="7"/>
                      <a:pt x="4" y="7"/>
                      <a:pt x="5" y="7"/>
                    </a:cubicBezTo>
                    <a:cubicBezTo>
                      <a:pt x="5" y="7"/>
                      <a:pt x="6" y="7"/>
                      <a:pt x="6" y="7"/>
                    </a:cubicBezTo>
                    <a:cubicBezTo>
                      <a:pt x="6" y="6"/>
                      <a:pt x="6" y="6"/>
                      <a:pt x="7" y="6"/>
                    </a:cubicBezTo>
                    <a:cubicBezTo>
                      <a:pt x="7" y="5"/>
                      <a:pt x="7" y="5"/>
                      <a:pt x="7" y="4"/>
                    </a:cubicBezTo>
                    <a:cubicBezTo>
                      <a:pt x="7" y="4"/>
                      <a:pt x="7" y="3"/>
                      <a:pt x="6" y="3"/>
                    </a:cubicBezTo>
                    <a:cubicBezTo>
                      <a:pt x="6" y="3"/>
                      <a:pt x="6" y="3"/>
                      <a:pt x="6" y="2"/>
                    </a:cubicBezTo>
                    <a:cubicBezTo>
                      <a:pt x="5" y="2"/>
                      <a:pt x="5" y="2"/>
                      <a:pt x="4" y="2"/>
                    </a:cubicBezTo>
                    <a:close/>
                    <a:moveTo>
                      <a:pt x="4" y="9"/>
                    </a:moveTo>
                    <a:cubicBezTo>
                      <a:pt x="4" y="9"/>
                      <a:pt x="3" y="9"/>
                      <a:pt x="2" y="9"/>
                    </a:cubicBezTo>
                    <a:cubicBezTo>
                      <a:pt x="2" y="8"/>
                      <a:pt x="1" y="8"/>
                      <a:pt x="1" y="8"/>
                    </a:cubicBezTo>
                    <a:cubicBezTo>
                      <a:pt x="1" y="7"/>
                      <a:pt x="1" y="7"/>
                      <a:pt x="0" y="7"/>
                    </a:cubicBezTo>
                    <a:cubicBezTo>
                      <a:pt x="0" y="6"/>
                      <a:pt x="0" y="6"/>
                      <a:pt x="0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1" y="2"/>
                      <a:pt x="1" y="1"/>
                      <a:pt x="1" y="1"/>
                    </a:cubicBezTo>
                    <a:cubicBezTo>
                      <a:pt x="2" y="1"/>
                      <a:pt x="2" y="0"/>
                      <a:pt x="3" y="0"/>
                    </a:cubicBezTo>
                    <a:cubicBezTo>
                      <a:pt x="3" y="0"/>
                      <a:pt x="4" y="0"/>
                      <a:pt x="4" y="0"/>
                    </a:cubicBezTo>
                    <a:cubicBezTo>
                      <a:pt x="5" y="0"/>
                      <a:pt x="6" y="0"/>
                      <a:pt x="6" y="0"/>
                    </a:cubicBezTo>
                    <a:cubicBezTo>
                      <a:pt x="7" y="1"/>
                      <a:pt x="7" y="1"/>
                      <a:pt x="8" y="2"/>
                    </a:cubicBezTo>
                    <a:cubicBezTo>
                      <a:pt x="8" y="2"/>
                      <a:pt x="8" y="3"/>
                      <a:pt x="8" y="3"/>
                    </a:cubicBezTo>
                    <a:cubicBezTo>
                      <a:pt x="8" y="4"/>
                      <a:pt x="8" y="4"/>
                      <a:pt x="8" y="5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8" y="10"/>
                      <a:pt x="8" y="10"/>
                      <a:pt x="8" y="11"/>
                    </a:cubicBezTo>
                    <a:cubicBezTo>
                      <a:pt x="8" y="11"/>
                      <a:pt x="8" y="11"/>
                      <a:pt x="8" y="12"/>
                    </a:cubicBezTo>
                    <a:cubicBezTo>
                      <a:pt x="8" y="12"/>
                      <a:pt x="8" y="13"/>
                      <a:pt x="8" y="13"/>
                    </a:cubicBezTo>
                    <a:cubicBezTo>
                      <a:pt x="7" y="13"/>
                      <a:pt x="7" y="13"/>
                      <a:pt x="7" y="14"/>
                    </a:cubicBezTo>
                    <a:cubicBezTo>
                      <a:pt x="7" y="14"/>
                      <a:pt x="6" y="14"/>
                      <a:pt x="6" y="14"/>
                    </a:cubicBezTo>
                    <a:cubicBezTo>
                      <a:pt x="5" y="14"/>
                      <a:pt x="5" y="14"/>
                      <a:pt x="4" y="14"/>
                    </a:cubicBezTo>
                    <a:cubicBezTo>
                      <a:pt x="4" y="14"/>
                      <a:pt x="3" y="14"/>
                      <a:pt x="3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2"/>
                      <a:pt x="2" y="12"/>
                      <a:pt x="3" y="12"/>
                    </a:cubicBezTo>
                    <a:cubicBezTo>
                      <a:pt x="3" y="12"/>
                      <a:pt x="3" y="12"/>
                      <a:pt x="4" y="12"/>
                    </a:cubicBezTo>
                    <a:cubicBezTo>
                      <a:pt x="4" y="12"/>
                      <a:pt x="4" y="12"/>
                      <a:pt x="5" y="12"/>
                    </a:cubicBezTo>
                    <a:cubicBezTo>
                      <a:pt x="5" y="12"/>
                      <a:pt x="5" y="12"/>
                      <a:pt x="6" y="12"/>
                    </a:cubicBezTo>
                    <a:cubicBezTo>
                      <a:pt x="6" y="12"/>
                      <a:pt x="6" y="12"/>
                      <a:pt x="6" y="11"/>
                    </a:cubicBezTo>
                    <a:cubicBezTo>
                      <a:pt x="6" y="11"/>
                      <a:pt x="7" y="11"/>
                      <a:pt x="7" y="10"/>
                    </a:cubicBezTo>
                    <a:cubicBezTo>
                      <a:pt x="7" y="10"/>
                      <a:pt x="7" y="10"/>
                      <a:pt x="7" y="9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9"/>
                      <a:pt x="6" y="9"/>
                      <a:pt x="6" y="9"/>
                    </a:cubicBezTo>
                    <a:cubicBezTo>
                      <a:pt x="6" y="9"/>
                      <a:pt x="6" y="9"/>
                      <a:pt x="5" y="9"/>
                    </a:cubicBezTo>
                    <a:cubicBezTo>
                      <a:pt x="5" y="9"/>
                      <a:pt x="5" y="9"/>
                      <a:pt x="4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8" name="iSḷidé">
                <a:extLst>
                  <a:ext uri="{FF2B5EF4-FFF2-40B4-BE49-F238E27FC236}">
                    <a16:creationId xmlns:a16="http://schemas.microsoft.com/office/drawing/2014/main" id="{47D9352D-F8E6-489A-ADC1-2D1AB05280B5}"/>
                  </a:ext>
                </a:extLst>
              </p:cNvPr>
              <p:cNvSpPr/>
              <p:nvPr/>
            </p:nvSpPr>
            <p:spPr bwMode="auto">
              <a:xfrm>
                <a:off x="5164138" y="3586163"/>
                <a:ext cx="30163" cy="46038"/>
              </a:xfrm>
              <a:custGeom>
                <a:avLst/>
                <a:gdLst>
                  <a:gd name="T0" fmla="*/ 1 w 9"/>
                  <a:gd name="T1" fmla="*/ 13 h 14"/>
                  <a:gd name="T2" fmla="*/ 0 w 9"/>
                  <a:gd name="T3" fmla="*/ 12 h 14"/>
                  <a:gd name="T4" fmla="*/ 0 w 9"/>
                  <a:gd name="T5" fmla="*/ 10 h 14"/>
                  <a:gd name="T6" fmla="*/ 0 w 9"/>
                  <a:gd name="T7" fmla="*/ 8 h 14"/>
                  <a:gd name="T8" fmla="*/ 0 w 9"/>
                  <a:gd name="T9" fmla="*/ 6 h 14"/>
                  <a:gd name="T10" fmla="*/ 0 w 9"/>
                  <a:gd name="T11" fmla="*/ 4 h 14"/>
                  <a:gd name="T12" fmla="*/ 0 w 9"/>
                  <a:gd name="T13" fmla="*/ 3 h 14"/>
                  <a:gd name="T14" fmla="*/ 1 w 9"/>
                  <a:gd name="T15" fmla="*/ 1 h 14"/>
                  <a:gd name="T16" fmla="*/ 2 w 9"/>
                  <a:gd name="T17" fmla="*/ 0 h 14"/>
                  <a:gd name="T18" fmla="*/ 4 w 9"/>
                  <a:gd name="T19" fmla="*/ 0 h 14"/>
                  <a:gd name="T20" fmla="*/ 6 w 9"/>
                  <a:gd name="T21" fmla="*/ 0 h 14"/>
                  <a:gd name="T22" fmla="*/ 7 w 9"/>
                  <a:gd name="T23" fmla="*/ 1 h 14"/>
                  <a:gd name="T24" fmla="*/ 8 w 9"/>
                  <a:gd name="T25" fmla="*/ 2 h 14"/>
                  <a:gd name="T26" fmla="*/ 9 w 9"/>
                  <a:gd name="T27" fmla="*/ 4 h 14"/>
                  <a:gd name="T28" fmla="*/ 9 w 9"/>
                  <a:gd name="T29" fmla="*/ 6 h 14"/>
                  <a:gd name="T30" fmla="*/ 9 w 9"/>
                  <a:gd name="T31" fmla="*/ 8 h 14"/>
                  <a:gd name="T32" fmla="*/ 9 w 9"/>
                  <a:gd name="T33" fmla="*/ 9 h 14"/>
                  <a:gd name="T34" fmla="*/ 9 w 9"/>
                  <a:gd name="T35" fmla="*/ 11 h 14"/>
                  <a:gd name="T36" fmla="*/ 8 w 9"/>
                  <a:gd name="T37" fmla="*/ 12 h 14"/>
                  <a:gd name="T38" fmla="*/ 7 w 9"/>
                  <a:gd name="T39" fmla="*/ 13 h 14"/>
                  <a:gd name="T40" fmla="*/ 6 w 9"/>
                  <a:gd name="T41" fmla="*/ 14 h 14"/>
                  <a:gd name="T42" fmla="*/ 4 w 9"/>
                  <a:gd name="T43" fmla="*/ 14 h 14"/>
                  <a:gd name="T44" fmla="*/ 3 w 9"/>
                  <a:gd name="T45" fmla="*/ 14 h 14"/>
                  <a:gd name="T46" fmla="*/ 1 w 9"/>
                  <a:gd name="T47" fmla="*/ 13 h 14"/>
                  <a:gd name="T48" fmla="*/ 7 w 9"/>
                  <a:gd name="T49" fmla="*/ 7 h 14"/>
                  <a:gd name="T50" fmla="*/ 7 w 9"/>
                  <a:gd name="T51" fmla="*/ 5 h 14"/>
                  <a:gd name="T52" fmla="*/ 6 w 9"/>
                  <a:gd name="T53" fmla="*/ 3 h 14"/>
                  <a:gd name="T54" fmla="*/ 5 w 9"/>
                  <a:gd name="T55" fmla="*/ 2 h 14"/>
                  <a:gd name="T56" fmla="*/ 4 w 9"/>
                  <a:gd name="T57" fmla="*/ 2 h 14"/>
                  <a:gd name="T58" fmla="*/ 3 w 9"/>
                  <a:gd name="T59" fmla="*/ 2 h 14"/>
                  <a:gd name="T60" fmla="*/ 2 w 9"/>
                  <a:gd name="T61" fmla="*/ 3 h 14"/>
                  <a:gd name="T62" fmla="*/ 2 w 9"/>
                  <a:gd name="T63" fmla="*/ 5 h 14"/>
                  <a:gd name="T64" fmla="*/ 1 w 9"/>
                  <a:gd name="T65" fmla="*/ 6 h 14"/>
                  <a:gd name="T66" fmla="*/ 1 w 9"/>
                  <a:gd name="T67" fmla="*/ 7 h 14"/>
                  <a:gd name="T68" fmla="*/ 2 w 9"/>
                  <a:gd name="T69" fmla="*/ 10 h 14"/>
                  <a:gd name="T70" fmla="*/ 2 w 9"/>
                  <a:gd name="T71" fmla="*/ 11 h 14"/>
                  <a:gd name="T72" fmla="*/ 3 w 9"/>
                  <a:gd name="T73" fmla="*/ 12 h 14"/>
                  <a:gd name="T74" fmla="*/ 4 w 9"/>
                  <a:gd name="T75" fmla="*/ 12 h 14"/>
                  <a:gd name="T76" fmla="*/ 5 w 9"/>
                  <a:gd name="T77" fmla="*/ 12 h 14"/>
                  <a:gd name="T78" fmla="*/ 6 w 9"/>
                  <a:gd name="T79" fmla="*/ 11 h 14"/>
                  <a:gd name="T80" fmla="*/ 7 w 9"/>
                  <a:gd name="T81" fmla="*/ 10 h 14"/>
                  <a:gd name="T82" fmla="*/ 7 w 9"/>
                  <a:gd name="T83" fmla="*/ 8 h 14"/>
                  <a:gd name="T84" fmla="*/ 7 w 9"/>
                  <a:gd name="T85" fmla="*/ 7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9" h="14">
                    <a:moveTo>
                      <a:pt x="1" y="13"/>
                    </a:moveTo>
                    <a:cubicBezTo>
                      <a:pt x="1" y="13"/>
                      <a:pt x="1" y="12"/>
                      <a:pt x="0" y="12"/>
                    </a:cubicBezTo>
                    <a:cubicBezTo>
                      <a:pt x="0" y="11"/>
                      <a:pt x="0" y="11"/>
                      <a:pt x="0" y="10"/>
                    </a:cubicBezTo>
                    <a:cubicBezTo>
                      <a:pt x="0" y="9"/>
                      <a:pt x="0" y="9"/>
                      <a:pt x="0" y="8"/>
                    </a:cubicBezTo>
                    <a:cubicBezTo>
                      <a:pt x="0" y="7"/>
                      <a:pt x="0" y="6"/>
                      <a:pt x="0" y="6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0" y="4"/>
                      <a:pt x="0" y="3"/>
                      <a:pt x="0" y="3"/>
                    </a:cubicBezTo>
                    <a:cubicBezTo>
                      <a:pt x="1" y="2"/>
                      <a:pt x="1" y="2"/>
                      <a:pt x="1" y="1"/>
                    </a:cubicBezTo>
                    <a:cubicBezTo>
                      <a:pt x="1" y="1"/>
                      <a:pt x="2" y="1"/>
                      <a:pt x="2" y="0"/>
                    </a:cubicBezTo>
                    <a:cubicBezTo>
                      <a:pt x="3" y="0"/>
                      <a:pt x="4" y="0"/>
                      <a:pt x="4" y="0"/>
                    </a:cubicBezTo>
                    <a:cubicBezTo>
                      <a:pt x="5" y="0"/>
                      <a:pt x="5" y="0"/>
                      <a:pt x="6" y="0"/>
                    </a:cubicBezTo>
                    <a:cubicBezTo>
                      <a:pt x="6" y="0"/>
                      <a:pt x="7" y="1"/>
                      <a:pt x="7" y="1"/>
                    </a:cubicBezTo>
                    <a:cubicBezTo>
                      <a:pt x="7" y="1"/>
                      <a:pt x="8" y="2"/>
                      <a:pt x="8" y="2"/>
                    </a:cubicBezTo>
                    <a:cubicBezTo>
                      <a:pt x="8" y="3"/>
                      <a:pt x="9" y="3"/>
                      <a:pt x="9" y="4"/>
                    </a:cubicBezTo>
                    <a:cubicBezTo>
                      <a:pt x="9" y="5"/>
                      <a:pt x="9" y="5"/>
                      <a:pt x="9" y="6"/>
                    </a:cubicBezTo>
                    <a:cubicBezTo>
                      <a:pt x="9" y="6"/>
                      <a:pt x="9" y="7"/>
                      <a:pt x="9" y="8"/>
                    </a:cubicBezTo>
                    <a:cubicBezTo>
                      <a:pt x="9" y="8"/>
                      <a:pt x="9" y="9"/>
                      <a:pt x="9" y="9"/>
                    </a:cubicBezTo>
                    <a:cubicBezTo>
                      <a:pt x="9" y="10"/>
                      <a:pt x="9" y="10"/>
                      <a:pt x="9" y="11"/>
                    </a:cubicBezTo>
                    <a:cubicBezTo>
                      <a:pt x="8" y="11"/>
                      <a:pt x="8" y="12"/>
                      <a:pt x="8" y="12"/>
                    </a:cubicBezTo>
                    <a:cubicBezTo>
                      <a:pt x="8" y="13"/>
                      <a:pt x="7" y="13"/>
                      <a:pt x="7" y="13"/>
                    </a:cubicBezTo>
                    <a:cubicBezTo>
                      <a:pt x="7" y="14"/>
                      <a:pt x="6" y="14"/>
                      <a:pt x="6" y="14"/>
                    </a:cubicBezTo>
                    <a:cubicBezTo>
                      <a:pt x="5" y="14"/>
                      <a:pt x="5" y="14"/>
                      <a:pt x="4" y="14"/>
                    </a:cubicBezTo>
                    <a:cubicBezTo>
                      <a:pt x="4" y="14"/>
                      <a:pt x="3" y="14"/>
                      <a:pt x="3" y="14"/>
                    </a:cubicBezTo>
                    <a:cubicBezTo>
                      <a:pt x="2" y="14"/>
                      <a:pt x="1" y="13"/>
                      <a:pt x="1" y="13"/>
                    </a:cubicBezTo>
                    <a:close/>
                    <a:moveTo>
                      <a:pt x="7" y="7"/>
                    </a:moveTo>
                    <a:cubicBezTo>
                      <a:pt x="7" y="6"/>
                      <a:pt x="7" y="5"/>
                      <a:pt x="7" y="5"/>
                    </a:cubicBezTo>
                    <a:cubicBezTo>
                      <a:pt x="7" y="4"/>
                      <a:pt x="7" y="4"/>
                      <a:pt x="6" y="3"/>
                    </a:cubicBezTo>
                    <a:cubicBezTo>
                      <a:pt x="6" y="3"/>
                      <a:pt x="6" y="3"/>
                      <a:pt x="5" y="2"/>
                    </a:cubicBezTo>
                    <a:cubicBezTo>
                      <a:pt x="5" y="2"/>
                      <a:pt x="5" y="2"/>
                      <a:pt x="4" y="2"/>
                    </a:cubicBezTo>
                    <a:cubicBezTo>
                      <a:pt x="4" y="2"/>
                      <a:pt x="3" y="2"/>
                      <a:pt x="3" y="2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4"/>
                      <a:pt x="2" y="4"/>
                      <a:pt x="2" y="5"/>
                    </a:cubicBezTo>
                    <a:cubicBezTo>
                      <a:pt x="2" y="5"/>
                      <a:pt x="1" y="6"/>
                      <a:pt x="1" y="6"/>
                    </a:cubicBezTo>
                    <a:cubicBezTo>
                      <a:pt x="1" y="6"/>
                      <a:pt x="1" y="7"/>
                      <a:pt x="1" y="7"/>
                    </a:cubicBezTo>
                    <a:cubicBezTo>
                      <a:pt x="1" y="8"/>
                      <a:pt x="1" y="9"/>
                      <a:pt x="2" y="10"/>
                    </a:cubicBezTo>
                    <a:cubicBezTo>
                      <a:pt x="2" y="10"/>
                      <a:pt x="2" y="11"/>
                      <a:pt x="2" y="11"/>
                    </a:cubicBezTo>
                    <a:cubicBezTo>
                      <a:pt x="2" y="12"/>
                      <a:pt x="3" y="12"/>
                      <a:pt x="3" y="12"/>
                    </a:cubicBezTo>
                    <a:cubicBezTo>
                      <a:pt x="3" y="12"/>
                      <a:pt x="4" y="12"/>
                      <a:pt x="4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2"/>
                      <a:pt x="6" y="12"/>
                      <a:pt x="6" y="11"/>
                    </a:cubicBezTo>
                    <a:cubicBezTo>
                      <a:pt x="7" y="11"/>
                      <a:pt x="7" y="10"/>
                      <a:pt x="7" y="10"/>
                    </a:cubicBezTo>
                    <a:cubicBezTo>
                      <a:pt x="7" y="9"/>
                      <a:pt x="7" y="8"/>
                      <a:pt x="7" y="8"/>
                    </a:cubicBezTo>
                    <a:cubicBezTo>
                      <a:pt x="7" y="8"/>
                      <a:pt x="7" y="7"/>
                      <a:pt x="7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7" name="íśľïďê">
              <a:extLst>
                <a:ext uri="{FF2B5EF4-FFF2-40B4-BE49-F238E27FC236}">
                  <a16:creationId xmlns:a16="http://schemas.microsoft.com/office/drawing/2014/main" id="{B1F506E4-E45F-412B-B2C2-FB6FFC8C7544}"/>
                </a:ext>
              </a:extLst>
            </p:cNvPr>
            <p:cNvGrpSpPr/>
            <p:nvPr/>
          </p:nvGrpSpPr>
          <p:grpSpPr>
            <a:xfrm>
              <a:off x="5156287" y="2481344"/>
              <a:ext cx="4169014" cy="1469307"/>
              <a:chOff x="5722938" y="3046413"/>
              <a:chExt cx="1662113" cy="585788"/>
            </a:xfrm>
            <a:grpFill/>
          </p:grpSpPr>
          <p:sp>
            <p:nvSpPr>
              <p:cNvPr id="38" name="îSľíḑè">
                <a:extLst>
                  <a:ext uri="{FF2B5EF4-FFF2-40B4-BE49-F238E27FC236}">
                    <a16:creationId xmlns:a16="http://schemas.microsoft.com/office/drawing/2014/main" id="{583F7C91-B73F-465E-954E-5564DF87A9D1}"/>
                  </a:ext>
                </a:extLst>
              </p:cNvPr>
              <p:cNvSpPr/>
              <p:nvPr/>
            </p:nvSpPr>
            <p:spPr bwMode="auto">
              <a:xfrm>
                <a:off x="7088188" y="3046413"/>
                <a:ext cx="296863" cy="561975"/>
              </a:xfrm>
              <a:custGeom>
                <a:avLst/>
                <a:gdLst>
                  <a:gd name="T0" fmla="*/ 19 w 90"/>
                  <a:gd name="T1" fmla="*/ 151 h 169"/>
                  <a:gd name="T2" fmla="*/ 55 w 90"/>
                  <a:gd name="T3" fmla="*/ 133 h 169"/>
                  <a:gd name="T4" fmla="*/ 43 w 90"/>
                  <a:gd name="T5" fmla="*/ 157 h 169"/>
                  <a:gd name="T6" fmla="*/ 19 w 90"/>
                  <a:gd name="T7" fmla="*/ 151 h 169"/>
                  <a:gd name="T8" fmla="*/ 2 w 90"/>
                  <a:gd name="T9" fmla="*/ 39 h 169"/>
                  <a:gd name="T10" fmla="*/ 3 w 90"/>
                  <a:gd name="T11" fmla="*/ 56 h 169"/>
                  <a:gd name="T12" fmla="*/ 34 w 90"/>
                  <a:gd name="T13" fmla="*/ 32 h 169"/>
                  <a:gd name="T14" fmla="*/ 38 w 90"/>
                  <a:gd name="T15" fmla="*/ 35 h 169"/>
                  <a:gd name="T16" fmla="*/ 47 w 90"/>
                  <a:gd name="T17" fmla="*/ 26 h 169"/>
                  <a:gd name="T18" fmla="*/ 58 w 90"/>
                  <a:gd name="T19" fmla="*/ 16 h 169"/>
                  <a:gd name="T20" fmla="*/ 9 w 90"/>
                  <a:gd name="T21" fmla="*/ 90 h 169"/>
                  <a:gd name="T22" fmla="*/ 9 w 90"/>
                  <a:gd name="T23" fmla="*/ 101 h 169"/>
                  <a:gd name="T24" fmla="*/ 31 w 90"/>
                  <a:gd name="T25" fmla="*/ 89 h 169"/>
                  <a:gd name="T26" fmla="*/ 26 w 90"/>
                  <a:gd name="T27" fmla="*/ 107 h 169"/>
                  <a:gd name="T28" fmla="*/ 30 w 90"/>
                  <a:gd name="T29" fmla="*/ 113 h 169"/>
                  <a:gd name="T30" fmla="*/ 53 w 90"/>
                  <a:gd name="T31" fmla="*/ 118 h 169"/>
                  <a:gd name="T32" fmla="*/ 2 w 90"/>
                  <a:gd name="T33" fmla="*/ 145 h 169"/>
                  <a:gd name="T34" fmla="*/ 48 w 90"/>
                  <a:gd name="T35" fmla="*/ 169 h 169"/>
                  <a:gd name="T36" fmla="*/ 64 w 90"/>
                  <a:gd name="T37" fmla="*/ 130 h 169"/>
                  <a:gd name="T38" fmla="*/ 82 w 90"/>
                  <a:gd name="T39" fmla="*/ 137 h 169"/>
                  <a:gd name="T40" fmla="*/ 90 w 90"/>
                  <a:gd name="T41" fmla="*/ 130 h 169"/>
                  <a:gd name="T42" fmla="*/ 62 w 90"/>
                  <a:gd name="T43" fmla="*/ 119 h 169"/>
                  <a:gd name="T44" fmla="*/ 45 w 90"/>
                  <a:gd name="T45" fmla="*/ 106 h 169"/>
                  <a:gd name="T46" fmla="*/ 47 w 90"/>
                  <a:gd name="T47" fmla="*/ 77 h 169"/>
                  <a:gd name="T48" fmla="*/ 25 w 90"/>
                  <a:gd name="T49" fmla="*/ 82 h 169"/>
                  <a:gd name="T50" fmla="*/ 71 w 90"/>
                  <a:gd name="T51" fmla="*/ 16 h 169"/>
                  <a:gd name="T52" fmla="*/ 59 w 90"/>
                  <a:gd name="T53" fmla="*/ 7 h 169"/>
                  <a:gd name="T54" fmla="*/ 41 w 90"/>
                  <a:gd name="T55" fmla="*/ 21 h 169"/>
                  <a:gd name="T56" fmla="*/ 30 w 90"/>
                  <a:gd name="T57" fmla="*/ 28 h 169"/>
                  <a:gd name="T58" fmla="*/ 17 w 90"/>
                  <a:gd name="T59" fmla="*/ 43 h 169"/>
                  <a:gd name="T60" fmla="*/ 2 w 90"/>
                  <a:gd name="T61" fmla="*/ 39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90" h="169">
                    <a:moveTo>
                      <a:pt x="19" y="151"/>
                    </a:moveTo>
                    <a:cubicBezTo>
                      <a:pt x="19" y="151"/>
                      <a:pt x="41" y="128"/>
                      <a:pt x="55" y="133"/>
                    </a:cubicBezTo>
                    <a:cubicBezTo>
                      <a:pt x="55" y="133"/>
                      <a:pt x="62" y="158"/>
                      <a:pt x="43" y="157"/>
                    </a:cubicBezTo>
                    <a:cubicBezTo>
                      <a:pt x="23" y="155"/>
                      <a:pt x="19" y="151"/>
                      <a:pt x="19" y="151"/>
                    </a:cubicBezTo>
                    <a:close/>
                    <a:moveTo>
                      <a:pt x="2" y="39"/>
                    </a:moveTo>
                    <a:cubicBezTo>
                      <a:pt x="0" y="46"/>
                      <a:pt x="3" y="56"/>
                      <a:pt x="3" y="56"/>
                    </a:cubicBezTo>
                    <a:cubicBezTo>
                      <a:pt x="6" y="75"/>
                      <a:pt x="34" y="32"/>
                      <a:pt x="34" y="32"/>
                    </a:cubicBezTo>
                    <a:cubicBezTo>
                      <a:pt x="35" y="35"/>
                      <a:pt x="38" y="35"/>
                      <a:pt x="38" y="35"/>
                    </a:cubicBezTo>
                    <a:cubicBezTo>
                      <a:pt x="52" y="37"/>
                      <a:pt x="47" y="26"/>
                      <a:pt x="47" y="26"/>
                    </a:cubicBezTo>
                    <a:cubicBezTo>
                      <a:pt x="49" y="21"/>
                      <a:pt x="58" y="16"/>
                      <a:pt x="58" y="16"/>
                    </a:cubicBezTo>
                    <a:cubicBezTo>
                      <a:pt x="44" y="53"/>
                      <a:pt x="9" y="90"/>
                      <a:pt x="9" y="90"/>
                    </a:cubicBezTo>
                    <a:cubicBezTo>
                      <a:pt x="9" y="101"/>
                      <a:pt x="9" y="101"/>
                      <a:pt x="9" y="101"/>
                    </a:cubicBezTo>
                    <a:cubicBezTo>
                      <a:pt x="12" y="114"/>
                      <a:pt x="31" y="89"/>
                      <a:pt x="31" y="89"/>
                    </a:cubicBezTo>
                    <a:cubicBezTo>
                      <a:pt x="26" y="107"/>
                      <a:pt x="26" y="107"/>
                      <a:pt x="26" y="107"/>
                    </a:cubicBezTo>
                    <a:cubicBezTo>
                      <a:pt x="24" y="115"/>
                      <a:pt x="30" y="113"/>
                      <a:pt x="30" y="113"/>
                    </a:cubicBezTo>
                    <a:cubicBezTo>
                      <a:pt x="53" y="112"/>
                      <a:pt x="53" y="118"/>
                      <a:pt x="53" y="118"/>
                    </a:cubicBezTo>
                    <a:cubicBezTo>
                      <a:pt x="12" y="121"/>
                      <a:pt x="2" y="145"/>
                      <a:pt x="2" y="145"/>
                    </a:cubicBezTo>
                    <a:cubicBezTo>
                      <a:pt x="6" y="156"/>
                      <a:pt x="25" y="161"/>
                      <a:pt x="48" y="169"/>
                    </a:cubicBezTo>
                    <a:cubicBezTo>
                      <a:pt x="71" y="168"/>
                      <a:pt x="64" y="130"/>
                      <a:pt x="64" y="130"/>
                    </a:cubicBezTo>
                    <a:cubicBezTo>
                      <a:pt x="79" y="129"/>
                      <a:pt x="82" y="137"/>
                      <a:pt x="82" y="137"/>
                    </a:cubicBezTo>
                    <a:cubicBezTo>
                      <a:pt x="90" y="130"/>
                      <a:pt x="90" y="130"/>
                      <a:pt x="90" y="130"/>
                    </a:cubicBezTo>
                    <a:cubicBezTo>
                      <a:pt x="79" y="115"/>
                      <a:pt x="62" y="119"/>
                      <a:pt x="62" y="119"/>
                    </a:cubicBezTo>
                    <a:cubicBezTo>
                      <a:pt x="60" y="107"/>
                      <a:pt x="45" y="106"/>
                      <a:pt x="45" y="106"/>
                    </a:cubicBezTo>
                    <a:cubicBezTo>
                      <a:pt x="35" y="105"/>
                      <a:pt x="44" y="92"/>
                      <a:pt x="47" y="77"/>
                    </a:cubicBezTo>
                    <a:cubicBezTo>
                      <a:pt x="47" y="64"/>
                      <a:pt x="25" y="82"/>
                      <a:pt x="25" y="82"/>
                    </a:cubicBezTo>
                    <a:cubicBezTo>
                      <a:pt x="43" y="66"/>
                      <a:pt x="66" y="31"/>
                      <a:pt x="71" y="16"/>
                    </a:cubicBezTo>
                    <a:cubicBezTo>
                      <a:pt x="75" y="0"/>
                      <a:pt x="59" y="7"/>
                      <a:pt x="59" y="7"/>
                    </a:cubicBezTo>
                    <a:cubicBezTo>
                      <a:pt x="59" y="7"/>
                      <a:pt x="42" y="20"/>
                      <a:pt x="41" y="21"/>
                    </a:cubicBezTo>
                    <a:cubicBezTo>
                      <a:pt x="32" y="21"/>
                      <a:pt x="30" y="28"/>
                      <a:pt x="30" y="28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7" y="54"/>
                      <a:pt x="2" y="39"/>
                      <a:pt x="2" y="3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9" name="îṥḻîďé">
                <a:extLst>
                  <a:ext uri="{FF2B5EF4-FFF2-40B4-BE49-F238E27FC236}">
                    <a16:creationId xmlns:a16="http://schemas.microsoft.com/office/drawing/2014/main" id="{034632B7-4F2C-48DB-BC75-4D325AECA7E7}"/>
                  </a:ext>
                </a:extLst>
              </p:cNvPr>
              <p:cNvSpPr/>
              <p:nvPr/>
            </p:nvSpPr>
            <p:spPr bwMode="auto">
              <a:xfrm>
                <a:off x="6802438" y="3471863"/>
                <a:ext cx="63500" cy="96838"/>
              </a:xfrm>
              <a:custGeom>
                <a:avLst/>
                <a:gdLst>
                  <a:gd name="T0" fmla="*/ 0 w 19"/>
                  <a:gd name="T1" fmla="*/ 0 h 29"/>
                  <a:gd name="T2" fmla="*/ 1 w 19"/>
                  <a:gd name="T3" fmla="*/ 29 h 29"/>
                  <a:gd name="T4" fmla="*/ 16 w 19"/>
                  <a:gd name="T5" fmla="*/ 13 h 29"/>
                  <a:gd name="T6" fmla="*/ 0 w 19"/>
                  <a:gd name="T7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29">
                    <a:moveTo>
                      <a:pt x="0" y="0"/>
                    </a:moveTo>
                    <a:cubicBezTo>
                      <a:pt x="0" y="0"/>
                      <a:pt x="9" y="19"/>
                      <a:pt x="1" y="29"/>
                    </a:cubicBezTo>
                    <a:cubicBezTo>
                      <a:pt x="1" y="29"/>
                      <a:pt x="13" y="27"/>
                      <a:pt x="16" y="13"/>
                    </a:cubicBezTo>
                    <a:cubicBezTo>
                      <a:pt x="19" y="0"/>
                      <a:pt x="4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iṣľíḍé">
                <a:extLst>
                  <a:ext uri="{FF2B5EF4-FFF2-40B4-BE49-F238E27FC236}">
                    <a16:creationId xmlns:a16="http://schemas.microsoft.com/office/drawing/2014/main" id="{77E427BA-9336-42BA-8F93-AFBE0BC83AD9}"/>
                  </a:ext>
                </a:extLst>
              </p:cNvPr>
              <p:cNvSpPr/>
              <p:nvPr/>
            </p:nvSpPr>
            <p:spPr bwMode="auto">
              <a:xfrm>
                <a:off x="6605588" y="3289301"/>
                <a:ext cx="223838" cy="309563"/>
              </a:xfrm>
              <a:custGeom>
                <a:avLst/>
                <a:gdLst>
                  <a:gd name="T0" fmla="*/ 26 w 68"/>
                  <a:gd name="T1" fmla="*/ 21 h 93"/>
                  <a:gd name="T2" fmla="*/ 30 w 68"/>
                  <a:gd name="T3" fmla="*/ 28 h 93"/>
                  <a:gd name="T4" fmla="*/ 42 w 68"/>
                  <a:gd name="T5" fmla="*/ 18 h 93"/>
                  <a:gd name="T6" fmla="*/ 37 w 68"/>
                  <a:gd name="T7" fmla="*/ 9 h 93"/>
                  <a:gd name="T8" fmla="*/ 46 w 68"/>
                  <a:gd name="T9" fmla="*/ 6 h 93"/>
                  <a:gd name="T10" fmla="*/ 53 w 68"/>
                  <a:gd name="T11" fmla="*/ 12 h 93"/>
                  <a:gd name="T12" fmla="*/ 62 w 68"/>
                  <a:gd name="T13" fmla="*/ 5 h 93"/>
                  <a:gd name="T14" fmla="*/ 68 w 68"/>
                  <a:gd name="T15" fmla="*/ 10 h 93"/>
                  <a:gd name="T16" fmla="*/ 53 w 68"/>
                  <a:gd name="T17" fmla="*/ 25 h 93"/>
                  <a:gd name="T18" fmla="*/ 27 w 68"/>
                  <a:gd name="T19" fmla="*/ 71 h 93"/>
                  <a:gd name="T20" fmla="*/ 0 w 68"/>
                  <a:gd name="T21" fmla="*/ 92 h 93"/>
                  <a:gd name="T22" fmla="*/ 0 w 68"/>
                  <a:gd name="T23" fmla="*/ 89 h 93"/>
                  <a:gd name="T24" fmla="*/ 31 w 68"/>
                  <a:gd name="T25" fmla="*/ 42 h 93"/>
                  <a:gd name="T26" fmla="*/ 21 w 68"/>
                  <a:gd name="T27" fmla="*/ 23 h 93"/>
                  <a:gd name="T28" fmla="*/ 26 w 68"/>
                  <a:gd name="T29" fmla="*/ 2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8" h="93">
                    <a:moveTo>
                      <a:pt x="26" y="21"/>
                    </a:moveTo>
                    <a:cubicBezTo>
                      <a:pt x="26" y="21"/>
                      <a:pt x="21" y="36"/>
                      <a:pt x="30" y="28"/>
                    </a:cubicBezTo>
                    <a:cubicBezTo>
                      <a:pt x="42" y="18"/>
                      <a:pt x="42" y="18"/>
                      <a:pt x="42" y="18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37" y="9"/>
                      <a:pt x="38" y="0"/>
                      <a:pt x="46" y="6"/>
                    </a:cubicBezTo>
                    <a:cubicBezTo>
                      <a:pt x="53" y="12"/>
                      <a:pt x="53" y="12"/>
                      <a:pt x="53" y="12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8" y="10"/>
                      <a:pt x="68" y="10"/>
                      <a:pt x="68" y="10"/>
                    </a:cubicBezTo>
                    <a:cubicBezTo>
                      <a:pt x="53" y="25"/>
                      <a:pt x="53" y="25"/>
                      <a:pt x="53" y="25"/>
                    </a:cubicBezTo>
                    <a:cubicBezTo>
                      <a:pt x="53" y="25"/>
                      <a:pt x="54" y="39"/>
                      <a:pt x="27" y="71"/>
                    </a:cubicBezTo>
                    <a:cubicBezTo>
                      <a:pt x="27" y="71"/>
                      <a:pt x="12" y="93"/>
                      <a:pt x="0" y="92"/>
                    </a:cubicBezTo>
                    <a:cubicBezTo>
                      <a:pt x="0" y="89"/>
                      <a:pt x="0" y="89"/>
                      <a:pt x="0" y="89"/>
                    </a:cubicBezTo>
                    <a:cubicBezTo>
                      <a:pt x="0" y="89"/>
                      <a:pt x="17" y="83"/>
                      <a:pt x="31" y="42"/>
                    </a:cubicBezTo>
                    <a:cubicBezTo>
                      <a:pt x="31" y="42"/>
                      <a:pt x="13" y="49"/>
                      <a:pt x="21" y="23"/>
                    </a:cubicBezTo>
                    <a:cubicBezTo>
                      <a:pt x="21" y="23"/>
                      <a:pt x="22" y="16"/>
                      <a:pt x="26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iSlidé">
                <a:extLst>
                  <a:ext uri="{FF2B5EF4-FFF2-40B4-BE49-F238E27FC236}">
                    <a16:creationId xmlns:a16="http://schemas.microsoft.com/office/drawing/2014/main" id="{8C2EF347-4586-4DCE-BA4E-21E22F7139B9}"/>
                  </a:ext>
                </a:extLst>
              </p:cNvPr>
              <p:cNvSpPr/>
              <p:nvPr/>
            </p:nvSpPr>
            <p:spPr bwMode="auto">
              <a:xfrm>
                <a:off x="6334125" y="3495676"/>
                <a:ext cx="79375" cy="76200"/>
              </a:xfrm>
              <a:custGeom>
                <a:avLst/>
                <a:gdLst>
                  <a:gd name="T0" fmla="*/ 0 w 24"/>
                  <a:gd name="T1" fmla="*/ 4 h 23"/>
                  <a:gd name="T2" fmla="*/ 21 w 24"/>
                  <a:gd name="T3" fmla="*/ 19 h 23"/>
                  <a:gd name="T4" fmla="*/ 18 w 24"/>
                  <a:gd name="T5" fmla="*/ 23 h 23"/>
                  <a:gd name="T6" fmla="*/ 0 w 24"/>
                  <a:gd name="T7" fmla="*/ 4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4" h="23">
                    <a:moveTo>
                      <a:pt x="0" y="4"/>
                    </a:moveTo>
                    <a:cubicBezTo>
                      <a:pt x="0" y="4"/>
                      <a:pt x="24" y="0"/>
                      <a:pt x="21" y="19"/>
                    </a:cubicBezTo>
                    <a:cubicBezTo>
                      <a:pt x="18" y="23"/>
                      <a:pt x="18" y="23"/>
                      <a:pt x="18" y="23"/>
                    </a:cubicBez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2" name="ïśľïdê">
                <a:extLst>
                  <a:ext uri="{FF2B5EF4-FFF2-40B4-BE49-F238E27FC236}">
                    <a16:creationId xmlns:a16="http://schemas.microsoft.com/office/drawing/2014/main" id="{7779A4E8-87D8-4496-A494-674B35972478}"/>
                  </a:ext>
                </a:extLst>
              </p:cNvPr>
              <p:cNvSpPr/>
              <p:nvPr/>
            </p:nvSpPr>
            <p:spPr bwMode="auto">
              <a:xfrm>
                <a:off x="6194425" y="3171826"/>
                <a:ext cx="225425" cy="460375"/>
              </a:xfrm>
              <a:custGeom>
                <a:avLst/>
                <a:gdLst>
                  <a:gd name="T0" fmla="*/ 3 w 68"/>
                  <a:gd name="T1" fmla="*/ 55 h 138"/>
                  <a:gd name="T2" fmla="*/ 24 w 68"/>
                  <a:gd name="T3" fmla="*/ 42 h 138"/>
                  <a:gd name="T4" fmla="*/ 38 w 68"/>
                  <a:gd name="T5" fmla="*/ 1 h 138"/>
                  <a:gd name="T6" fmla="*/ 44 w 68"/>
                  <a:gd name="T7" fmla="*/ 16 h 138"/>
                  <a:gd name="T8" fmla="*/ 37 w 68"/>
                  <a:gd name="T9" fmla="*/ 34 h 138"/>
                  <a:gd name="T10" fmla="*/ 55 w 68"/>
                  <a:gd name="T11" fmla="*/ 12 h 138"/>
                  <a:gd name="T12" fmla="*/ 58 w 68"/>
                  <a:gd name="T13" fmla="*/ 32 h 138"/>
                  <a:gd name="T14" fmla="*/ 24 w 68"/>
                  <a:gd name="T15" fmla="*/ 62 h 138"/>
                  <a:gd name="T16" fmla="*/ 18 w 68"/>
                  <a:gd name="T17" fmla="*/ 92 h 138"/>
                  <a:gd name="T18" fmla="*/ 27 w 68"/>
                  <a:gd name="T19" fmla="*/ 83 h 138"/>
                  <a:gd name="T20" fmla="*/ 34 w 68"/>
                  <a:gd name="T21" fmla="*/ 56 h 138"/>
                  <a:gd name="T22" fmla="*/ 47 w 68"/>
                  <a:gd name="T23" fmla="*/ 76 h 138"/>
                  <a:gd name="T24" fmla="*/ 39 w 68"/>
                  <a:gd name="T25" fmla="*/ 87 h 138"/>
                  <a:gd name="T26" fmla="*/ 40 w 68"/>
                  <a:gd name="T27" fmla="*/ 132 h 138"/>
                  <a:gd name="T28" fmla="*/ 22 w 68"/>
                  <a:gd name="T29" fmla="*/ 120 h 138"/>
                  <a:gd name="T30" fmla="*/ 12 w 68"/>
                  <a:gd name="T31" fmla="*/ 138 h 138"/>
                  <a:gd name="T32" fmla="*/ 2 w 68"/>
                  <a:gd name="T33" fmla="*/ 127 h 138"/>
                  <a:gd name="T34" fmla="*/ 27 w 68"/>
                  <a:gd name="T35" fmla="*/ 102 h 138"/>
                  <a:gd name="T36" fmla="*/ 26 w 68"/>
                  <a:gd name="T37" fmla="*/ 95 h 138"/>
                  <a:gd name="T38" fmla="*/ 15 w 68"/>
                  <a:gd name="T39" fmla="*/ 106 h 138"/>
                  <a:gd name="T40" fmla="*/ 5 w 68"/>
                  <a:gd name="T41" fmla="*/ 98 h 138"/>
                  <a:gd name="T42" fmla="*/ 16 w 68"/>
                  <a:gd name="T43" fmla="*/ 67 h 138"/>
                  <a:gd name="T44" fmla="*/ 3 w 68"/>
                  <a:gd name="T45" fmla="*/ 55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8" h="138">
                    <a:moveTo>
                      <a:pt x="3" y="55"/>
                    </a:moveTo>
                    <a:cubicBezTo>
                      <a:pt x="3" y="55"/>
                      <a:pt x="17" y="58"/>
                      <a:pt x="24" y="42"/>
                    </a:cubicBezTo>
                    <a:cubicBezTo>
                      <a:pt x="24" y="42"/>
                      <a:pt x="38" y="9"/>
                      <a:pt x="38" y="1"/>
                    </a:cubicBezTo>
                    <a:cubicBezTo>
                      <a:pt x="38" y="1"/>
                      <a:pt x="46" y="0"/>
                      <a:pt x="44" y="16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55" y="23"/>
                      <a:pt x="55" y="12"/>
                    </a:cubicBezTo>
                    <a:cubicBezTo>
                      <a:pt x="55" y="12"/>
                      <a:pt x="68" y="10"/>
                      <a:pt x="58" y="32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18" y="92"/>
                      <a:pt x="18" y="92"/>
                      <a:pt x="18" y="92"/>
                    </a:cubicBezTo>
                    <a:cubicBezTo>
                      <a:pt x="27" y="83"/>
                      <a:pt x="27" y="83"/>
                      <a:pt x="27" y="83"/>
                    </a:cubicBezTo>
                    <a:cubicBezTo>
                      <a:pt x="27" y="83"/>
                      <a:pt x="27" y="61"/>
                      <a:pt x="34" y="56"/>
                    </a:cubicBezTo>
                    <a:cubicBezTo>
                      <a:pt x="34" y="56"/>
                      <a:pt x="50" y="55"/>
                      <a:pt x="47" y="76"/>
                    </a:cubicBezTo>
                    <a:cubicBezTo>
                      <a:pt x="47" y="76"/>
                      <a:pt x="42" y="83"/>
                      <a:pt x="39" y="87"/>
                    </a:cubicBezTo>
                    <a:cubicBezTo>
                      <a:pt x="40" y="132"/>
                      <a:pt x="40" y="132"/>
                      <a:pt x="40" y="132"/>
                    </a:cubicBezTo>
                    <a:cubicBezTo>
                      <a:pt x="22" y="120"/>
                      <a:pt x="22" y="120"/>
                      <a:pt x="22" y="120"/>
                    </a:cubicBezTo>
                    <a:cubicBezTo>
                      <a:pt x="12" y="138"/>
                      <a:pt x="12" y="138"/>
                      <a:pt x="12" y="138"/>
                    </a:cubicBezTo>
                    <a:cubicBezTo>
                      <a:pt x="2" y="127"/>
                      <a:pt x="2" y="127"/>
                      <a:pt x="2" y="127"/>
                    </a:cubicBezTo>
                    <a:cubicBezTo>
                      <a:pt x="2" y="127"/>
                      <a:pt x="25" y="114"/>
                      <a:pt x="27" y="102"/>
                    </a:cubicBezTo>
                    <a:cubicBezTo>
                      <a:pt x="26" y="95"/>
                      <a:pt x="26" y="95"/>
                      <a:pt x="26" y="95"/>
                    </a:cubicBezTo>
                    <a:cubicBezTo>
                      <a:pt x="15" y="106"/>
                      <a:pt x="15" y="106"/>
                      <a:pt x="15" y="106"/>
                    </a:cubicBezTo>
                    <a:cubicBezTo>
                      <a:pt x="5" y="98"/>
                      <a:pt x="5" y="98"/>
                      <a:pt x="5" y="98"/>
                    </a:cubicBezTo>
                    <a:cubicBezTo>
                      <a:pt x="16" y="67"/>
                      <a:pt x="16" y="67"/>
                      <a:pt x="16" y="67"/>
                    </a:cubicBezTo>
                    <a:cubicBezTo>
                      <a:pt x="16" y="67"/>
                      <a:pt x="0" y="60"/>
                      <a:pt x="3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3" name="išḷíḍe">
                <a:extLst>
                  <a:ext uri="{FF2B5EF4-FFF2-40B4-BE49-F238E27FC236}">
                    <a16:creationId xmlns:a16="http://schemas.microsoft.com/office/drawing/2014/main" id="{7F476276-FE05-4EBA-9554-25580868476D}"/>
                  </a:ext>
                </a:extLst>
              </p:cNvPr>
              <p:cNvSpPr/>
              <p:nvPr/>
            </p:nvSpPr>
            <p:spPr bwMode="auto">
              <a:xfrm>
                <a:off x="5946775" y="3398838"/>
                <a:ext cx="96838" cy="100013"/>
              </a:xfrm>
              <a:custGeom>
                <a:avLst/>
                <a:gdLst>
                  <a:gd name="T0" fmla="*/ 0 w 29"/>
                  <a:gd name="T1" fmla="*/ 30 h 30"/>
                  <a:gd name="T2" fmla="*/ 14 w 29"/>
                  <a:gd name="T3" fmla="*/ 0 h 30"/>
                  <a:gd name="T4" fmla="*/ 29 w 29"/>
                  <a:gd name="T5" fmla="*/ 14 h 30"/>
                  <a:gd name="T6" fmla="*/ 0 w 29"/>
                  <a:gd name="T7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30">
                    <a:moveTo>
                      <a:pt x="0" y="3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9" y="14"/>
                      <a:pt x="9" y="29"/>
                      <a:pt x="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4" name="îṣḻîḓè">
                <a:extLst>
                  <a:ext uri="{FF2B5EF4-FFF2-40B4-BE49-F238E27FC236}">
                    <a16:creationId xmlns:a16="http://schemas.microsoft.com/office/drawing/2014/main" id="{ACC74B45-02FF-4F34-8E7E-F082B340D77C}"/>
                  </a:ext>
                </a:extLst>
              </p:cNvPr>
              <p:cNvSpPr/>
              <p:nvPr/>
            </p:nvSpPr>
            <p:spPr bwMode="auto">
              <a:xfrm>
                <a:off x="5722938" y="3419476"/>
                <a:ext cx="201613" cy="176213"/>
              </a:xfrm>
              <a:custGeom>
                <a:avLst/>
                <a:gdLst>
                  <a:gd name="T0" fmla="*/ 16 w 61"/>
                  <a:gd name="T1" fmla="*/ 38 h 53"/>
                  <a:gd name="T2" fmla="*/ 59 w 61"/>
                  <a:gd name="T3" fmla="*/ 0 h 53"/>
                  <a:gd name="T4" fmla="*/ 61 w 61"/>
                  <a:gd name="T5" fmla="*/ 4 h 53"/>
                  <a:gd name="T6" fmla="*/ 10 w 61"/>
                  <a:gd name="T7" fmla="*/ 53 h 53"/>
                  <a:gd name="T8" fmla="*/ 0 w 61"/>
                  <a:gd name="T9" fmla="*/ 41 h 53"/>
                  <a:gd name="T10" fmla="*/ 11 w 61"/>
                  <a:gd name="T11" fmla="*/ 8 h 53"/>
                  <a:gd name="T12" fmla="*/ 16 w 61"/>
                  <a:gd name="T13" fmla="*/ 38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1" h="53">
                    <a:moveTo>
                      <a:pt x="16" y="38"/>
                    </a:moveTo>
                    <a:cubicBezTo>
                      <a:pt x="59" y="0"/>
                      <a:pt x="59" y="0"/>
                      <a:pt x="59" y="0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4"/>
                      <a:pt x="40" y="40"/>
                      <a:pt x="10" y="53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1"/>
                      <a:pt x="11" y="18"/>
                      <a:pt x="11" y="8"/>
                    </a:cubicBezTo>
                    <a:cubicBezTo>
                      <a:pt x="11" y="8"/>
                      <a:pt x="27" y="6"/>
                      <a:pt x="16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iṣḷîḓé">
                <a:extLst>
                  <a:ext uri="{FF2B5EF4-FFF2-40B4-BE49-F238E27FC236}">
                    <a16:creationId xmlns:a16="http://schemas.microsoft.com/office/drawing/2014/main" id="{53C94A61-654E-4C9F-B270-BEE5DAF51C27}"/>
                  </a:ext>
                </a:extLst>
              </p:cNvPr>
              <p:cNvSpPr/>
              <p:nvPr/>
            </p:nvSpPr>
            <p:spPr bwMode="auto">
              <a:xfrm>
                <a:off x="5870575" y="3235326"/>
                <a:ext cx="60325" cy="177800"/>
              </a:xfrm>
              <a:custGeom>
                <a:avLst/>
                <a:gdLst>
                  <a:gd name="T0" fmla="*/ 0 w 18"/>
                  <a:gd name="T1" fmla="*/ 51 h 53"/>
                  <a:gd name="T2" fmla="*/ 1 w 18"/>
                  <a:gd name="T3" fmla="*/ 0 h 53"/>
                  <a:gd name="T4" fmla="*/ 15 w 18"/>
                  <a:gd name="T5" fmla="*/ 21 h 53"/>
                  <a:gd name="T6" fmla="*/ 0 w 18"/>
                  <a:gd name="T7" fmla="*/ 51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" h="53">
                    <a:moveTo>
                      <a:pt x="0" y="51"/>
                    </a:moveTo>
                    <a:cubicBezTo>
                      <a:pt x="0" y="51"/>
                      <a:pt x="8" y="16"/>
                      <a:pt x="1" y="0"/>
                    </a:cubicBezTo>
                    <a:cubicBezTo>
                      <a:pt x="1" y="0"/>
                      <a:pt x="18" y="4"/>
                      <a:pt x="15" y="21"/>
                    </a:cubicBezTo>
                    <a:cubicBezTo>
                      <a:pt x="11" y="39"/>
                      <a:pt x="11" y="53"/>
                      <a:pt x="0" y="5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8" name="ïṩ1îḑé">
              <a:extLst>
                <a:ext uri="{FF2B5EF4-FFF2-40B4-BE49-F238E27FC236}">
                  <a16:creationId xmlns:a16="http://schemas.microsoft.com/office/drawing/2014/main" id="{4CF24D40-3498-4DA2-8E14-09580AC415B4}"/>
                </a:ext>
              </a:extLst>
            </p:cNvPr>
            <p:cNvGrpSpPr/>
            <p:nvPr/>
          </p:nvGrpSpPr>
          <p:grpSpPr>
            <a:xfrm>
              <a:off x="5112548" y="4078070"/>
              <a:ext cx="4180976" cy="274494"/>
              <a:chOff x="5705475" y="3682999"/>
              <a:chExt cx="1666875" cy="109436"/>
            </a:xfrm>
            <a:grpFill/>
          </p:grpSpPr>
          <p:sp>
            <p:nvSpPr>
              <p:cNvPr id="19" name="îṣḷidê">
                <a:extLst>
                  <a:ext uri="{FF2B5EF4-FFF2-40B4-BE49-F238E27FC236}">
                    <a16:creationId xmlns:a16="http://schemas.microsoft.com/office/drawing/2014/main" id="{E6464D9B-1147-40C6-99A2-5C95750CB15A}"/>
                  </a:ext>
                </a:extLst>
              </p:cNvPr>
              <p:cNvSpPr/>
              <p:nvPr/>
            </p:nvSpPr>
            <p:spPr bwMode="auto">
              <a:xfrm>
                <a:off x="5705475" y="3683001"/>
                <a:ext cx="63500" cy="92075"/>
              </a:xfrm>
              <a:custGeom>
                <a:avLst/>
                <a:gdLst>
                  <a:gd name="T0" fmla="*/ 19 w 19"/>
                  <a:gd name="T1" fmla="*/ 20 h 28"/>
                  <a:gd name="T2" fmla="*/ 16 w 19"/>
                  <a:gd name="T3" fmla="*/ 25 h 28"/>
                  <a:gd name="T4" fmla="*/ 9 w 19"/>
                  <a:gd name="T5" fmla="*/ 28 h 28"/>
                  <a:gd name="T6" fmla="*/ 2 w 19"/>
                  <a:gd name="T7" fmla="*/ 25 h 28"/>
                  <a:gd name="T8" fmla="*/ 0 w 19"/>
                  <a:gd name="T9" fmla="*/ 20 h 28"/>
                  <a:gd name="T10" fmla="*/ 0 w 19"/>
                  <a:gd name="T11" fmla="*/ 19 h 28"/>
                  <a:gd name="T12" fmla="*/ 4 w 19"/>
                  <a:gd name="T13" fmla="*/ 19 h 28"/>
                  <a:gd name="T14" fmla="*/ 4 w 19"/>
                  <a:gd name="T15" fmla="*/ 20 h 28"/>
                  <a:gd name="T16" fmla="*/ 6 w 19"/>
                  <a:gd name="T17" fmla="*/ 23 h 28"/>
                  <a:gd name="T18" fmla="*/ 9 w 19"/>
                  <a:gd name="T19" fmla="*/ 24 h 28"/>
                  <a:gd name="T20" fmla="*/ 14 w 19"/>
                  <a:gd name="T21" fmla="*/ 23 h 28"/>
                  <a:gd name="T22" fmla="*/ 15 w 19"/>
                  <a:gd name="T23" fmla="*/ 20 h 28"/>
                  <a:gd name="T24" fmla="*/ 13 w 19"/>
                  <a:gd name="T25" fmla="*/ 17 h 28"/>
                  <a:gd name="T26" fmla="*/ 9 w 19"/>
                  <a:gd name="T27" fmla="*/ 14 h 28"/>
                  <a:gd name="T28" fmla="*/ 3 w 19"/>
                  <a:gd name="T29" fmla="*/ 11 h 28"/>
                  <a:gd name="T30" fmla="*/ 1 w 19"/>
                  <a:gd name="T31" fmla="*/ 7 h 28"/>
                  <a:gd name="T32" fmla="*/ 3 w 19"/>
                  <a:gd name="T33" fmla="*/ 2 h 28"/>
                  <a:gd name="T34" fmla="*/ 9 w 19"/>
                  <a:gd name="T35" fmla="*/ 0 h 28"/>
                  <a:gd name="T36" fmla="*/ 16 w 19"/>
                  <a:gd name="T37" fmla="*/ 2 h 28"/>
                  <a:gd name="T38" fmla="*/ 18 w 19"/>
                  <a:gd name="T39" fmla="*/ 7 h 28"/>
                  <a:gd name="T40" fmla="*/ 14 w 19"/>
                  <a:gd name="T41" fmla="*/ 7 h 28"/>
                  <a:gd name="T42" fmla="*/ 13 w 19"/>
                  <a:gd name="T43" fmla="*/ 4 h 28"/>
                  <a:gd name="T44" fmla="*/ 9 w 19"/>
                  <a:gd name="T45" fmla="*/ 3 h 28"/>
                  <a:gd name="T46" fmla="*/ 6 w 19"/>
                  <a:gd name="T47" fmla="*/ 4 h 28"/>
                  <a:gd name="T48" fmla="*/ 5 w 19"/>
                  <a:gd name="T49" fmla="*/ 7 h 28"/>
                  <a:gd name="T50" fmla="*/ 6 w 19"/>
                  <a:gd name="T51" fmla="*/ 9 h 28"/>
                  <a:gd name="T52" fmla="*/ 11 w 19"/>
                  <a:gd name="T53" fmla="*/ 12 h 28"/>
                  <a:gd name="T54" fmla="*/ 17 w 19"/>
                  <a:gd name="T55" fmla="*/ 15 h 28"/>
                  <a:gd name="T56" fmla="*/ 19 w 19"/>
                  <a:gd name="T57" fmla="*/ 2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9" h="28">
                    <a:moveTo>
                      <a:pt x="19" y="20"/>
                    </a:moveTo>
                    <a:cubicBezTo>
                      <a:pt x="19" y="22"/>
                      <a:pt x="18" y="24"/>
                      <a:pt x="16" y="25"/>
                    </a:cubicBezTo>
                    <a:cubicBezTo>
                      <a:pt x="15" y="27"/>
                      <a:pt x="12" y="28"/>
                      <a:pt x="9" y="28"/>
                    </a:cubicBezTo>
                    <a:cubicBezTo>
                      <a:pt x="6" y="28"/>
                      <a:pt x="4" y="27"/>
                      <a:pt x="2" y="25"/>
                    </a:cubicBezTo>
                    <a:cubicBezTo>
                      <a:pt x="1" y="24"/>
                      <a:pt x="0" y="22"/>
                      <a:pt x="0" y="20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4" y="21"/>
                      <a:pt x="5" y="22"/>
                      <a:pt x="6" y="23"/>
                    </a:cubicBezTo>
                    <a:cubicBezTo>
                      <a:pt x="7" y="24"/>
                      <a:pt x="8" y="24"/>
                      <a:pt x="9" y="24"/>
                    </a:cubicBezTo>
                    <a:cubicBezTo>
                      <a:pt x="11" y="24"/>
                      <a:pt x="13" y="24"/>
                      <a:pt x="14" y="23"/>
                    </a:cubicBezTo>
                    <a:cubicBezTo>
                      <a:pt x="15" y="22"/>
                      <a:pt x="15" y="21"/>
                      <a:pt x="15" y="20"/>
                    </a:cubicBezTo>
                    <a:cubicBezTo>
                      <a:pt x="15" y="19"/>
                      <a:pt x="14" y="18"/>
                      <a:pt x="13" y="17"/>
                    </a:cubicBezTo>
                    <a:cubicBezTo>
                      <a:pt x="12" y="16"/>
                      <a:pt x="11" y="15"/>
                      <a:pt x="9" y="14"/>
                    </a:cubicBezTo>
                    <a:cubicBezTo>
                      <a:pt x="6" y="13"/>
                      <a:pt x="4" y="12"/>
                      <a:pt x="3" y="11"/>
                    </a:cubicBezTo>
                    <a:cubicBezTo>
                      <a:pt x="1" y="10"/>
                      <a:pt x="1" y="9"/>
                      <a:pt x="1" y="7"/>
                    </a:cubicBezTo>
                    <a:cubicBezTo>
                      <a:pt x="1" y="5"/>
                      <a:pt x="2" y="3"/>
                      <a:pt x="3" y="2"/>
                    </a:cubicBezTo>
                    <a:cubicBezTo>
                      <a:pt x="5" y="0"/>
                      <a:pt x="7" y="0"/>
                      <a:pt x="9" y="0"/>
                    </a:cubicBezTo>
                    <a:cubicBezTo>
                      <a:pt x="13" y="0"/>
                      <a:pt x="15" y="0"/>
                      <a:pt x="16" y="2"/>
                    </a:cubicBezTo>
                    <a:cubicBezTo>
                      <a:pt x="17" y="4"/>
                      <a:pt x="18" y="5"/>
                      <a:pt x="18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6"/>
                      <a:pt x="14" y="5"/>
                      <a:pt x="13" y="4"/>
                    </a:cubicBezTo>
                    <a:cubicBezTo>
                      <a:pt x="12" y="3"/>
                      <a:pt x="11" y="3"/>
                      <a:pt x="9" y="3"/>
                    </a:cubicBezTo>
                    <a:cubicBezTo>
                      <a:pt x="8" y="3"/>
                      <a:pt x="7" y="3"/>
                      <a:pt x="6" y="4"/>
                    </a:cubicBezTo>
                    <a:cubicBezTo>
                      <a:pt x="5" y="5"/>
                      <a:pt x="5" y="5"/>
                      <a:pt x="5" y="7"/>
                    </a:cubicBezTo>
                    <a:cubicBezTo>
                      <a:pt x="5" y="8"/>
                      <a:pt x="5" y="8"/>
                      <a:pt x="6" y="9"/>
                    </a:cubicBezTo>
                    <a:cubicBezTo>
                      <a:pt x="6" y="10"/>
                      <a:pt x="8" y="11"/>
                      <a:pt x="11" y="12"/>
                    </a:cubicBezTo>
                    <a:cubicBezTo>
                      <a:pt x="13" y="13"/>
                      <a:pt x="15" y="14"/>
                      <a:pt x="17" y="15"/>
                    </a:cubicBezTo>
                    <a:cubicBezTo>
                      <a:pt x="18" y="16"/>
                      <a:pt x="19" y="18"/>
                      <a:pt x="19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0" name="íṣḻïḑè">
                <a:extLst>
                  <a:ext uri="{FF2B5EF4-FFF2-40B4-BE49-F238E27FC236}">
                    <a16:creationId xmlns:a16="http://schemas.microsoft.com/office/drawing/2014/main" id="{E44D0FD8-BA9E-49AA-AB64-A773F84B6898}"/>
                  </a:ext>
                </a:extLst>
              </p:cNvPr>
              <p:cNvSpPr/>
              <p:nvPr/>
            </p:nvSpPr>
            <p:spPr bwMode="auto">
              <a:xfrm>
                <a:off x="5799138" y="3683001"/>
                <a:ext cx="58738" cy="88900"/>
              </a:xfrm>
              <a:custGeom>
                <a:avLst/>
                <a:gdLst>
                  <a:gd name="T0" fmla="*/ 37 w 37"/>
                  <a:gd name="T1" fmla="*/ 56 h 56"/>
                  <a:gd name="T2" fmla="*/ 29 w 37"/>
                  <a:gd name="T3" fmla="*/ 56 h 56"/>
                  <a:gd name="T4" fmla="*/ 29 w 37"/>
                  <a:gd name="T5" fmla="*/ 29 h 56"/>
                  <a:gd name="T6" fmla="*/ 8 w 37"/>
                  <a:gd name="T7" fmla="*/ 29 h 56"/>
                  <a:gd name="T8" fmla="*/ 8 w 37"/>
                  <a:gd name="T9" fmla="*/ 56 h 56"/>
                  <a:gd name="T10" fmla="*/ 0 w 37"/>
                  <a:gd name="T11" fmla="*/ 56 h 56"/>
                  <a:gd name="T12" fmla="*/ 0 w 37"/>
                  <a:gd name="T13" fmla="*/ 0 h 56"/>
                  <a:gd name="T14" fmla="*/ 8 w 37"/>
                  <a:gd name="T15" fmla="*/ 0 h 56"/>
                  <a:gd name="T16" fmla="*/ 8 w 37"/>
                  <a:gd name="T17" fmla="*/ 23 h 56"/>
                  <a:gd name="T18" fmla="*/ 29 w 37"/>
                  <a:gd name="T19" fmla="*/ 23 h 56"/>
                  <a:gd name="T20" fmla="*/ 29 w 37"/>
                  <a:gd name="T21" fmla="*/ 0 h 56"/>
                  <a:gd name="T22" fmla="*/ 37 w 37"/>
                  <a:gd name="T23" fmla="*/ 0 h 56"/>
                  <a:gd name="T24" fmla="*/ 37 w 37"/>
                  <a:gd name="T25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7" h="56">
                    <a:moveTo>
                      <a:pt x="37" y="56"/>
                    </a:moveTo>
                    <a:lnTo>
                      <a:pt x="29" y="56"/>
                    </a:lnTo>
                    <a:lnTo>
                      <a:pt x="29" y="29"/>
                    </a:lnTo>
                    <a:lnTo>
                      <a:pt x="8" y="29"/>
                    </a:lnTo>
                    <a:lnTo>
                      <a:pt x="8" y="56"/>
                    </a:lnTo>
                    <a:lnTo>
                      <a:pt x="0" y="56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8" y="23"/>
                    </a:lnTo>
                    <a:lnTo>
                      <a:pt x="29" y="23"/>
                    </a:lnTo>
                    <a:lnTo>
                      <a:pt x="29" y="0"/>
                    </a:lnTo>
                    <a:lnTo>
                      <a:pt x="37" y="0"/>
                    </a:lnTo>
                    <a:lnTo>
                      <a:pt x="37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1" name="iṧľiḍe">
                <a:extLst>
                  <a:ext uri="{FF2B5EF4-FFF2-40B4-BE49-F238E27FC236}">
                    <a16:creationId xmlns:a16="http://schemas.microsoft.com/office/drawing/2014/main" id="{49DDBFDB-335B-4325-AF48-5124B9B83624}"/>
                  </a:ext>
                </a:extLst>
              </p:cNvPr>
              <p:cNvSpPr/>
              <p:nvPr/>
            </p:nvSpPr>
            <p:spPr bwMode="auto">
              <a:xfrm>
                <a:off x="5884863" y="3683001"/>
                <a:ext cx="68263" cy="88900"/>
              </a:xfrm>
              <a:custGeom>
                <a:avLst/>
                <a:gdLst>
                  <a:gd name="T0" fmla="*/ 43 w 43"/>
                  <a:gd name="T1" fmla="*/ 56 h 56"/>
                  <a:gd name="T2" fmla="*/ 35 w 43"/>
                  <a:gd name="T3" fmla="*/ 56 h 56"/>
                  <a:gd name="T4" fmla="*/ 29 w 43"/>
                  <a:gd name="T5" fmla="*/ 40 h 56"/>
                  <a:gd name="T6" fmla="*/ 14 w 43"/>
                  <a:gd name="T7" fmla="*/ 40 h 56"/>
                  <a:gd name="T8" fmla="*/ 8 w 43"/>
                  <a:gd name="T9" fmla="*/ 56 h 56"/>
                  <a:gd name="T10" fmla="*/ 0 w 43"/>
                  <a:gd name="T11" fmla="*/ 56 h 56"/>
                  <a:gd name="T12" fmla="*/ 18 w 43"/>
                  <a:gd name="T13" fmla="*/ 0 h 56"/>
                  <a:gd name="T14" fmla="*/ 25 w 43"/>
                  <a:gd name="T15" fmla="*/ 0 h 56"/>
                  <a:gd name="T16" fmla="*/ 43 w 43"/>
                  <a:gd name="T17" fmla="*/ 56 h 56"/>
                  <a:gd name="T18" fmla="*/ 43 w 43"/>
                  <a:gd name="T19" fmla="*/ 56 h 56"/>
                  <a:gd name="T20" fmla="*/ 27 w 43"/>
                  <a:gd name="T21" fmla="*/ 33 h 56"/>
                  <a:gd name="T22" fmla="*/ 23 w 43"/>
                  <a:gd name="T23" fmla="*/ 12 h 56"/>
                  <a:gd name="T24" fmla="*/ 21 w 43"/>
                  <a:gd name="T25" fmla="*/ 12 h 56"/>
                  <a:gd name="T26" fmla="*/ 14 w 43"/>
                  <a:gd name="T27" fmla="*/ 33 h 56"/>
                  <a:gd name="T28" fmla="*/ 27 w 43"/>
                  <a:gd name="T29" fmla="*/ 33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3" h="56">
                    <a:moveTo>
                      <a:pt x="43" y="56"/>
                    </a:moveTo>
                    <a:lnTo>
                      <a:pt x="35" y="56"/>
                    </a:lnTo>
                    <a:lnTo>
                      <a:pt x="29" y="40"/>
                    </a:lnTo>
                    <a:lnTo>
                      <a:pt x="14" y="40"/>
                    </a:lnTo>
                    <a:lnTo>
                      <a:pt x="8" y="56"/>
                    </a:lnTo>
                    <a:lnTo>
                      <a:pt x="0" y="56"/>
                    </a:lnTo>
                    <a:lnTo>
                      <a:pt x="18" y="0"/>
                    </a:lnTo>
                    <a:lnTo>
                      <a:pt x="25" y="0"/>
                    </a:lnTo>
                    <a:lnTo>
                      <a:pt x="43" y="56"/>
                    </a:lnTo>
                    <a:lnTo>
                      <a:pt x="43" y="56"/>
                    </a:lnTo>
                    <a:close/>
                    <a:moveTo>
                      <a:pt x="27" y="33"/>
                    </a:moveTo>
                    <a:lnTo>
                      <a:pt x="23" y="12"/>
                    </a:lnTo>
                    <a:lnTo>
                      <a:pt x="21" y="12"/>
                    </a:lnTo>
                    <a:lnTo>
                      <a:pt x="14" y="33"/>
                    </a:lnTo>
                    <a:lnTo>
                      <a:pt x="27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ïšliḓê">
                <a:extLst>
                  <a:ext uri="{FF2B5EF4-FFF2-40B4-BE49-F238E27FC236}">
                    <a16:creationId xmlns:a16="http://schemas.microsoft.com/office/drawing/2014/main" id="{5AFF4B30-CA81-40C2-8373-09C2BF4F3143}"/>
                  </a:ext>
                </a:extLst>
              </p:cNvPr>
              <p:cNvSpPr/>
              <p:nvPr/>
            </p:nvSpPr>
            <p:spPr bwMode="auto">
              <a:xfrm>
                <a:off x="5976938" y="3683001"/>
                <a:ext cx="63500" cy="88900"/>
              </a:xfrm>
              <a:custGeom>
                <a:avLst/>
                <a:gdLst>
                  <a:gd name="T0" fmla="*/ 40 w 40"/>
                  <a:gd name="T1" fmla="*/ 56 h 56"/>
                  <a:gd name="T2" fmla="*/ 29 w 40"/>
                  <a:gd name="T3" fmla="*/ 56 h 56"/>
                  <a:gd name="T4" fmla="*/ 10 w 40"/>
                  <a:gd name="T5" fmla="*/ 14 h 56"/>
                  <a:gd name="T6" fmla="*/ 8 w 40"/>
                  <a:gd name="T7" fmla="*/ 14 h 56"/>
                  <a:gd name="T8" fmla="*/ 8 w 40"/>
                  <a:gd name="T9" fmla="*/ 56 h 56"/>
                  <a:gd name="T10" fmla="*/ 0 w 40"/>
                  <a:gd name="T11" fmla="*/ 56 h 56"/>
                  <a:gd name="T12" fmla="*/ 0 w 40"/>
                  <a:gd name="T13" fmla="*/ 0 h 56"/>
                  <a:gd name="T14" fmla="*/ 10 w 40"/>
                  <a:gd name="T15" fmla="*/ 0 h 56"/>
                  <a:gd name="T16" fmla="*/ 31 w 40"/>
                  <a:gd name="T17" fmla="*/ 42 h 56"/>
                  <a:gd name="T18" fmla="*/ 31 w 40"/>
                  <a:gd name="T19" fmla="*/ 42 h 56"/>
                  <a:gd name="T20" fmla="*/ 31 w 40"/>
                  <a:gd name="T21" fmla="*/ 0 h 56"/>
                  <a:gd name="T22" fmla="*/ 40 w 40"/>
                  <a:gd name="T23" fmla="*/ 0 h 56"/>
                  <a:gd name="T24" fmla="*/ 40 w 40"/>
                  <a:gd name="T25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0" h="56">
                    <a:moveTo>
                      <a:pt x="40" y="56"/>
                    </a:moveTo>
                    <a:lnTo>
                      <a:pt x="29" y="56"/>
                    </a:lnTo>
                    <a:lnTo>
                      <a:pt x="10" y="14"/>
                    </a:lnTo>
                    <a:lnTo>
                      <a:pt x="8" y="14"/>
                    </a:lnTo>
                    <a:lnTo>
                      <a:pt x="8" y="56"/>
                    </a:lnTo>
                    <a:lnTo>
                      <a:pt x="0" y="56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31" y="42"/>
                    </a:lnTo>
                    <a:lnTo>
                      <a:pt x="31" y="42"/>
                    </a:lnTo>
                    <a:lnTo>
                      <a:pt x="31" y="0"/>
                    </a:lnTo>
                    <a:lnTo>
                      <a:pt x="40" y="0"/>
                    </a:lnTo>
                    <a:lnTo>
                      <a:pt x="40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3" name="îṥlïďé">
                <a:extLst>
                  <a:ext uri="{FF2B5EF4-FFF2-40B4-BE49-F238E27FC236}">
                    <a16:creationId xmlns:a16="http://schemas.microsoft.com/office/drawing/2014/main" id="{D7F513DE-5227-4385-913C-FD94A6A110D4}"/>
                  </a:ext>
                </a:extLst>
              </p:cNvPr>
              <p:cNvSpPr/>
              <p:nvPr/>
            </p:nvSpPr>
            <p:spPr bwMode="auto">
              <a:xfrm>
                <a:off x="6069014" y="3682999"/>
                <a:ext cx="95855" cy="109436"/>
              </a:xfrm>
              <a:custGeom>
                <a:avLst/>
                <a:gdLst>
                  <a:gd name="T0" fmla="*/ 19 w 19"/>
                  <a:gd name="T1" fmla="*/ 14 h 27"/>
                  <a:gd name="T2" fmla="*/ 15 w 19"/>
                  <a:gd name="T3" fmla="*/ 24 h 27"/>
                  <a:gd name="T4" fmla="*/ 6 w 19"/>
                  <a:gd name="T5" fmla="*/ 27 h 27"/>
                  <a:gd name="T6" fmla="*/ 0 w 19"/>
                  <a:gd name="T7" fmla="*/ 27 h 27"/>
                  <a:gd name="T8" fmla="*/ 0 w 19"/>
                  <a:gd name="T9" fmla="*/ 0 h 27"/>
                  <a:gd name="T10" fmla="*/ 6 w 19"/>
                  <a:gd name="T11" fmla="*/ 0 h 27"/>
                  <a:gd name="T12" fmla="*/ 16 w 19"/>
                  <a:gd name="T13" fmla="*/ 3 h 27"/>
                  <a:gd name="T14" fmla="*/ 19 w 19"/>
                  <a:gd name="T15" fmla="*/ 14 h 27"/>
                  <a:gd name="T16" fmla="*/ 15 w 19"/>
                  <a:gd name="T17" fmla="*/ 14 h 27"/>
                  <a:gd name="T18" fmla="*/ 12 w 19"/>
                  <a:gd name="T19" fmla="*/ 5 h 27"/>
                  <a:gd name="T20" fmla="*/ 6 w 19"/>
                  <a:gd name="T21" fmla="*/ 3 h 27"/>
                  <a:gd name="T22" fmla="*/ 4 w 19"/>
                  <a:gd name="T23" fmla="*/ 3 h 27"/>
                  <a:gd name="T24" fmla="*/ 4 w 19"/>
                  <a:gd name="T25" fmla="*/ 24 h 27"/>
                  <a:gd name="T26" fmla="*/ 6 w 19"/>
                  <a:gd name="T27" fmla="*/ 24 h 27"/>
                  <a:gd name="T28" fmla="*/ 12 w 19"/>
                  <a:gd name="T29" fmla="*/ 22 h 27"/>
                  <a:gd name="T30" fmla="*/ 15 w 19"/>
                  <a:gd name="T3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9" h="27">
                    <a:moveTo>
                      <a:pt x="19" y="14"/>
                    </a:moveTo>
                    <a:cubicBezTo>
                      <a:pt x="19" y="19"/>
                      <a:pt x="18" y="22"/>
                      <a:pt x="15" y="24"/>
                    </a:cubicBezTo>
                    <a:cubicBezTo>
                      <a:pt x="13" y="26"/>
                      <a:pt x="10" y="27"/>
                      <a:pt x="6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10" y="0"/>
                      <a:pt x="14" y="1"/>
                      <a:pt x="16" y="3"/>
                    </a:cubicBezTo>
                    <a:cubicBezTo>
                      <a:pt x="18" y="5"/>
                      <a:pt x="19" y="9"/>
                      <a:pt x="19" y="14"/>
                    </a:cubicBezTo>
                    <a:close/>
                    <a:moveTo>
                      <a:pt x="15" y="14"/>
                    </a:moveTo>
                    <a:cubicBezTo>
                      <a:pt x="15" y="10"/>
                      <a:pt x="14" y="7"/>
                      <a:pt x="12" y="5"/>
                    </a:cubicBezTo>
                    <a:cubicBezTo>
                      <a:pt x="11" y="4"/>
                      <a:pt x="9" y="3"/>
                      <a:pt x="6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9" y="24"/>
                      <a:pt x="11" y="23"/>
                      <a:pt x="12" y="22"/>
                    </a:cubicBezTo>
                    <a:cubicBezTo>
                      <a:pt x="14" y="20"/>
                      <a:pt x="15" y="18"/>
                      <a:pt x="15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ï$ľîḋè">
                <a:extLst>
                  <a:ext uri="{FF2B5EF4-FFF2-40B4-BE49-F238E27FC236}">
                    <a16:creationId xmlns:a16="http://schemas.microsoft.com/office/drawing/2014/main" id="{2E2CDD4D-8BA3-4E03-AC3E-820CD74F1660}"/>
                  </a:ext>
                </a:extLst>
              </p:cNvPr>
              <p:cNvSpPr/>
              <p:nvPr/>
            </p:nvSpPr>
            <p:spPr bwMode="auto">
              <a:xfrm>
                <a:off x="6157913" y="3683001"/>
                <a:ext cx="66675" cy="92075"/>
              </a:xfrm>
              <a:custGeom>
                <a:avLst/>
                <a:gdLst>
                  <a:gd name="T0" fmla="*/ 20 w 20"/>
                  <a:gd name="T1" fmla="*/ 13 h 28"/>
                  <a:gd name="T2" fmla="*/ 17 w 20"/>
                  <a:gd name="T3" fmla="*/ 24 h 28"/>
                  <a:gd name="T4" fmla="*/ 10 w 20"/>
                  <a:gd name="T5" fmla="*/ 28 h 28"/>
                  <a:gd name="T6" fmla="*/ 2 w 20"/>
                  <a:gd name="T7" fmla="*/ 24 h 28"/>
                  <a:gd name="T8" fmla="*/ 0 w 20"/>
                  <a:gd name="T9" fmla="*/ 13 h 28"/>
                  <a:gd name="T10" fmla="*/ 2 w 20"/>
                  <a:gd name="T11" fmla="*/ 3 h 28"/>
                  <a:gd name="T12" fmla="*/ 10 w 20"/>
                  <a:gd name="T13" fmla="*/ 0 h 28"/>
                  <a:gd name="T14" fmla="*/ 17 w 20"/>
                  <a:gd name="T15" fmla="*/ 3 h 28"/>
                  <a:gd name="T16" fmla="*/ 20 w 20"/>
                  <a:gd name="T17" fmla="*/ 13 h 28"/>
                  <a:gd name="T18" fmla="*/ 15 w 20"/>
                  <a:gd name="T19" fmla="*/ 13 h 28"/>
                  <a:gd name="T20" fmla="*/ 14 w 20"/>
                  <a:gd name="T21" fmla="*/ 5 h 28"/>
                  <a:gd name="T22" fmla="*/ 10 w 20"/>
                  <a:gd name="T23" fmla="*/ 3 h 28"/>
                  <a:gd name="T24" fmla="*/ 6 w 20"/>
                  <a:gd name="T25" fmla="*/ 5 h 28"/>
                  <a:gd name="T26" fmla="*/ 4 w 20"/>
                  <a:gd name="T27" fmla="*/ 13 h 28"/>
                  <a:gd name="T28" fmla="*/ 6 w 20"/>
                  <a:gd name="T29" fmla="*/ 22 h 28"/>
                  <a:gd name="T30" fmla="*/ 10 w 20"/>
                  <a:gd name="T31" fmla="*/ 24 h 28"/>
                  <a:gd name="T32" fmla="*/ 14 w 20"/>
                  <a:gd name="T33" fmla="*/ 22 h 28"/>
                  <a:gd name="T34" fmla="*/ 15 w 20"/>
                  <a:gd name="T35" fmla="*/ 13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0" h="28">
                    <a:moveTo>
                      <a:pt x="20" y="13"/>
                    </a:moveTo>
                    <a:cubicBezTo>
                      <a:pt x="20" y="18"/>
                      <a:pt x="19" y="22"/>
                      <a:pt x="17" y="24"/>
                    </a:cubicBezTo>
                    <a:cubicBezTo>
                      <a:pt x="15" y="26"/>
                      <a:pt x="13" y="28"/>
                      <a:pt x="10" y="28"/>
                    </a:cubicBezTo>
                    <a:cubicBezTo>
                      <a:pt x="7" y="28"/>
                      <a:pt x="4" y="26"/>
                      <a:pt x="2" y="24"/>
                    </a:cubicBezTo>
                    <a:cubicBezTo>
                      <a:pt x="1" y="22"/>
                      <a:pt x="0" y="18"/>
                      <a:pt x="0" y="13"/>
                    </a:cubicBezTo>
                    <a:cubicBezTo>
                      <a:pt x="0" y="8"/>
                      <a:pt x="1" y="5"/>
                      <a:pt x="2" y="3"/>
                    </a:cubicBezTo>
                    <a:cubicBezTo>
                      <a:pt x="4" y="1"/>
                      <a:pt x="7" y="0"/>
                      <a:pt x="10" y="0"/>
                    </a:cubicBezTo>
                    <a:cubicBezTo>
                      <a:pt x="13" y="0"/>
                      <a:pt x="15" y="1"/>
                      <a:pt x="17" y="3"/>
                    </a:cubicBezTo>
                    <a:cubicBezTo>
                      <a:pt x="19" y="5"/>
                      <a:pt x="20" y="8"/>
                      <a:pt x="20" y="13"/>
                    </a:cubicBezTo>
                    <a:close/>
                    <a:moveTo>
                      <a:pt x="15" y="13"/>
                    </a:moveTo>
                    <a:cubicBezTo>
                      <a:pt x="15" y="9"/>
                      <a:pt x="15" y="6"/>
                      <a:pt x="14" y="5"/>
                    </a:cubicBezTo>
                    <a:cubicBezTo>
                      <a:pt x="13" y="3"/>
                      <a:pt x="11" y="3"/>
                      <a:pt x="10" y="3"/>
                    </a:cubicBezTo>
                    <a:cubicBezTo>
                      <a:pt x="8" y="3"/>
                      <a:pt x="7" y="3"/>
                      <a:pt x="6" y="5"/>
                    </a:cubicBezTo>
                    <a:cubicBezTo>
                      <a:pt x="5" y="6"/>
                      <a:pt x="4" y="9"/>
                      <a:pt x="4" y="13"/>
                    </a:cubicBezTo>
                    <a:cubicBezTo>
                      <a:pt x="4" y="18"/>
                      <a:pt x="5" y="21"/>
                      <a:pt x="6" y="22"/>
                    </a:cubicBezTo>
                    <a:cubicBezTo>
                      <a:pt x="7" y="24"/>
                      <a:pt x="8" y="24"/>
                      <a:pt x="10" y="24"/>
                    </a:cubicBezTo>
                    <a:cubicBezTo>
                      <a:pt x="11" y="24"/>
                      <a:pt x="13" y="24"/>
                      <a:pt x="14" y="22"/>
                    </a:cubicBezTo>
                    <a:cubicBezTo>
                      <a:pt x="15" y="21"/>
                      <a:pt x="15" y="18"/>
                      <a:pt x="1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išḷîďê">
                <a:extLst>
                  <a:ext uri="{FF2B5EF4-FFF2-40B4-BE49-F238E27FC236}">
                    <a16:creationId xmlns:a16="http://schemas.microsoft.com/office/drawing/2014/main" id="{8A1CCE4A-15DD-4C42-8513-D9535FDDF03C}"/>
                  </a:ext>
                </a:extLst>
              </p:cNvPr>
              <p:cNvSpPr/>
              <p:nvPr/>
            </p:nvSpPr>
            <p:spPr bwMode="auto">
              <a:xfrm>
                <a:off x="6251575" y="3683001"/>
                <a:ext cx="58738" cy="88900"/>
              </a:xfrm>
              <a:custGeom>
                <a:avLst/>
                <a:gdLst>
                  <a:gd name="T0" fmla="*/ 37 w 37"/>
                  <a:gd name="T1" fmla="*/ 56 h 56"/>
                  <a:gd name="T2" fmla="*/ 29 w 37"/>
                  <a:gd name="T3" fmla="*/ 56 h 56"/>
                  <a:gd name="T4" fmla="*/ 8 w 37"/>
                  <a:gd name="T5" fmla="*/ 14 h 56"/>
                  <a:gd name="T6" fmla="*/ 8 w 37"/>
                  <a:gd name="T7" fmla="*/ 14 h 56"/>
                  <a:gd name="T8" fmla="*/ 8 w 37"/>
                  <a:gd name="T9" fmla="*/ 56 h 56"/>
                  <a:gd name="T10" fmla="*/ 0 w 37"/>
                  <a:gd name="T11" fmla="*/ 56 h 56"/>
                  <a:gd name="T12" fmla="*/ 0 w 37"/>
                  <a:gd name="T13" fmla="*/ 0 h 56"/>
                  <a:gd name="T14" fmla="*/ 8 w 37"/>
                  <a:gd name="T15" fmla="*/ 0 h 56"/>
                  <a:gd name="T16" fmla="*/ 29 w 37"/>
                  <a:gd name="T17" fmla="*/ 42 h 56"/>
                  <a:gd name="T18" fmla="*/ 29 w 37"/>
                  <a:gd name="T19" fmla="*/ 42 h 56"/>
                  <a:gd name="T20" fmla="*/ 29 w 37"/>
                  <a:gd name="T21" fmla="*/ 0 h 56"/>
                  <a:gd name="T22" fmla="*/ 37 w 37"/>
                  <a:gd name="T23" fmla="*/ 0 h 56"/>
                  <a:gd name="T24" fmla="*/ 37 w 37"/>
                  <a:gd name="T25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7" h="56">
                    <a:moveTo>
                      <a:pt x="37" y="56"/>
                    </a:moveTo>
                    <a:lnTo>
                      <a:pt x="29" y="56"/>
                    </a:lnTo>
                    <a:lnTo>
                      <a:pt x="8" y="14"/>
                    </a:lnTo>
                    <a:lnTo>
                      <a:pt x="8" y="14"/>
                    </a:lnTo>
                    <a:lnTo>
                      <a:pt x="8" y="56"/>
                    </a:lnTo>
                    <a:lnTo>
                      <a:pt x="0" y="56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29" y="42"/>
                    </a:lnTo>
                    <a:lnTo>
                      <a:pt x="29" y="42"/>
                    </a:lnTo>
                    <a:lnTo>
                      <a:pt x="29" y="0"/>
                    </a:lnTo>
                    <a:lnTo>
                      <a:pt x="37" y="0"/>
                    </a:lnTo>
                    <a:lnTo>
                      <a:pt x="37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íŝḻîḑê">
                <a:extLst>
                  <a:ext uri="{FF2B5EF4-FFF2-40B4-BE49-F238E27FC236}">
                    <a16:creationId xmlns:a16="http://schemas.microsoft.com/office/drawing/2014/main" id="{971CEEAB-A34D-47A0-AD83-73613FE91380}"/>
                  </a:ext>
                </a:extLst>
              </p:cNvPr>
              <p:cNvSpPr/>
              <p:nvPr/>
            </p:nvSpPr>
            <p:spPr bwMode="auto">
              <a:xfrm>
                <a:off x="6340475" y="3683001"/>
                <a:ext cx="63500" cy="92075"/>
              </a:xfrm>
              <a:custGeom>
                <a:avLst/>
                <a:gdLst>
                  <a:gd name="T0" fmla="*/ 19 w 19"/>
                  <a:gd name="T1" fmla="*/ 28 h 28"/>
                  <a:gd name="T2" fmla="*/ 16 w 19"/>
                  <a:gd name="T3" fmla="*/ 28 h 28"/>
                  <a:gd name="T4" fmla="*/ 15 w 19"/>
                  <a:gd name="T5" fmla="*/ 25 h 28"/>
                  <a:gd name="T6" fmla="*/ 13 w 19"/>
                  <a:gd name="T7" fmla="*/ 27 h 28"/>
                  <a:gd name="T8" fmla="*/ 10 w 19"/>
                  <a:gd name="T9" fmla="*/ 28 h 28"/>
                  <a:gd name="T10" fmla="*/ 3 w 19"/>
                  <a:gd name="T11" fmla="*/ 24 h 28"/>
                  <a:gd name="T12" fmla="*/ 0 w 19"/>
                  <a:gd name="T13" fmla="*/ 14 h 28"/>
                  <a:gd name="T14" fmla="*/ 3 w 19"/>
                  <a:gd name="T15" fmla="*/ 3 h 28"/>
                  <a:gd name="T16" fmla="*/ 10 w 19"/>
                  <a:gd name="T17" fmla="*/ 0 h 28"/>
                  <a:gd name="T18" fmla="*/ 16 w 19"/>
                  <a:gd name="T19" fmla="*/ 2 h 28"/>
                  <a:gd name="T20" fmla="*/ 19 w 19"/>
                  <a:gd name="T21" fmla="*/ 9 h 28"/>
                  <a:gd name="T22" fmla="*/ 15 w 19"/>
                  <a:gd name="T23" fmla="*/ 9 h 28"/>
                  <a:gd name="T24" fmla="*/ 13 w 19"/>
                  <a:gd name="T25" fmla="*/ 4 h 28"/>
                  <a:gd name="T26" fmla="*/ 10 w 19"/>
                  <a:gd name="T27" fmla="*/ 3 h 28"/>
                  <a:gd name="T28" fmla="*/ 6 w 19"/>
                  <a:gd name="T29" fmla="*/ 5 h 28"/>
                  <a:gd name="T30" fmla="*/ 4 w 19"/>
                  <a:gd name="T31" fmla="*/ 14 h 28"/>
                  <a:gd name="T32" fmla="*/ 6 w 19"/>
                  <a:gd name="T33" fmla="*/ 22 h 28"/>
                  <a:gd name="T34" fmla="*/ 10 w 19"/>
                  <a:gd name="T35" fmla="*/ 24 h 28"/>
                  <a:gd name="T36" fmla="*/ 14 w 19"/>
                  <a:gd name="T37" fmla="*/ 23 h 28"/>
                  <a:gd name="T38" fmla="*/ 15 w 19"/>
                  <a:gd name="T39" fmla="*/ 18 h 28"/>
                  <a:gd name="T40" fmla="*/ 15 w 19"/>
                  <a:gd name="T41" fmla="*/ 17 h 28"/>
                  <a:gd name="T42" fmla="*/ 10 w 19"/>
                  <a:gd name="T43" fmla="*/ 17 h 28"/>
                  <a:gd name="T44" fmla="*/ 10 w 19"/>
                  <a:gd name="T45" fmla="*/ 13 h 28"/>
                  <a:gd name="T46" fmla="*/ 19 w 19"/>
                  <a:gd name="T47" fmla="*/ 13 h 28"/>
                  <a:gd name="T48" fmla="*/ 19 w 19"/>
                  <a:gd name="T49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9" h="28">
                    <a:moveTo>
                      <a:pt x="19" y="28"/>
                    </a:moveTo>
                    <a:cubicBezTo>
                      <a:pt x="16" y="28"/>
                      <a:pt x="16" y="28"/>
                      <a:pt x="16" y="28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5" y="26"/>
                      <a:pt x="14" y="26"/>
                      <a:pt x="13" y="27"/>
                    </a:cubicBezTo>
                    <a:cubicBezTo>
                      <a:pt x="12" y="27"/>
                      <a:pt x="11" y="28"/>
                      <a:pt x="10" y="28"/>
                    </a:cubicBezTo>
                    <a:cubicBezTo>
                      <a:pt x="7" y="28"/>
                      <a:pt x="5" y="26"/>
                      <a:pt x="3" y="24"/>
                    </a:cubicBezTo>
                    <a:cubicBezTo>
                      <a:pt x="1" y="22"/>
                      <a:pt x="0" y="19"/>
                      <a:pt x="0" y="14"/>
                    </a:cubicBezTo>
                    <a:cubicBezTo>
                      <a:pt x="0" y="9"/>
                      <a:pt x="1" y="6"/>
                      <a:pt x="3" y="3"/>
                    </a:cubicBezTo>
                    <a:cubicBezTo>
                      <a:pt x="4" y="1"/>
                      <a:pt x="7" y="0"/>
                      <a:pt x="10" y="0"/>
                    </a:cubicBezTo>
                    <a:cubicBezTo>
                      <a:pt x="13" y="0"/>
                      <a:pt x="15" y="1"/>
                      <a:pt x="16" y="2"/>
                    </a:cubicBezTo>
                    <a:cubicBezTo>
                      <a:pt x="18" y="4"/>
                      <a:pt x="19" y="6"/>
                      <a:pt x="19" y="9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5" y="7"/>
                      <a:pt x="14" y="5"/>
                      <a:pt x="13" y="4"/>
                    </a:cubicBezTo>
                    <a:cubicBezTo>
                      <a:pt x="13" y="3"/>
                      <a:pt x="11" y="3"/>
                      <a:pt x="10" y="3"/>
                    </a:cubicBezTo>
                    <a:cubicBezTo>
                      <a:pt x="8" y="3"/>
                      <a:pt x="7" y="4"/>
                      <a:pt x="6" y="5"/>
                    </a:cubicBezTo>
                    <a:cubicBezTo>
                      <a:pt x="5" y="7"/>
                      <a:pt x="4" y="10"/>
                      <a:pt x="4" y="14"/>
                    </a:cubicBezTo>
                    <a:cubicBezTo>
                      <a:pt x="4" y="18"/>
                      <a:pt x="5" y="21"/>
                      <a:pt x="6" y="22"/>
                    </a:cubicBezTo>
                    <a:cubicBezTo>
                      <a:pt x="7" y="24"/>
                      <a:pt x="9" y="24"/>
                      <a:pt x="10" y="24"/>
                    </a:cubicBezTo>
                    <a:cubicBezTo>
                      <a:pt x="12" y="24"/>
                      <a:pt x="13" y="24"/>
                      <a:pt x="14" y="23"/>
                    </a:cubicBezTo>
                    <a:cubicBezTo>
                      <a:pt x="15" y="22"/>
                      <a:pt x="15" y="20"/>
                      <a:pt x="15" y="18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9" y="13"/>
                      <a:pt x="19" y="13"/>
                      <a:pt x="19" y="13"/>
                    </a:cubicBezTo>
                    <a:lnTo>
                      <a:pt x="19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ïs1îḓê">
                <a:extLst>
                  <a:ext uri="{FF2B5EF4-FFF2-40B4-BE49-F238E27FC236}">
                    <a16:creationId xmlns:a16="http://schemas.microsoft.com/office/drawing/2014/main" id="{E9E026E9-AC15-4251-9F53-9B3A3D2120D2}"/>
                  </a:ext>
                </a:extLst>
              </p:cNvPr>
              <p:cNvSpPr/>
              <p:nvPr/>
            </p:nvSpPr>
            <p:spPr bwMode="auto">
              <a:xfrm>
                <a:off x="6492875" y="3683001"/>
                <a:ext cx="58738" cy="92075"/>
              </a:xfrm>
              <a:custGeom>
                <a:avLst/>
                <a:gdLst>
                  <a:gd name="T0" fmla="*/ 18 w 18"/>
                  <a:gd name="T1" fmla="*/ 19 h 28"/>
                  <a:gd name="T2" fmla="*/ 16 w 18"/>
                  <a:gd name="T3" fmla="*/ 25 h 28"/>
                  <a:gd name="T4" fmla="*/ 9 w 18"/>
                  <a:gd name="T5" fmla="*/ 28 h 28"/>
                  <a:gd name="T6" fmla="*/ 2 w 18"/>
                  <a:gd name="T7" fmla="*/ 25 h 28"/>
                  <a:gd name="T8" fmla="*/ 0 w 18"/>
                  <a:gd name="T9" fmla="*/ 19 h 28"/>
                  <a:gd name="T10" fmla="*/ 0 w 18"/>
                  <a:gd name="T11" fmla="*/ 0 h 28"/>
                  <a:gd name="T12" fmla="*/ 4 w 18"/>
                  <a:gd name="T13" fmla="*/ 0 h 28"/>
                  <a:gd name="T14" fmla="*/ 4 w 18"/>
                  <a:gd name="T15" fmla="*/ 19 h 28"/>
                  <a:gd name="T16" fmla="*/ 5 w 18"/>
                  <a:gd name="T17" fmla="*/ 23 h 28"/>
                  <a:gd name="T18" fmla="*/ 9 w 18"/>
                  <a:gd name="T19" fmla="*/ 24 h 28"/>
                  <a:gd name="T20" fmla="*/ 13 w 18"/>
                  <a:gd name="T21" fmla="*/ 23 h 28"/>
                  <a:gd name="T22" fmla="*/ 14 w 18"/>
                  <a:gd name="T23" fmla="*/ 19 h 28"/>
                  <a:gd name="T24" fmla="*/ 14 w 18"/>
                  <a:gd name="T25" fmla="*/ 0 h 28"/>
                  <a:gd name="T26" fmla="*/ 18 w 18"/>
                  <a:gd name="T27" fmla="*/ 0 h 28"/>
                  <a:gd name="T28" fmla="*/ 18 w 18"/>
                  <a:gd name="T29" fmla="*/ 19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8" h="28">
                    <a:moveTo>
                      <a:pt x="18" y="19"/>
                    </a:moveTo>
                    <a:cubicBezTo>
                      <a:pt x="18" y="22"/>
                      <a:pt x="18" y="24"/>
                      <a:pt x="16" y="25"/>
                    </a:cubicBezTo>
                    <a:cubicBezTo>
                      <a:pt x="15" y="27"/>
                      <a:pt x="12" y="28"/>
                      <a:pt x="9" y="28"/>
                    </a:cubicBezTo>
                    <a:cubicBezTo>
                      <a:pt x="6" y="28"/>
                      <a:pt x="4" y="27"/>
                      <a:pt x="2" y="25"/>
                    </a:cubicBezTo>
                    <a:cubicBezTo>
                      <a:pt x="1" y="24"/>
                      <a:pt x="0" y="22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21"/>
                      <a:pt x="5" y="22"/>
                      <a:pt x="5" y="23"/>
                    </a:cubicBezTo>
                    <a:cubicBezTo>
                      <a:pt x="6" y="24"/>
                      <a:pt x="8" y="24"/>
                      <a:pt x="9" y="24"/>
                    </a:cubicBezTo>
                    <a:cubicBezTo>
                      <a:pt x="11" y="24"/>
                      <a:pt x="12" y="24"/>
                      <a:pt x="13" y="23"/>
                    </a:cubicBezTo>
                    <a:cubicBezTo>
                      <a:pt x="14" y="22"/>
                      <a:pt x="14" y="21"/>
                      <a:pt x="14" y="19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8" y="0"/>
                      <a:pt x="18" y="0"/>
                      <a:pt x="18" y="0"/>
                    </a:cubicBezTo>
                    <a:lnTo>
                      <a:pt x="18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îṩḷídè">
                <a:extLst>
                  <a:ext uri="{FF2B5EF4-FFF2-40B4-BE49-F238E27FC236}">
                    <a16:creationId xmlns:a16="http://schemas.microsoft.com/office/drawing/2014/main" id="{8D719820-5EE2-44CB-ADE7-FBF794D06C97}"/>
                  </a:ext>
                </a:extLst>
              </p:cNvPr>
              <p:cNvSpPr/>
              <p:nvPr/>
            </p:nvSpPr>
            <p:spPr bwMode="auto">
              <a:xfrm>
                <a:off x="6697663" y="3683001"/>
                <a:ext cx="12700" cy="889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0" name="ïśľiďé">
                <a:extLst>
                  <a:ext uri="{FF2B5EF4-FFF2-40B4-BE49-F238E27FC236}">
                    <a16:creationId xmlns:a16="http://schemas.microsoft.com/office/drawing/2014/main" id="{F1A537BC-8CE6-4592-B04D-5C3F51F74AAA}"/>
                  </a:ext>
                </a:extLst>
              </p:cNvPr>
              <p:cNvSpPr/>
              <p:nvPr/>
            </p:nvSpPr>
            <p:spPr bwMode="auto">
              <a:xfrm>
                <a:off x="6759575" y="3683001"/>
                <a:ext cx="69850" cy="92075"/>
              </a:xfrm>
              <a:custGeom>
                <a:avLst/>
                <a:gdLst>
                  <a:gd name="T0" fmla="*/ 44 w 44"/>
                  <a:gd name="T1" fmla="*/ 0 h 58"/>
                  <a:gd name="T2" fmla="*/ 25 w 44"/>
                  <a:gd name="T3" fmla="*/ 58 h 58"/>
                  <a:gd name="T4" fmla="*/ 19 w 44"/>
                  <a:gd name="T5" fmla="*/ 58 h 58"/>
                  <a:gd name="T6" fmla="*/ 0 w 44"/>
                  <a:gd name="T7" fmla="*/ 0 h 58"/>
                  <a:gd name="T8" fmla="*/ 9 w 44"/>
                  <a:gd name="T9" fmla="*/ 0 h 58"/>
                  <a:gd name="T10" fmla="*/ 21 w 44"/>
                  <a:gd name="T11" fmla="*/ 44 h 58"/>
                  <a:gd name="T12" fmla="*/ 21 w 44"/>
                  <a:gd name="T13" fmla="*/ 44 h 58"/>
                  <a:gd name="T14" fmla="*/ 36 w 44"/>
                  <a:gd name="T15" fmla="*/ 0 h 58"/>
                  <a:gd name="T16" fmla="*/ 44 w 44"/>
                  <a:gd name="T17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4" h="58">
                    <a:moveTo>
                      <a:pt x="44" y="0"/>
                    </a:moveTo>
                    <a:lnTo>
                      <a:pt x="25" y="58"/>
                    </a:lnTo>
                    <a:lnTo>
                      <a:pt x="19" y="58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21" y="44"/>
                    </a:lnTo>
                    <a:lnTo>
                      <a:pt x="21" y="44"/>
                    </a:lnTo>
                    <a:lnTo>
                      <a:pt x="36" y="0"/>
                    </a:lnTo>
                    <a:lnTo>
                      <a:pt x="4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í$ḻíďe">
                <a:extLst>
                  <a:ext uri="{FF2B5EF4-FFF2-40B4-BE49-F238E27FC236}">
                    <a16:creationId xmlns:a16="http://schemas.microsoft.com/office/drawing/2014/main" id="{1F055E10-2CFA-402D-B4BE-6C484B6F726F}"/>
                  </a:ext>
                </a:extLst>
              </p:cNvPr>
              <p:cNvSpPr/>
              <p:nvPr/>
            </p:nvSpPr>
            <p:spPr bwMode="auto">
              <a:xfrm>
                <a:off x="6856413" y="3683001"/>
                <a:ext cx="58738" cy="88900"/>
              </a:xfrm>
              <a:custGeom>
                <a:avLst/>
                <a:gdLst>
                  <a:gd name="T0" fmla="*/ 37 w 37"/>
                  <a:gd name="T1" fmla="*/ 56 h 56"/>
                  <a:gd name="T2" fmla="*/ 0 w 37"/>
                  <a:gd name="T3" fmla="*/ 56 h 56"/>
                  <a:gd name="T4" fmla="*/ 0 w 37"/>
                  <a:gd name="T5" fmla="*/ 0 h 56"/>
                  <a:gd name="T6" fmla="*/ 35 w 37"/>
                  <a:gd name="T7" fmla="*/ 0 h 56"/>
                  <a:gd name="T8" fmla="*/ 35 w 37"/>
                  <a:gd name="T9" fmla="*/ 6 h 56"/>
                  <a:gd name="T10" fmla="*/ 8 w 37"/>
                  <a:gd name="T11" fmla="*/ 6 h 56"/>
                  <a:gd name="T12" fmla="*/ 8 w 37"/>
                  <a:gd name="T13" fmla="*/ 23 h 56"/>
                  <a:gd name="T14" fmla="*/ 33 w 37"/>
                  <a:gd name="T15" fmla="*/ 23 h 56"/>
                  <a:gd name="T16" fmla="*/ 33 w 37"/>
                  <a:gd name="T17" fmla="*/ 29 h 56"/>
                  <a:gd name="T18" fmla="*/ 8 w 37"/>
                  <a:gd name="T19" fmla="*/ 29 h 56"/>
                  <a:gd name="T20" fmla="*/ 8 w 37"/>
                  <a:gd name="T21" fmla="*/ 50 h 56"/>
                  <a:gd name="T22" fmla="*/ 37 w 37"/>
                  <a:gd name="T23" fmla="*/ 50 h 56"/>
                  <a:gd name="T24" fmla="*/ 37 w 37"/>
                  <a:gd name="T25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7" h="56">
                    <a:moveTo>
                      <a:pt x="37" y="56"/>
                    </a:moveTo>
                    <a:lnTo>
                      <a:pt x="0" y="56"/>
                    </a:lnTo>
                    <a:lnTo>
                      <a:pt x="0" y="0"/>
                    </a:lnTo>
                    <a:lnTo>
                      <a:pt x="35" y="0"/>
                    </a:lnTo>
                    <a:lnTo>
                      <a:pt x="35" y="6"/>
                    </a:lnTo>
                    <a:lnTo>
                      <a:pt x="8" y="6"/>
                    </a:lnTo>
                    <a:lnTo>
                      <a:pt x="8" y="23"/>
                    </a:lnTo>
                    <a:lnTo>
                      <a:pt x="33" y="23"/>
                    </a:lnTo>
                    <a:lnTo>
                      <a:pt x="33" y="29"/>
                    </a:lnTo>
                    <a:lnTo>
                      <a:pt x="8" y="29"/>
                    </a:lnTo>
                    <a:lnTo>
                      <a:pt x="8" y="50"/>
                    </a:lnTo>
                    <a:lnTo>
                      <a:pt x="37" y="50"/>
                    </a:lnTo>
                    <a:lnTo>
                      <a:pt x="37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ïs1ídê">
                <a:extLst>
                  <a:ext uri="{FF2B5EF4-FFF2-40B4-BE49-F238E27FC236}">
                    <a16:creationId xmlns:a16="http://schemas.microsoft.com/office/drawing/2014/main" id="{C087F13B-04DA-4831-9592-B08E3C555064}"/>
                  </a:ext>
                </a:extLst>
              </p:cNvPr>
              <p:cNvSpPr/>
              <p:nvPr/>
            </p:nvSpPr>
            <p:spPr bwMode="auto">
              <a:xfrm>
                <a:off x="6945313" y="3683001"/>
                <a:ext cx="63500" cy="88900"/>
              </a:xfrm>
              <a:custGeom>
                <a:avLst/>
                <a:gdLst>
                  <a:gd name="T0" fmla="*/ 19 w 19"/>
                  <a:gd name="T1" fmla="*/ 27 h 27"/>
                  <a:gd name="T2" fmla="*/ 15 w 19"/>
                  <a:gd name="T3" fmla="*/ 27 h 27"/>
                  <a:gd name="T4" fmla="*/ 9 w 19"/>
                  <a:gd name="T5" fmla="*/ 15 h 27"/>
                  <a:gd name="T6" fmla="*/ 4 w 19"/>
                  <a:gd name="T7" fmla="*/ 15 h 27"/>
                  <a:gd name="T8" fmla="*/ 4 w 19"/>
                  <a:gd name="T9" fmla="*/ 27 h 27"/>
                  <a:gd name="T10" fmla="*/ 0 w 19"/>
                  <a:gd name="T11" fmla="*/ 27 h 27"/>
                  <a:gd name="T12" fmla="*/ 0 w 19"/>
                  <a:gd name="T13" fmla="*/ 0 h 27"/>
                  <a:gd name="T14" fmla="*/ 9 w 19"/>
                  <a:gd name="T15" fmla="*/ 0 h 27"/>
                  <a:gd name="T16" fmla="*/ 16 w 19"/>
                  <a:gd name="T17" fmla="*/ 2 h 27"/>
                  <a:gd name="T18" fmla="*/ 19 w 19"/>
                  <a:gd name="T19" fmla="*/ 8 h 27"/>
                  <a:gd name="T20" fmla="*/ 17 w 19"/>
                  <a:gd name="T21" fmla="*/ 13 h 27"/>
                  <a:gd name="T22" fmla="*/ 13 w 19"/>
                  <a:gd name="T23" fmla="*/ 15 h 27"/>
                  <a:gd name="T24" fmla="*/ 19 w 19"/>
                  <a:gd name="T25" fmla="*/ 27 h 27"/>
                  <a:gd name="T26" fmla="*/ 14 w 19"/>
                  <a:gd name="T27" fmla="*/ 8 h 27"/>
                  <a:gd name="T28" fmla="*/ 13 w 19"/>
                  <a:gd name="T29" fmla="*/ 4 h 27"/>
                  <a:gd name="T30" fmla="*/ 8 w 19"/>
                  <a:gd name="T31" fmla="*/ 3 h 27"/>
                  <a:gd name="T32" fmla="*/ 4 w 19"/>
                  <a:gd name="T33" fmla="*/ 3 h 27"/>
                  <a:gd name="T34" fmla="*/ 4 w 19"/>
                  <a:gd name="T35" fmla="*/ 12 h 27"/>
                  <a:gd name="T36" fmla="*/ 9 w 19"/>
                  <a:gd name="T37" fmla="*/ 12 h 27"/>
                  <a:gd name="T38" fmla="*/ 13 w 19"/>
                  <a:gd name="T39" fmla="*/ 11 h 27"/>
                  <a:gd name="T40" fmla="*/ 14 w 19"/>
                  <a:gd name="T41" fmla="*/ 8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9" h="27">
                    <a:moveTo>
                      <a:pt x="19" y="27"/>
                    </a:moveTo>
                    <a:cubicBezTo>
                      <a:pt x="15" y="27"/>
                      <a:pt x="15" y="27"/>
                      <a:pt x="15" y="27"/>
                    </a:cubicBezTo>
                    <a:cubicBezTo>
                      <a:pt x="9" y="15"/>
                      <a:pt x="9" y="15"/>
                      <a:pt x="9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12" y="0"/>
                      <a:pt x="14" y="1"/>
                      <a:pt x="16" y="2"/>
                    </a:cubicBezTo>
                    <a:cubicBezTo>
                      <a:pt x="18" y="3"/>
                      <a:pt x="19" y="5"/>
                      <a:pt x="19" y="8"/>
                    </a:cubicBezTo>
                    <a:cubicBezTo>
                      <a:pt x="19" y="10"/>
                      <a:pt x="18" y="12"/>
                      <a:pt x="17" y="13"/>
                    </a:cubicBezTo>
                    <a:cubicBezTo>
                      <a:pt x="16" y="14"/>
                      <a:pt x="14" y="15"/>
                      <a:pt x="13" y="15"/>
                    </a:cubicBezTo>
                    <a:cubicBezTo>
                      <a:pt x="19" y="27"/>
                      <a:pt x="19" y="27"/>
                      <a:pt x="19" y="27"/>
                    </a:cubicBezTo>
                    <a:close/>
                    <a:moveTo>
                      <a:pt x="14" y="8"/>
                    </a:moveTo>
                    <a:cubicBezTo>
                      <a:pt x="14" y="6"/>
                      <a:pt x="14" y="5"/>
                      <a:pt x="13" y="4"/>
                    </a:cubicBezTo>
                    <a:cubicBezTo>
                      <a:pt x="12" y="3"/>
                      <a:pt x="10" y="3"/>
                      <a:pt x="8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11" y="12"/>
                      <a:pt x="12" y="12"/>
                      <a:pt x="13" y="11"/>
                    </a:cubicBezTo>
                    <a:cubicBezTo>
                      <a:pt x="14" y="11"/>
                      <a:pt x="14" y="9"/>
                      <a:pt x="14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í$ļíḋê">
                <a:extLst>
                  <a:ext uri="{FF2B5EF4-FFF2-40B4-BE49-F238E27FC236}">
                    <a16:creationId xmlns:a16="http://schemas.microsoft.com/office/drawing/2014/main" id="{898E2424-A94E-4BE8-B296-4E14EF6AAAEF}"/>
                  </a:ext>
                </a:extLst>
              </p:cNvPr>
              <p:cNvSpPr/>
              <p:nvPr/>
            </p:nvSpPr>
            <p:spPr bwMode="auto">
              <a:xfrm>
                <a:off x="7034213" y="3683001"/>
                <a:ext cx="63500" cy="92075"/>
              </a:xfrm>
              <a:custGeom>
                <a:avLst/>
                <a:gdLst>
                  <a:gd name="T0" fmla="*/ 19 w 19"/>
                  <a:gd name="T1" fmla="*/ 20 h 28"/>
                  <a:gd name="T2" fmla="*/ 17 w 19"/>
                  <a:gd name="T3" fmla="*/ 25 h 28"/>
                  <a:gd name="T4" fmla="*/ 10 w 19"/>
                  <a:gd name="T5" fmla="*/ 28 h 28"/>
                  <a:gd name="T6" fmla="*/ 3 w 19"/>
                  <a:gd name="T7" fmla="*/ 25 h 28"/>
                  <a:gd name="T8" fmla="*/ 0 w 19"/>
                  <a:gd name="T9" fmla="*/ 20 h 28"/>
                  <a:gd name="T10" fmla="*/ 0 w 19"/>
                  <a:gd name="T11" fmla="*/ 19 h 28"/>
                  <a:gd name="T12" fmla="*/ 4 w 19"/>
                  <a:gd name="T13" fmla="*/ 19 h 28"/>
                  <a:gd name="T14" fmla="*/ 4 w 19"/>
                  <a:gd name="T15" fmla="*/ 20 h 28"/>
                  <a:gd name="T16" fmla="*/ 6 w 19"/>
                  <a:gd name="T17" fmla="*/ 23 h 28"/>
                  <a:gd name="T18" fmla="*/ 10 w 19"/>
                  <a:gd name="T19" fmla="*/ 24 h 28"/>
                  <a:gd name="T20" fmla="*/ 14 w 19"/>
                  <a:gd name="T21" fmla="*/ 23 h 28"/>
                  <a:gd name="T22" fmla="*/ 15 w 19"/>
                  <a:gd name="T23" fmla="*/ 20 h 28"/>
                  <a:gd name="T24" fmla="*/ 13 w 19"/>
                  <a:gd name="T25" fmla="*/ 17 h 28"/>
                  <a:gd name="T26" fmla="*/ 9 w 19"/>
                  <a:gd name="T27" fmla="*/ 14 h 28"/>
                  <a:gd name="T28" fmla="*/ 3 w 19"/>
                  <a:gd name="T29" fmla="*/ 11 h 28"/>
                  <a:gd name="T30" fmla="*/ 1 w 19"/>
                  <a:gd name="T31" fmla="*/ 7 h 28"/>
                  <a:gd name="T32" fmla="*/ 3 w 19"/>
                  <a:gd name="T33" fmla="*/ 2 h 28"/>
                  <a:gd name="T34" fmla="*/ 10 w 19"/>
                  <a:gd name="T35" fmla="*/ 0 h 28"/>
                  <a:gd name="T36" fmla="*/ 16 w 19"/>
                  <a:gd name="T37" fmla="*/ 2 h 28"/>
                  <a:gd name="T38" fmla="*/ 18 w 19"/>
                  <a:gd name="T39" fmla="*/ 7 h 28"/>
                  <a:gd name="T40" fmla="*/ 14 w 19"/>
                  <a:gd name="T41" fmla="*/ 7 h 28"/>
                  <a:gd name="T42" fmla="*/ 13 w 19"/>
                  <a:gd name="T43" fmla="*/ 4 h 28"/>
                  <a:gd name="T44" fmla="*/ 10 w 19"/>
                  <a:gd name="T45" fmla="*/ 3 h 28"/>
                  <a:gd name="T46" fmla="*/ 6 w 19"/>
                  <a:gd name="T47" fmla="*/ 4 h 28"/>
                  <a:gd name="T48" fmla="*/ 5 w 19"/>
                  <a:gd name="T49" fmla="*/ 7 h 28"/>
                  <a:gd name="T50" fmla="*/ 6 w 19"/>
                  <a:gd name="T51" fmla="*/ 9 h 28"/>
                  <a:gd name="T52" fmla="*/ 11 w 19"/>
                  <a:gd name="T53" fmla="*/ 12 h 28"/>
                  <a:gd name="T54" fmla="*/ 17 w 19"/>
                  <a:gd name="T55" fmla="*/ 15 h 28"/>
                  <a:gd name="T56" fmla="*/ 19 w 19"/>
                  <a:gd name="T57" fmla="*/ 2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9" h="28">
                    <a:moveTo>
                      <a:pt x="19" y="20"/>
                    </a:moveTo>
                    <a:cubicBezTo>
                      <a:pt x="19" y="22"/>
                      <a:pt x="18" y="24"/>
                      <a:pt x="17" y="25"/>
                    </a:cubicBezTo>
                    <a:cubicBezTo>
                      <a:pt x="15" y="27"/>
                      <a:pt x="13" y="28"/>
                      <a:pt x="10" y="28"/>
                    </a:cubicBezTo>
                    <a:cubicBezTo>
                      <a:pt x="7" y="28"/>
                      <a:pt x="4" y="27"/>
                      <a:pt x="3" y="25"/>
                    </a:cubicBezTo>
                    <a:cubicBezTo>
                      <a:pt x="1" y="24"/>
                      <a:pt x="0" y="22"/>
                      <a:pt x="0" y="20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4" y="21"/>
                      <a:pt x="5" y="22"/>
                      <a:pt x="6" y="23"/>
                    </a:cubicBezTo>
                    <a:cubicBezTo>
                      <a:pt x="7" y="24"/>
                      <a:pt x="8" y="24"/>
                      <a:pt x="10" y="24"/>
                    </a:cubicBezTo>
                    <a:cubicBezTo>
                      <a:pt x="11" y="24"/>
                      <a:pt x="13" y="24"/>
                      <a:pt x="14" y="23"/>
                    </a:cubicBezTo>
                    <a:cubicBezTo>
                      <a:pt x="15" y="22"/>
                      <a:pt x="15" y="21"/>
                      <a:pt x="15" y="20"/>
                    </a:cubicBezTo>
                    <a:cubicBezTo>
                      <a:pt x="15" y="19"/>
                      <a:pt x="15" y="18"/>
                      <a:pt x="13" y="17"/>
                    </a:cubicBezTo>
                    <a:cubicBezTo>
                      <a:pt x="12" y="16"/>
                      <a:pt x="11" y="15"/>
                      <a:pt x="9" y="14"/>
                    </a:cubicBezTo>
                    <a:cubicBezTo>
                      <a:pt x="6" y="13"/>
                      <a:pt x="4" y="12"/>
                      <a:pt x="3" y="11"/>
                    </a:cubicBezTo>
                    <a:cubicBezTo>
                      <a:pt x="1" y="10"/>
                      <a:pt x="1" y="9"/>
                      <a:pt x="1" y="7"/>
                    </a:cubicBezTo>
                    <a:cubicBezTo>
                      <a:pt x="1" y="5"/>
                      <a:pt x="2" y="3"/>
                      <a:pt x="3" y="2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3" y="0"/>
                      <a:pt x="15" y="0"/>
                      <a:pt x="16" y="2"/>
                    </a:cubicBezTo>
                    <a:cubicBezTo>
                      <a:pt x="18" y="4"/>
                      <a:pt x="18" y="5"/>
                      <a:pt x="18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6"/>
                      <a:pt x="14" y="5"/>
                      <a:pt x="13" y="4"/>
                    </a:cubicBezTo>
                    <a:cubicBezTo>
                      <a:pt x="12" y="3"/>
                      <a:pt x="11" y="3"/>
                      <a:pt x="10" y="3"/>
                    </a:cubicBezTo>
                    <a:cubicBezTo>
                      <a:pt x="8" y="3"/>
                      <a:pt x="7" y="3"/>
                      <a:pt x="6" y="4"/>
                    </a:cubicBezTo>
                    <a:cubicBezTo>
                      <a:pt x="5" y="5"/>
                      <a:pt x="5" y="5"/>
                      <a:pt x="5" y="7"/>
                    </a:cubicBezTo>
                    <a:cubicBezTo>
                      <a:pt x="5" y="8"/>
                      <a:pt x="5" y="8"/>
                      <a:pt x="6" y="9"/>
                    </a:cubicBezTo>
                    <a:cubicBezTo>
                      <a:pt x="7" y="10"/>
                      <a:pt x="8" y="11"/>
                      <a:pt x="11" y="12"/>
                    </a:cubicBezTo>
                    <a:cubicBezTo>
                      <a:pt x="14" y="13"/>
                      <a:pt x="16" y="14"/>
                      <a:pt x="17" y="15"/>
                    </a:cubicBezTo>
                    <a:cubicBezTo>
                      <a:pt x="18" y="16"/>
                      <a:pt x="19" y="18"/>
                      <a:pt x="19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îśľídè">
                <a:extLst>
                  <a:ext uri="{FF2B5EF4-FFF2-40B4-BE49-F238E27FC236}">
                    <a16:creationId xmlns:a16="http://schemas.microsoft.com/office/drawing/2014/main" id="{31B755ED-55A4-45AC-9B0C-70B67F6A3BDD}"/>
                  </a:ext>
                </a:extLst>
              </p:cNvPr>
              <p:cNvSpPr/>
              <p:nvPr/>
            </p:nvSpPr>
            <p:spPr bwMode="auto">
              <a:xfrm>
                <a:off x="7150100" y="3683001"/>
                <a:ext cx="12700" cy="889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işḷîḑe">
                <a:extLst>
                  <a:ext uri="{FF2B5EF4-FFF2-40B4-BE49-F238E27FC236}">
                    <a16:creationId xmlns:a16="http://schemas.microsoft.com/office/drawing/2014/main" id="{3DCBB421-CBF5-4685-84E4-AEBDF3B265CC}"/>
                  </a:ext>
                </a:extLst>
              </p:cNvPr>
              <p:cNvSpPr/>
              <p:nvPr/>
            </p:nvSpPr>
            <p:spPr bwMode="auto">
              <a:xfrm>
                <a:off x="7216775" y="3683001"/>
                <a:ext cx="61913" cy="88900"/>
              </a:xfrm>
              <a:custGeom>
                <a:avLst/>
                <a:gdLst>
                  <a:gd name="T0" fmla="*/ 39 w 39"/>
                  <a:gd name="T1" fmla="*/ 6 h 56"/>
                  <a:gd name="T2" fmla="*/ 25 w 39"/>
                  <a:gd name="T3" fmla="*/ 6 h 56"/>
                  <a:gd name="T4" fmla="*/ 25 w 39"/>
                  <a:gd name="T5" fmla="*/ 56 h 56"/>
                  <a:gd name="T6" fmla="*/ 14 w 39"/>
                  <a:gd name="T7" fmla="*/ 56 h 56"/>
                  <a:gd name="T8" fmla="*/ 14 w 39"/>
                  <a:gd name="T9" fmla="*/ 6 h 56"/>
                  <a:gd name="T10" fmla="*/ 0 w 39"/>
                  <a:gd name="T11" fmla="*/ 6 h 56"/>
                  <a:gd name="T12" fmla="*/ 0 w 39"/>
                  <a:gd name="T13" fmla="*/ 0 h 56"/>
                  <a:gd name="T14" fmla="*/ 39 w 39"/>
                  <a:gd name="T15" fmla="*/ 0 h 56"/>
                  <a:gd name="T16" fmla="*/ 39 w 39"/>
                  <a:gd name="T17" fmla="*/ 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9" h="56">
                    <a:moveTo>
                      <a:pt x="39" y="6"/>
                    </a:moveTo>
                    <a:lnTo>
                      <a:pt x="25" y="6"/>
                    </a:lnTo>
                    <a:lnTo>
                      <a:pt x="25" y="56"/>
                    </a:lnTo>
                    <a:lnTo>
                      <a:pt x="14" y="56"/>
                    </a:lnTo>
                    <a:lnTo>
                      <a:pt x="14" y="6"/>
                    </a:lnTo>
                    <a:lnTo>
                      <a:pt x="0" y="6"/>
                    </a:lnTo>
                    <a:lnTo>
                      <a:pt x="0" y="0"/>
                    </a:lnTo>
                    <a:lnTo>
                      <a:pt x="39" y="0"/>
                    </a:lnTo>
                    <a:lnTo>
                      <a:pt x="39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íṧlîḍé">
                <a:extLst>
                  <a:ext uri="{FF2B5EF4-FFF2-40B4-BE49-F238E27FC236}">
                    <a16:creationId xmlns:a16="http://schemas.microsoft.com/office/drawing/2014/main" id="{63B6AFD3-88CC-4304-B96B-B18132DD2423}"/>
                  </a:ext>
                </a:extLst>
              </p:cNvPr>
              <p:cNvSpPr/>
              <p:nvPr/>
            </p:nvSpPr>
            <p:spPr bwMode="auto">
              <a:xfrm>
                <a:off x="7302500" y="3683001"/>
                <a:ext cx="69850" cy="88900"/>
              </a:xfrm>
              <a:custGeom>
                <a:avLst/>
                <a:gdLst>
                  <a:gd name="T0" fmla="*/ 44 w 44"/>
                  <a:gd name="T1" fmla="*/ 0 h 56"/>
                  <a:gd name="T2" fmla="*/ 27 w 44"/>
                  <a:gd name="T3" fmla="*/ 31 h 56"/>
                  <a:gd name="T4" fmla="*/ 27 w 44"/>
                  <a:gd name="T5" fmla="*/ 56 h 56"/>
                  <a:gd name="T6" fmla="*/ 19 w 44"/>
                  <a:gd name="T7" fmla="*/ 56 h 56"/>
                  <a:gd name="T8" fmla="*/ 19 w 44"/>
                  <a:gd name="T9" fmla="*/ 31 h 56"/>
                  <a:gd name="T10" fmla="*/ 0 w 44"/>
                  <a:gd name="T11" fmla="*/ 0 h 56"/>
                  <a:gd name="T12" fmla="*/ 10 w 44"/>
                  <a:gd name="T13" fmla="*/ 0 h 56"/>
                  <a:gd name="T14" fmla="*/ 23 w 44"/>
                  <a:gd name="T15" fmla="*/ 25 h 56"/>
                  <a:gd name="T16" fmla="*/ 23 w 44"/>
                  <a:gd name="T17" fmla="*/ 25 h 56"/>
                  <a:gd name="T18" fmla="*/ 35 w 44"/>
                  <a:gd name="T19" fmla="*/ 0 h 56"/>
                  <a:gd name="T20" fmla="*/ 44 w 44"/>
                  <a:gd name="T21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4" h="56">
                    <a:moveTo>
                      <a:pt x="44" y="0"/>
                    </a:moveTo>
                    <a:lnTo>
                      <a:pt x="27" y="31"/>
                    </a:lnTo>
                    <a:lnTo>
                      <a:pt x="27" y="56"/>
                    </a:lnTo>
                    <a:lnTo>
                      <a:pt x="19" y="56"/>
                    </a:lnTo>
                    <a:lnTo>
                      <a:pt x="19" y="31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23" y="25"/>
                    </a:lnTo>
                    <a:lnTo>
                      <a:pt x="23" y="25"/>
                    </a:lnTo>
                    <a:lnTo>
                      <a:pt x="35" y="0"/>
                    </a:lnTo>
                    <a:lnTo>
                      <a:pt x="4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79" name="椭圆 78">
            <a:extLst>
              <a:ext uri="{FF2B5EF4-FFF2-40B4-BE49-F238E27FC236}">
                <a16:creationId xmlns:a16="http://schemas.microsoft.com/office/drawing/2014/main" id="{17A0839A-F82F-4AF3-BE0C-B059F11A609F}"/>
              </a:ext>
            </a:extLst>
          </p:cNvPr>
          <p:cNvSpPr/>
          <p:nvPr/>
        </p:nvSpPr>
        <p:spPr>
          <a:xfrm>
            <a:off x="1977651" y="4001128"/>
            <a:ext cx="915754" cy="927974"/>
          </a:xfrm>
          <a:prstGeom prst="ellipse">
            <a:avLst/>
          </a:prstGeom>
          <a:solidFill>
            <a:srgbClr val="F04049"/>
          </a:solidFill>
          <a:ln>
            <a:noFill/>
          </a:ln>
          <a:effectLst>
            <a:outerShdw blurRad="101600" dist="38100" dir="5400000" algn="t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zh-CN" sz="5400" b="1" dirty="0">
                <a:solidFill>
                  <a:schemeClr val="bg1"/>
                </a:solidFill>
                <a:effectLst>
                  <a:innerShdw blurRad="127000">
                    <a:schemeClr val="bg1">
                      <a:lumMod val="50000"/>
                      <a:alpha val="85000"/>
                    </a:schemeClr>
                  </a:innerShdw>
                </a:effectLst>
                <a:cs typeface="+mn-ea"/>
                <a:sym typeface="+mn-lt"/>
              </a:rPr>
              <a:t>5</a:t>
            </a:r>
            <a:endParaRPr lang="zh-CN" altLang="en-US" sz="5400" b="1" dirty="0">
              <a:solidFill>
                <a:schemeClr val="bg1"/>
              </a:solidFill>
              <a:effectLst>
                <a:innerShdw blurRad="127000">
                  <a:schemeClr val="bg1">
                    <a:lumMod val="50000"/>
                    <a:alpha val="85000"/>
                  </a:schemeClr>
                </a:innerShdw>
              </a:effectLst>
              <a:cs typeface="+mn-ea"/>
              <a:sym typeface="+mn-lt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AD6D6B3-BCF0-4E7E-9E0F-696945C0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80155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AAB6BC10-45DD-4477-83AF-883480AFB742}"/>
              </a:ext>
            </a:extLst>
          </p:cNvPr>
          <p:cNvGrpSpPr/>
          <p:nvPr/>
        </p:nvGrpSpPr>
        <p:grpSpPr>
          <a:xfrm>
            <a:off x="182880" y="406420"/>
            <a:ext cx="7410450" cy="523220"/>
            <a:chOff x="190500" y="383560"/>
            <a:chExt cx="7410450" cy="523220"/>
          </a:xfrm>
        </p:grpSpPr>
        <p:sp>
          <p:nvSpPr>
            <p:cNvPr id="36" name="平行四边形 35">
              <a:extLst>
                <a:ext uri="{FF2B5EF4-FFF2-40B4-BE49-F238E27FC236}">
                  <a16:creationId xmlns:a16="http://schemas.microsoft.com/office/drawing/2014/main" id="{F40A7694-6484-44E1-99C7-EDE95D900592}"/>
                </a:ext>
              </a:extLst>
            </p:cNvPr>
            <p:cNvSpPr/>
            <p:nvPr/>
          </p:nvSpPr>
          <p:spPr>
            <a:xfrm>
              <a:off x="190500" y="533400"/>
              <a:ext cx="845820" cy="373380"/>
            </a:xfrm>
            <a:prstGeom prst="parallelogram">
              <a:avLst/>
            </a:prstGeom>
            <a:solidFill>
              <a:srgbClr val="F04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FDB29133-41AD-4B3B-906E-5DEE9B7FE047}"/>
                </a:ext>
              </a:extLst>
            </p:cNvPr>
            <p:cNvSpPr txBox="1"/>
            <p:nvPr/>
          </p:nvSpPr>
          <p:spPr>
            <a:xfrm>
              <a:off x="506730" y="383560"/>
              <a:ext cx="70942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动态规划回顾</a:t>
              </a:r>
            </a:p>
          </p:txBody>
        </p:sp>
      </p:grp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E5B60183-BC48-4A9B-803F-FE5CBF31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26</a:t>
            </a:fld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5B8BD62-11F7-445B-8A9C-4C9A71E51B78}"/>
              </a:ext>
            </a:extLst>
          </p:cNvPr>
          <p:cNvSpPr/>
          <p:nvPr/>
        </p:nvSpPr>
        <p:spPr>
          <a:xfrm>
            <a:off x="438150" y="1092220"/>
            <a:ext cx="82677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200000"/>
              </a:lnSpc>
              <a:spcAft>
                <a:spcPts val="0"/>
              </a:spcAft>
              <a:buFont typeface="Wingdings" panose="05000000000000000000" pitchFamily="2" charset="2"/>
              <a:buChar char=""/>
            </a:pP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动态规划常见模型</a:t>
            </a:r>
            <a:endParaRPr lang="en-US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"/>
            </a:pP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线性型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"/>
            </a:pP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坐标型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"/>
            </a:pP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背包型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"/>
            </a:pP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区间型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"/>
            </a:pP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状态压缩型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"/>
            </a:pP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树型 </a:t>
            </a:r>
            <a:endParaRPr lang="en-US" altLang="zh-CN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"/>
            </a:pPr>
            <a:r>
              <a:rPr lang="en-US" altLang="zh-CN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DP</a:t>
            </a:r>
            <a:r>
              <a:rPr lang="zh-CN" altLang="en-US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的单调队列优化</a:t>
            </a: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"/>
            </a:pPr>
            <a:r>
              <a:rPr lang="en-US" altLang="zh-CN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DP</a:t>
            </a:r>
            <a:r>
              <a:rPr lang="zh-CN" altLang="en-US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的矩阵快速幂优化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1892232-9802-8849-A566-0E4135A275BC}"/>
              </a:ext>
            </a:extLst>
          </p:cNvPr>
          <p:cNvSpPr/>
          <p:nvPr/>
        </p:nvSpPr>
        <p:spPr>
          <a:xfrm>
            <a:off x="0" y="0"/>
            <a:ext cx="9144000" cy="243840"/>
          </a:xfrm>
          <a:prstGeom prst="rect">
            <a:avLst/>
          </a:prstGeom>
          <a:solidFill>
            <a:srgbClr val="F040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课程脉络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矩阵乘法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求解线性递推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矩阵快速幂优化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例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45053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AAB6BC10-45DD-4477-83AF-883480AFB742}"/>
              </a:ext>
            </a:extLst>
          </p:cNvPr>
          <p:cNvGrpSpPr/>
          <p:nvPr/>
        </p:nvGrpSpPr>
        <p:grpSpPr>
          <a:xfrm>
            <a:off x="182880" y="480847"/>
            <a:ext cx="7410450" cy="523220"/>
            <a:chOff x="190500" y="383560"/>
            <a:chExt cx="7410450" cy="523220"/>
          </a:xfrm>
        </p:grpSpPr>
        <p:sp>
          <p:nvSpPr>
            <p:cNvPr id="36" name="平行四边形 35">
              <a:extLst>
                <a:ext uri="{FF2B5EF4-FFF2-40B4-BE49-F238E27FC236}">
                  <a16:creationId xmlns:a16="http://schemas.microsoft.com/office/drawing/2014/main" id="{F40A7694-6484-44E1-99C7-EDE95D900592}"/>
                </a:ext>
              </a:extLst>
            </p:cNvPr>
            <p:cNvSpPr/>
            <p:nvPr/>
          </p:nvSpPr>
          <p:spPr>
            <a:xfrm>
              <a:off x="190500" y="533400"/>
              <a:ext cx="845820" cy="373380"/>
            </a:xfrm>
            <a:prstGeom prst="parallelogram">
              <a:avLst/>
            </a:prstGeom>
            <a:solidFill>
              <a:srgbClr val="F04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FDB29133-41AD-4B3B-906E-5DEE9B7FE047}"/>
                </a:ext>
              </a:extLst>
            </p:cNvPr>
            <p:cNvSpPr txBox="1"/>
            <p:nvPr/>
          </p:nvSpPr>
          <p:spPr>
            <a:xfrm>
              <a:off x="506730" y="383560"/>
              <a:ext cx="70942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矩阵快速幂优化 </a:t>
              </a:r>
              <a:r>
                <a:rPr lang="en-US" altLang="zh-CN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DP</a:t>
              </a:r>
            </a:p>
          </p:txBody>
        </p:sp>
      </p:grp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E5B60183-BC48-4A9B-803F-FE5CBF31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27</a:t>
            </a:fld>
            <a:endParaRPr lang="zh-CN" altLang="en-US" dirty="0"/>
          </a:p>
        </p:txBody>
      </p: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DA9C8281-F2C7-004E-8DDC-099DEEC392B8}"/>
              </a:ext>
            </a:extLst>
          </p:cNvPr>
          <p:cNvSpPr/>
          <p:nvPr/>
        </p:nvSpPr>
        <p:spPr>
          <a:xfrm>
            <a:off x="577570" y="1336662"/>
            <a:ext cx="7702480" cy="5123748"/>
          </a:xfrm>
          <a:prstGeom prst="rect">
            <a:avLst/>
          </a:prstGeom>
          <a:noFill/>
          <a:ln>
            <a:noFill/>
          </a:ln>
        </p:spPr>
        <p:txBody>
          <a:bodyPr vert="horz" wrap="square" lIns="101600" tIns="0" rIns="82550" bIns="0" numCol="1" anchor="t" anchorCtr="0" compatLnSpc="1">
            <a:normAutofit/>
          </a:bodyPr>
          <a:lstStyle>
            <a:lvl1pPr marL="228600" indent="-228600" algn="l" rtl="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000" kern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rtl="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2000" kern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rtl="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2000" kern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rtl="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2000" kern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rtl="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2000" kern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矩阵快速幂性质</a:t>
            </a:r>
            <a:endParaRPr lang="en-US" altLang="zh-CN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快速求解线性递推式的结果，如斐波那契递推</a:t>
            </a:r>
            <a:endParaRPr lang="en-US" altLang="zh-CN" sz="18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 lvl="1"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lang="en-US" altLang="zh-CN" sz="18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优化的 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DP</a:t>
            </a: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 需要满足的条件</a:t>
            </a:r>
            <a:endParaRPr lang="en-US" altLang="zh-CN" sz="18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 lvl="1"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转移方程为线性递推式</a:t>
            </a:r>
            <a:endParaRPr lang="en-US" altLang="zh-CN" sz="18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 lvl="1"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转移次数超级多（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n</a:t>
            </a: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 很大）</a:t>
            </a:r>
            <a:endParaRPr lang="en-US" altLang="zh-CN" sz="18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 lvl="1"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lang="en-US" altLang="zh-CN" sz="18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接下来以例</a:t>
            </a:r>
            <a:r>
              <a:rPr lang="en-US" altLang="zh-CN" sz="18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3</a:t>
            </a: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为例进一步讲解</a:t>
            </a:r>
            <a:endParaRPr lang="en-US" altLang="zh-CN" sz="18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 lvl="1"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lang="en-US" altLang="zh-CN" sz="18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B1AAC85-ED42-4D41-9BF3-E086FF6A1F31}"/>
              </a:ext>
            </a:extLst>
          </p:cNvPr>
          <p:cNvSpPr/>
          <p:nvPr/>
        </p:nvSpPr>
        <p:spPr>
          <a:xfrm>
            <a:off x="0" y="0"/>
            <a:ext cx="9144000" cy="243840"/>
          </a:xfrm>
          <a:prstGeom prst="rect">
            <a:avLst/>
          </a:prstGeom>
          <a:solidFill>
            <a:srgbClr val="F040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课程脉络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矩阵乘法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求解线性递推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矩阵快速幂优化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例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16316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29DA15D2-D405-9A4F-B9AE-3F967EF2DCE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530" y="-54237"/>
            <a:ext cx="9271590" cy="3967910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461007BA-07C3-4DD8-8798-7D3173F7E471}"/>
              </a:ext>
            </a:extLst>
          </p:cNvPr>
          <p:cNvGrpSpPr/>
          <p:nvPr/>
        </p:nvGrpSpPr>
        <p:grpSpPr>
          <a:xfrm>
            <a:off x="802881" y="3220887"/>
            <a:ext cx="7648586" cy="2501388"/>
            <a:chOff x="1200150" y="3107981"/>
            <a:chExt cx="9791700" cy="328917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3F9A6B05-7ED5-4F7C-AA64-18A3F997F137}"/>
                </a:ext>
              </a:extLst>
            </p:cNvPr>
            <p:cNvSpPr/>
            <p:nvPr/>
          </p:nvSpPr>
          <p:spPr>
            <a:xfrm>
              <a:off x="1664486" y="3107981"/>
              <a:ext cx="8945408" cy="3174172"/>
            </a:xfrm>
            <a:prstGeom prst="roundRect">
              <a:avLst>
                <a:gd name="adj" fmla="val 3205"/>
              </a:avLst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C09A6EA4-4FF5-4E8E-AB8F-7349BE02CD5E}"/>
                </a:ext>
              </a:extLst>
            </p:cNvPr>
            <p:cNvSpPr/>
            <p:nvPr/>
          </p:nvSpPr>
          <p:spPr>
            <a:xfrm>
              <a:off x="1463942" y="3222979"/>
              <a:ext cx="9346497" cy="3174172"/>
            </a:xfrm>
            <a:prstGeom prst="roundRect">
              <a:avLst>
                <a:gd name="adj" fmla="val 3205"/>
              </a:avLst>
            </a:prstGeom>
            <a:solidFill>
              <a:schemeClr val="bg1">
                <a:alpha val="9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BA5C651A-F6BF-4D75-A3D1-DDEB8CCADD03}"/>
                </a:ext>
              </a:extLst>
            </p:cNvPr>
            <p:cNvSpPr/>
            <p:nvPr/>
          </p:nvSpPr>
          <p:spPr>
            <a:xfrm>
              <a:off x="1200150" y="3365257"/>
              <a:ext cx="9791700" cy="2757614"/>
            </a:xfrm>
            <a:prstGeom prst="roundRect">
              <a:avLst>
                <a:gd name="adj" fmla="val 3205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F8F8F8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0" tIns="72000" rIns="540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457167">
                <a:lnSpc>
                  <a:spcPct val="120000"/>
                </a:lnSpc>
              </a:pPr>
              <a:endParaRPr lang="zh-CN" altLang="en-US" sz="24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9" name="标题 74">
            <a:extLst>
              <a:ext uri="{FF2B5EF4-FFF2-40B4-BE49-F238E27FC236}">
                <a16:creationId xmlns:a16="http://schemas.microsoft.com/office/drawing/2014/main" id="{FE4E37FF-6DE5-4CC8-8FB8-6127CB98D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8169" y="4161391"/>
            <a:ext cx="3044051" cy="670536"/>
          </a:xfrm>
        </p:spPr>
        <p:txBody>
          <a:bodyPr>
            <a:normAutofit fontScale="90000"/>
          </a:bodyPr>
          <a:lstStyle/>
          <a:p>
            <a:pPr algn="dist"/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讲解</a:t>
            </a:r>
            <a:b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Example</a:t>
            </a:r>
            <a:r>
              <a:rPr lang="zh-CN" altLang="en-US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3</a:t>
            </a:r>
            <a:endParaRPr lang="zh-CN" altLang="en-US" sz="36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图表 9">
            <a:extLst>
              <a:ext uri="{FF2B5EF4-FFF2-40B4-BE49-F238E27FC236}">
                <a16:creationId xmlns:a16="http://schemas.microsoft.com/office/drawing/2014/main" id="{C2A16DD7-7E56-46E8-99BC-6C95E446C457}"/>
              </a:ext>
            </a:extLst>
          </p:cNvPr>
          <p:cNvGraphicFramePr/>
          <p:nvPr/>
        </p:nvGraphicFramePr>
        <p:xfrm>
          <a:off x="1381564" y="3754945"/>
          <a:ext cx="2179863" cy="1272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12" name="ba3e13bc-cc22-40db-8abb-361298693e2c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4872306A-C0C4-4EAA-A0CE-7D3D08B3D35A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7823002" y="73858"/>
            <a:ext cx="1228130" cy="313031"/>
            <a:chOff x="2866708" y="2481344"/>
            <a:chExt cx="6458593" cy="1879440"/>
          </a:xfrm>
          <a:solidFill>
            <a:schemeClr val="bg1"/>
          </a:solidFill>
        </p:grpSpPr>
        <p:grpSp>
          <p:nvGrpSpPr>
            <p:cNvPr id="16" name="ïSļïdè">
              <a:extLst>
                <a:ext uri="{FF2B5EF4-FFF2-40B4-BE49-F238E27FC236}">
                  <a16:creationId xmlns:a16="http://schemas.microsoft.com/office/drawing/2014/main" id="{FDADEC7D-9C4A-4753-B76D-1E0C37349221}"/>
                </a:ext>
              </a:extLst>
            </p:cNvPr>
            <p:cNvGrpSpPr/>
            <p:nvPr/>
          </p:nvGrpSpPr>
          <p:grpSpPr>
            <a:xfrm>
              <a:off x="2866708" y="2604783"/>
              <a:ext cx="1724148" cy="1756001"/>
              <a:chOff x="4810125" y="3095626"/>
              <a:chExt cx="687388" cy="700088"/>
            </a:xfrm>
            <a:grpFill/>
          </p:grpSpPr>
          <p:sp>
            <p:nvSpPr>
              <p:cNvPr id="46" name="íşḷidê">
                <a:extLst>
                  <a:ext uri="{FF2B5EF4-FFF2-40B4-BE49-F238E27FC236}">
                    <a16:creationId xmlns:a16="http://schemas.microsoft.com/office/drawing/2014/main" id="{D98EF6A1-CCEA-404A-AA7F-81F96F9A12C2}"/>
                  </a:ext>
                </a:extLst>
              </p:cNvPr>
              <p:cNvSpPr/>
              <p:nvPr/>
            </p:nvSpPr>
            <p:spPr bwMode="auto">
              <a:xfrm>
                <a:off x="4810125" y="3095626"/>
                <a:ext cx="687388" cy="700088"/>
              </a:xfrm>
              <a:custGeom>
                <a:avLst/>
                <a:gdLst>
                  <a:gd name="T0" fmla="*/ 104 w 208"/>
                  <a:gd name="T1" fmla="*/ 207 h 210"/>
                  <a:gd name="T2" fmla="*/ 4 w 208"/>
                  <a:gd name="T3" fmla="*/ 105 h 210"/>
                  <a:gd name="T4" fmla="*/ 104 w 208"/>
                  <a:gd name="T5" fmla="*/ 4 h 210"/>
                  <a:gd name="T6" fmla="*/ 204 w 208"/>
                  <a:gd name="T7" fmla="*/ 105 h 210"/>
                  <a:gd name="T8" fmla="*/ 104 w 208"/>
                  <a:gd name="T9" fmla="*/ 207 h 210"/>
                  <a:gd name="T10" fmla="*/ 104 w 208"/>
                  <a:gd name="T11" fmla="*/ 0 h 210"/>
                  <a:gd name="T12" fmla="*/ 0 w 208"/>
                  <a:gd name="T13" fmla="*/ 105 h 210"/>
                  <a:gd name="T14" fmla="*/ 104 w 208"/>
                  <a:gd name="T15" fmla="*/ 210 h 210"/>
                  <a:gd name="T16" fmla="*/ 208 w 208"/>
                  <a:gd name="T17" fmla="*/ 105 h 210"/>
                  <a:gd name="T18" fmla="*/ 104 w 208"/>
                  <a:gd name="T19" fmla="*/ 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8" h="210">
                    <a:moveTo>
                      <a:pt x="104" y="207"/>
                    </a:moveTo>
                    <a:cubicBezTo>
                      <a:pt x="49" y="207"/>
                      <a:pt x="4" y="161"/>
                      <a:pt x="4" y="105"/>
                    </a:cubicBezTo>
                    <a:cubicBezTo>
                      <a:pt x="4" y="49"/>
                      <a:pt x="49" y="4"/>
                      <a:pt x="104" y="4"/>
                    </a:cubicBezTo>
                    <a:cubicBezTo>
                      <a:pt x="159" y="4"/>
                      <a:pt x="204" y="49"/>
                      <a:pt x="204" y="105"/>
                    </a:cubicBezTo>
                    <a:cubicBezTo>
                      <a:pt x="204" y="161"/>
                      <a:pt x="159" y="207"/>
                      <a:pt x="104" y="207"/>
                    </a:cubicBezTo>
                    <a:close/>
                    <a:moveTo>
                      <a:pt x="104" y="0"/>
                    </a:moveTo>
                    <a:cubicBezTo>
                      <a:pt x="47" y="0"/>
                      <a:pt x="0" y="47"/>
                      <a:pt x="0" y="105"/>
                    </a:cubicBezTo>
                    <a:cubicBezTo>
                      <a:pt x="0" y="163"/>
                      <a:pt x="47" y="210"/>
                      <a:pt x="104" y="210"/>
                    </a:cubicBezTo>
                    <a:cubicBezTo>
                      <a:pt x="161" y="210"/>
                      <a:pt x="208" y="163"/>
                      <a:pt x="208" y="105"/>
                    </a:cubicBezTo>
                    <a:cubicBezTo>
                      <a:pt x="208" y="47"/>
                      <a:pt x="161" y="0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íSľïdé">
                <a:extLst>
                  <a:ext uri="{FF2B5EF4-FFF2-40B4-BE49-F238E27FC236}">
                    <a16:creationId xmlns:a16="http://schemas.microsoft.com/office/drawing/2014/main" id="{F254EC13-E0AC-4092-BAFE-B9D379CB19EC}"/>
                  </a:ext>
                </a:extLst>
              </p:cNvPr>
              <p:cNvSpPr/>
              <p:nvPr/>
            </p:nvSpPr>
            <p:spPr bwMode="auto">
              <a:xfrm>
                <a:off x="5384800" y="3559176"/>
                <a:ext cx="46038" cy="30163"/>
              </a:xfrm>
              <a:custGeom>
                <a:avLst/>
                <a:gdLst>
                  <a:gd name="T0" fmla="*/ 29 w 29"/>
                  <a:gd name="T1" fmla="*/ 13 h 19"/>
                  <a:gd name="T2" fmla="*/ 27 w 29"/>
                  <a:gd name="T3" fmla="*/ 19 h 19"/>
                  <a:gd name="T4" fmla="*/ 0 w 29"/>
                  <a:gd name="T5" fmla="*/ 6 h 19"/>
                  <a:gd name="T6" fmla="*/ 4 w 29"/>
                  <a:gd name="T7" fmla="*/ 0 h 19"/>
                  <a:gd name="T8" fmla="*/ 29 w 29"/>
                  <a:gd name="T9" fmla="*/ 13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19">
                    <a:moveTo>
                      <a:pt x="29" y="13"/>
                    </a:moveTo>
                    <a:lnTo>
                      <a:pt x="27" y="19"/>
                    </a:lnTo>
                    <a:lnTo>
                      <a:pt x="0" y="6"/>
                    </a:lnTo>
                    <a:lnTo>
                      <a:pt x="4" y="0"/>
                    </a:lnTo>
                    <a:lnTo>
                      <a:pt x="29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ïslíḋê">
                <a:extLst>
                  <a:ext uri="{FF2B5EF4-FFF2-40B4-BE49-F238E27FC236}">
                    <a16:creationId xmlns:a16="http://schemas.microsoft.com/office/drawing/2014/main" id="{CD9A8FD7-138F-4F51-8F50-1A7F398595E5}"/>
                  </a:ext>
                </a:extLst>
              </p:cNvPr>
              <p:cNvSpPr/>
              <p:nvPr/>
            </p:nvSpPr>
            <p:spPr bwMode="auto">
              <a:xfrm>
                <a:off x="5405438" y="3479801"/>
                <a:ext cx="49213" cy="42863"/>
              </a:xfrm>
              <a:custGeom>
                <a:avLst/>
                <a:gdLst>
                  <a:gd name="T0" fmla="*/ 31 w 31"/>
                  <a:gd name="T1" fmla="*/ 14 h 27"/>
                  <a:gd name="T2" fmla="*/ 29 w 31"/>
                  <a:gd name="T3" fmla="*/ 21 h 27"/>
                  <a:gd name="T4" fmla="*/ 19 w 31"/>
                  <a:gd name="T5" fmla="*/ 18 h 27"/>
                  <a:gd name="T6" fmla="*/ 0 w 31"/>
                  <a:gd name="T7" fmla="*/ 27 h 27"/>
                  <a:gd name="T8" fmla="*/ 2 w 31"/>
                  <a:gd name="T9" fmla="*/ 18 h 27"/>
                  <a:gd name="T10" fmla="*/ 14 w 31"/>
                  <a:gd name="T11" fmla="*/ 14 h 27"/>
                  <a:gd name="T12" fmla="*/ 4 w 31"/>
                  <a:gd name="T13" fmla="*/ 6 h 27"/>
                  <a:gd name="T14" fmla="*/ 4 w 31"/>
                  <a:gd name="T15" fmla="*/ 0 h 27"/>
                  <a:gd name="T16" fmla="*/ 19 w 31"/>
                  <a:gd name="T17" fmla="*/ 12 h 27"/>
                  <a:gd name="T18" fmla="*/ 31 w 31"/>
                  <a:gd name="T19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" h="27">
                    <a:moveTo>
                      <a:pt x="31" y="14"/>
                    </a:moveTo>
                    <a:lnTo>
                      <a:pt x="29" y="21"/>
                    </a:lnTo>
                    <a:lnTo>
                      <a:pt x="19" y="18"/>
                    </a:lnTo>
                    <a:lnTo>
                      <a:pt x="0" y="27"/>
                    </a:lnTo>
                    <a:lnTo>
                      <a:pt x="2" y="18"/>
                    </a:lnTo>
                    <a:lnTo>
                      <a:pt x="14" y="14"/>
                    </a:lnTo>
                    <a:lnTo>
                      <a:pt x="4" y="6"/>
                    </a:lnTo>
                    <a:lnTo>
                      <a:pt x="4" y="0"/>
                    </a:lnTo>
                    <a:lnTo>
                      <a:pt x="19" y="12"/>
                    </a:lnTo>
                    <a:lnTo>
                      <a:pt x="31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işļïḍè">
                <a:extLst>
                  <a:ext uri="{FF2B5EF4-FFF2-40B4-BE49-F238E27FC236}">
                    <a16:creationId xmlns:a16="http://schemas.microsoft.com/office/drawing/2014/main" id="{4830FFCB-3E89-4192-8203-0AAB5A627595}"/>
                  </a:ext>
                </a:extLst>
              </p:cNvPr>
              <p:cNvSpPr/>
              <p:nvPr/>
            </p:nvSpPr>
            <p:spPr bwMode="auto">
              <a:xfrm>
                <a:off x="5391150" y="3522663"/>
                <a:ext cx="50800" cy="36513"/>
              </a:xfrm>
              <a:custGeom>
                <a:avLst/>
                <a:gdLst>
                  <a:gd name="T0" fmla="*/ 32 w 32"/>
                  <a:gd name="T1" fmla="*/ 17 h 23"/>
                  <a:gd name="T2" fmla="*/ 32 w 32"/>
                  <a:gd name="T3" fmla="*/ 23 h 23"/>
                  <a:gd name="T4" fmla="*/ 9 w 32"/>
                  <a:gd name="T5" fmla="*/ 15 h 23"/>
                  <a:gd name="T6" fmla="*/ 7 w 32"/>
                  <a:gd name="T7" fmla="*/ 23 h 23"/>
                  <a:gd name="T8" fmla="*/ 0 w 32"/>
                  <a:gd name="T9" fmla="*/ 21 h 23"/>
                  <a:gd name="T10" fmla="*/ 9 w 32"/>
                  <a:gd name="T11" fmla="*/ 0 h 23"/>
                  <a:gd name="T12" fmla="*/ 13 w 32"/>
                  <a:gd name="T13" fmla="*/ 2 h 23"/>
                  <a:gd name="T14" fmla="*/ 11 w 32"/>
                  <a:gd name="T15" fmla="*/ 8 h 23"/>
                  <a:gd name="T16" fmla="*/ 32 w 32"/>
                  <a:gd name="T17" fmla="*/ 17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" h="23">
                    <a:moveTo>
                      <a:pt x="32" y="17"/>
                    </a:moveTo>
                    <a:lnTo>
                      <a:pt x="32" y="23"/>
                    </a:lnTo>
                    <a:lnTo>
                      <a:pt x="9" y="15"/>
                    </a:lnTo>
                    <a:lnTo>
                      <a:pt x="7" y="23"/>
                    </a:lnTo>
                    <a:lnTo>
                      <a:pt x="0" y="21"/>
                    </a:lnTo>
                    <a:lnTo>
                      <a:pt x="9" y="0"/>
                    </a:lnTo>
                    <a:lnTo>
                      <a:pt x="13" y="2"/>
                    </a:lnTo>
                    <a:lnTo>
                      <a:pt x="11" y="8"/>
                    </a:lnTo>
                    <a:lnTo>
                      <a:pt x="32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0" name="í$ļîḓé">
                <a:extLst>
                  <a:ext uri="{FF2B5EF4-FFF2-40B4-BE49-F238E27FC236}">
                    <a16:creationId xmlns:a16="http://schemas.microsoft.com/office/drawing/2014/main" id="{EF860E45-7BB8-4BAE-8E76-FF26B80DC424}"/>
                  </a:ext>
                </a:extLst>
              </p:cNvPr>
              <p:cNvSpPr/>
              <p:nvPr/>
            </p:nvSpPr>
            <p:spPr bwMode="auto">
              <a:xfrm>
                <a:off x="5368925" y="3579813"/>
                <a:ext cx="46038" cy="46038"/>
              </a:xfrm>
              <a:custGeom>
                <a:avLst/>
                <a:gdLst>
                  <a:gd name="T0" fmla="*/ 0 w 14"/>
                  <a:gd name="T1" fmla="*/ 6 h 14"/>
                  <a:gd name="T2" fmla="*/ 1 w 14"/>
                  <a:gd name="T3" fmla="*/ 3 h 14"/>
                  <a:gd name="T4" fmla="*/ 4 w 14"/>
                  <a:gd name="T5" fmla="*/ 1 h 14"/>
                  <a:gd name="T6" fmla="*/ 8 w 14"/>
                  <a:gd name="T7" fmla="*/ 1 h 14"/>
                  <a:gd name="T8" fmla="*/ 6 w 14"/>
                  <a:gd name="T9" fmla="*/ 4 h 14"/>
                  <a:gd name="T10" fmla="*/ 5 w 14"/>
                  <a:gd name="T11" fmla="*/ 3 h 14"/>
                  <a:gd name="T12" fmla="*/ 3 w 14"/>
                  <a:gd name="T13" fmla="*/ 5 h 14"/>
                  <a:gd name="T14" fmla="*/ 3 w 14"/>
                  <a:gd name="T15" fmla="*/ 6 h 14"/>
                  <a:gd name="T16" fmla="*/ 3 w 14"/>
                  <a:gd name="T17" fmla="*/ 7 h 14"/>
                  <a:gd name="T18" fmla="*/ 4 w 14"/>
                  <a:gd name="T19" fmla="*/ 7 h 14"/>
                  <a:gd name="T20" fmla="*/ 6 w 14"/>
                  <a:gd name="T21" fmla="*/ 6 h 14"/>
                  <a:gd name="T22" fmla="*/ 9 w 14"/>
                  <a:gd name="T23" fmla="*/ 4 h 14"/>
                  <a:gd name="T24" fmla="*/ 11 w 14"/>
                  <a:gd name="T25" fmla="*/ 3 h 14"/>
                  <a:gd name="T26" fmla="*/ 13 w 14"/>
                  <a:gd name="T27" fmla="*/ 4 h 14"/>
                  <a:gd name="T28" fmla="*/ 14 w 14"/>
                  <a:gd name="T29" fmla="*/ 6 h 14"/>
                  <a:gd name="T30" fmla="*/ 14 w 14"/>
                  <a:gd name="T31" fmla="*/ 8 h 14"/>
                  <a:gd name="T32" fmla="*/ 13 w 14"/>
                  <a:gd name="T33" fmla="*/ 11 h 14"/>
                  <a:gd name="T34" fmla="*/ 10 w 14"/>
                  <a:gd name="T35" fmla="*/ 14 h 14"/>
                  <a:gd name="T36" fmla="*/ 6 w 14"/>
                  <a:gd name="T37" fmla="*/ 13 h 14"/>
                  <a:gd name="T38" fmla="*/ 7 w 14"/>
                  <a:gd name="T39" fmla="*/ 11 h 14"/>
                  <a:gd name="T40" fmla="*/ 10 w 14"/>
                  <a:gd name="T41" fmla="*/ 11 h 14"/>
                  <a:gd name="T42" fmla="*/ 11 w 14"/>
                  <a:gd name="T43" fmla="*/ 10 h 14"/>
                  <a:gd name="T44" fmla="*/ 12 w 14"/>
                  <a:gd name="T45" fmla="*/ 8 h 14"/>
                  <a:gd name="T46" fmla="*/ 11 w 14"/>
                  <a:gd name="T47" fmla="*/ 6 h 14"/>
                  <a:gd name="T48" fmla="*/ 10 w 14"/>
                  <a:gd name="T49" fmla="*/ 6 h 14"/>
                  <a:gd name="T50" fmla="*/ 9 w 14"/>
                  <a:gd name="T51" fmla="*/ 7 h 14"/>
                  <a:gd name="T52" fmla="*/ 7 w 14"/>
                  <a:gd name="T53" fmla="*/ 8 h 14"/>
                  <a:gd name="T54" fmla="*/ 5 w 14"/>
                  <a:gd name="T55" fmla="*/ 10 h 14"/>
                  <a:gd name="T56" fmla="*/ 2 w 14"/>
                  <a:gd name="T57" fmla="*/ 9 h 14"/>
                  <a:gd name="T58" fmla="*/ 0 w 14"/>
                  <a:gd name="T59" fmla="*/ 8 h 14"/>
                  <a:gd name="T60" fmla="*/ 0 w 14"/>
                  <a:gd name="T61" fmla="*/ 6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4" h="14">
                    <a:moveTo>
                      <a:pt x="0" y="6"/>
                    </a:moveTo>
                    <a:cubicBezTo>
                      <a:pt x="0" y="5"/>
                      <a:pt x="1" y="4"/>
                      <a:pt x="1" y="3"/>
                    </a:cubicBezTo>
                    <a:cubicBezTo>
                      <a:pt x="2" y="2"/>
                      <a:pt x="3" y="1"/>
                      <a:pt x="4" y="1"/>
                    </a:cubicBezTo>
                    <a:cubicBezTo>
                      <a:pt x="5" y="0"/>
                      <a:pt x="7" y="1"/>
                      <a:pt x="8" y="1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3"/>
                      <a:pt x="5" y="3"/>
                      <a:pt x="5" y="3"/>
                    </a:cubicBezTo>
                    <a:cubicBezTo>
                      <a:pt x="4" y="4"/>
                      <a:pt x="4" y="4"/>
                      <a:pt x="3" y="5"/>
                    </a:cubicBezTo>
                    <a:cubicBezTo>
                      <a:pt x="3" y="5"/>
                      <a:pt x="2" y="6"/>
                      <a:pt x="3" y="6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3" y="7"/>
                      <a:pt x="4" y="7"/>
                      <a:pt x="4" y="7"/>
                    </a:cubicBezTo>
                    <a:cubicBezTo>
                      <a:pt x="4" y="7"/>
                      <a:pt x="5" y="7"/>
                      <a:pt x="6" y="6"/>
                    </a:cubicBezTo>
                    <a:cubicBezTo>
                      <a:pt x="7" y="5"/>
                      <a:pt x="8" y="4"/>
                      <a:pt x="9" y="4"/>
                    </a:cubicBezTo>
                    <a:cubicBezTo>
                      <a:pt x="9" y="4"/>
                      <a:pt x="10" y="3"/>
                      <a:pt x="11" y="3"/>
                    </a:cubicBezTo>
                    <a:cubicBezTo>
                      <a:pt x="11" y="3"/>
                      <a:pt x="12" y="4"/>
                      <a:pt x="13" y="4"/>
                    </a:cubicBezTo>
                    <a:cubicBezTo>
                      <a:pt x="13" y="5"/>
                      <a:pt x="14" y="5"/>
                      <a:pt x="14" y="6"/>
                    </a:cubicBezTo>
                    <a:cubicBezTo>
                      <a:pt x="14" y="7"/>
                      <a:pt x="14" y="7"/>
                      <a:pt x="14" y="8"/>
                    </a:cubicBezTo>
                    <a:cubicBezTo>
                      <a:pt x="14" y="9"/>
                      <a:pt x="14" y="10"/>
                      <a:pt x="13" y="11"/>
                    </a:cubicBezTo>
                    <a:cubicBezTo>
                      <a:pt x="12" y="12"/>
                      <a:pt x="11" y="13"/>
                      <a:pt x="10" y="14"/>
                    </a:cubicBezTo>
                    <a:cubicBezTo>
                      <a:pt x="9" y="14"/>
                      <a:pt x="7" y="14"/>
                      <a:pt x="6" y="13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8" y="11"/>
                      <a:pt x="9" y="11"/>
                      <a:pt x="10" y="11"/>
                    </a:cubicBezTo>
                    <a:cubicBezTo>
                      <a:pt x="10" y="11"/>
                      <a:pt x="11" y="10"/>
                      <a:pt x="11" y="10"/>
                    </a:cubicBezTo>
                    <a:cubicBezTo>
                      <a:pt x="12" y="9"/>
                      <a:pt x="12" y="8"/>
                      <a:pt x="12" y="8"/>
                    </a:cubicBezTo>
                    <a:cubicBezTo>
                      <a:pt x="12" y="7"/>
                      <a:pt x="12" y="7"/>
                      <a:pt x="11" y="6"/>
                    </a:cubicBezTo>
                    <a:cubicBezTo>
                      <a:pt x="11" y="6"/>
                      <a:pt x="11" y="6"/>
                      <a:pt x="10" y="6"/>
                    </a:cubicBezTo>
                    <a:cubicBezTo>
                      <a:pt x="10" y="6"/>
                      <a:pt x="10" y="6"/>
                      <a:pt x="9" y="7"/>
                    </a:cubicBezTo>
                    <a:cubicBezTo>
                      <a:pt x="9" y="7"/>
                      <a:pt x="8" y="7"/>
                      <a:pt x="7" y="8"/>
                    </a:cubicBezTo>
                    <a:cubicBezTo>
                      <a:pt x="6" y="9"/>
                      <a:pt x="5" y="10"/>
                      <a:pt x="5" y="10"/>
                    </a:cubicBezTo>
                    <a:cubicBezTo>
                      <a:pt x="4" y="10"/>
                      <a:pt x="3" y="10"/>
                      <a:pt x="2" y="9"/>
                    </a:cubicBezTo>
                    <a:cubicBezTo>
                      <a:pt x="1" y="9"/>
                      <a:pt x="1" y="9"/>
                      <a:pt x="0" y="8"/>
                    </a:cubicBezTo>
                    <a:cubicBezTo>
                      <a:pt x="0" y="7"/>
                      <a:pt x="0" y="7"/>
                      <a:pt x="0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íşļíḑè">
                <a:extLst>
                  <a:ext uri="{FF2B5EF4-FFF2-40B4-BE49-F238E27FC236}">
                    <a16:creationId xmlns:a16="http://schemas.microsoft.com/office/drawing/2014/main" id="{47A905E5-018C-47A3-9365-F9BA3A00BA5E}"/>
                  </a:ext>
                </a:extLst>
              </p:cNvPr>
              <p:cNvSpPr/>
              <p:nvPr/>
            </p:nvSpPr>
            <p:spPr bwMode="auto">
              <a:xfrm>
                <a:off x="5335588" y="3616326"/>
                <a:ext cx="60325" cy="52388"/>
              </a:xfrm>
              <a:custGeom>
                <a:avLst/>
                <a:gdLst>
                  <a:gd name="T0" fmla="*/ 12 w 18"/>
                  <a:gd name="T1" fmla="*/ 9 h 16"/>
                  <a:gd name="T2" fmla="*/ 10 w 18"/>
                  <a:gd name="T3" fmla="*/ 8 h 16"/>
                  <a:gd name="T4" fmla="*/ 9 w 18"/>
                  <a:gd name="T5" fmla="*/ 9 h 16"/>
                  <a:gd name="T6" fmla="*/ 8 w 18"/>
                  <a:gd name="T7" fmla="*/ 9 h 16"/>
                  <a:gd name="T8" fmla="*/ 8 w 18"/>
                  <a:gd name="T9" fmla="*/ 10 h 16"/>
                  <a:gd name="T10" fmla="*/ 12 w 18"/>
                  <a:gd name="T11" fmla="*/ 14 h 16"/>
                  <a:gd name="T12" fmla="*/ 10 w 18"/>
                  <a:gd name="T13" fmla="*/ 16 h 16"/>
                  <a:gd name="T14" fmla="*/ 0 w 18"/>
                  <a:gd name="T15" fmla="*/ 7 h 16"/>
                  <a:gd name="T16" fmla="*/ 4 w 18"/>
                  <a:gd name="T17" fmla="*/ 2 h 16"/>
                  <a:gd name="T18" fmla="*/ 6 w 18"/>
                  <a:gd name="T19" fmla="*/ 0 h 16"/>
                  <a:gd name="T20" fmla="*/ 8 w 18"/>
                  <a:gd name="T21" fmla="*/ 0 h 16"/>
                  <a:gd name="T22" fmla="*/ 10 w 18"/>
                  <a:gd name="T23" fmla="*/ 1 h 16"/>
                  <a:gd name="T24" fmla="*/ 12 w 18"/>
                  <a:gd name="T25" fmla="*/ 3 h 16"/>
                  <a:gd name="T26" fmla="*/ 11 w 18"/>
                  <a:gd name="T27" fmla="*/ 6 h 16"/>
                  <a:gd name="T28" fmla="*/ 12 w 18"/>
                  <a:gd name="T29" fmla="*/ 6 h 16"/>
                  <a:gd name="T30" fmla="*/ 15 w 18"/>
                  <a:gd name="T31" fmla="*/ 6 h 16"/>
                  <a:gd name="T32" fmla="*/ 18 w 18"/>
                  <a:gd name="T33" fmla="*/ 7 h 16"/>
                  <a:gd name="T34" fmla="*/ 16 w 18"/>
                  <a:gd name="T35" fmla="*/ 9 h 16"/>
                  <a:gd name="T36" fmla="*/ 12 w 18"/>
                  <a:gd name="T37" fmla="*/ 9 h 16"/>
                  <a:gd name="T38" fmla="*/ 9 w 18"/>
                  <a:gd name="T39" fmla="*/ 5 h 16"/>
                  <a:gd name="T40" fmla="*/ 9 w 18"/>
                  <a:gd name="T41" fmla="*/ 4 h 16"/>
                  <a:gd name="T42" fmla="*/ 8 w 18"/>
                  <a:gd name="T43" fmla="*/ 3 h 16"/>
                  <a:gd name="T44" fmla="*/ 7 w 18"/>
                  <a:gd name="T45" fmla="*/ 3 h 16"/>
                  <a:gd name="T46" fmla="*/ 6 w 18"/>
                  <a:gd name="T47" fmla="*/ 3 h 16"/>
                  <a:gd name="T48" fmla="*/ 5 w 18"/>
                  <a:gd name="T49" fmla="*/ 5 h 16"/>
                  <a:gd name="T50" fmla="*/ 3 w 18"/>
                  <a:gd name="T51" fmla="*/ 6 h 16"/>
                  <a:gd name="T52" fmla="*/ 6 w 18"/>
                  <a:gd name="T53" fmla="*/ 8 h 16"/>
                  <a:gd name="T54" fmla="*/ 7 w 18"/>
                  <a:gd name="T55" fmla="*/ 7 h 16"/>
                  <a:gd name="T56" fmla="*/ 9 w 18"/>
                  <a:gd name="T57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" h="16">
                    <a:moveTo>
                      <a:pt x="12" y="9"/>
                    </a:moveTo>
                    <a:cubicBezTo>
                      <a:pt x="11" y="8"/>
                      <a:pt x="10" y="8"/>
                      <a:pt x="10" y="8"/>
                    </a:cubicBezTo>
                    <a:cubicBezTo>
                      <a:pt x="10" y="8"/>
                      <a:pt x="9" y="8"/>
                      <a:pt x="9" y="9"/>
                    </a:cubicBezTo>
                    <a:cubicBezTo>
                      <a:pt x="9" y="9"/>
                      <a:pt x="8" y="9"/>
                      <a:pt x="8" y="9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12" y="14"/>
                      <a:pt x="12" y="14"/>
                      <a:pt x="12" y="14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1"/>
                      <a:pt x="6" y="1"/>
                      <a:pt x="6" y="0"/>
                    </a:cubicBezTo>
                    <a:cubicBezTo>
                      <a:pt x="7" y="0"/>
                      <a:pt x="8" y="0"/>
                      <a:pt x="8" y="0"/>
                    </a:cubicBezTo>
                    <a:cubicBezTo>
                      <a:pt x="9" y="0"/>
                      <a:pt x="10" y="1"/>
                      <a:pt x="10" y="1"/>
                    </a:cubicBezTo>
                    <a:cubicBezTo>
                      <a:pt x="11" y="2"/>
                      <a:pt x="11" y="3"/>
                      <a:pt x="12" y="3"/>
                    </a:cubicBezTo>
                    <a:cubicBezTo>
                      <a:pt x="12" y="4"/>
                      <a:pt x="11" y="5"/>
                      <a:pt x="11" y="6"/>
                    </a:cubicBezTo>
                    <a:cubicBezTo>
                      <a:pt x="11" y="6"/>
                      <a:pt x="12" y="6"/>
                      <a:pt x="12" y="6"/>
                    </a:cubicBezTo>
                    <a:cubicBezTo>
                      <a:pt x="13" y="6"/>
                      <a:pt x="14" y="6"/>
                      <a:pt x="15" y="6"/>
                    </a:cubicBezTo>
                    <a:cubicBezTo>
                      <a:pt x="18" y="7"/>
                      <a:pt x="18" y="7"/>
                      <a:pt x="18" y="7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2" y="9"/>
                      <a:pt x="12" y="9"/>
                      <a:pt x="12" y="9"/>
                    </a:cubicBezTo>
                    <a:close/>
                    <a:moveTo>
                      <a:pt x="9" y="5"/>
                    </a:moveTo>
                    <a:cubicBezTo>
                      <a:pt x="9" y="5"/>
                      <a:pt x="9" y="4"/>
                      <a:pt x="9" y="4"/>
                    </a:cubicBezTo>
                    <a:cubicBezTo>
                      <a:pt x="9" y="4"/>
                      <a:pt x="9" y="4"/>
                      <a:pt x="8" y="3"/>
                    </a:cubicBezTo>
                    <a:cubicBezTo>
                      <a:pt x="8" y="3"/>
                      <a:pt x="8" y="3"/>
                      <a:pt x="7" y="3"/>
                    </a:cubicBezTo>
                    <a:cubicBezTo>
                      <a:pt x="7" y="3"/>
                      <a:pt x="7" y="3"/>
                      <a:pt x="6" y="3"/>
                    </a:cubicBez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8" y="6"/>
                      <a:pt x="9" y="5"/>
                      <a:pt x="9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2" name="î$1îḋé">
                <a:extLst>
                  <a:ext uri="{FF2B5EF4-FFF2-40B4-BE49-F238E27FC236}">
                    <a16:creationId xmlns:a16="http://schemas.microsoft.com/office/drawing/2014/main" id="{B3C50769-1FD6-4599-9F0F-E27B386FCB4E}"/>
                  </a:ext>
                </a:extLst>
              </p:cNvPr>
              <p:cNvSpPr/>
              <p:nvPr/>
            </p:nvSpPr>
            <p:spPr bwMode="auto">
              <a:xfrm>
                <a:off x="5302250" y="3641726"/>
                <a:ext cx="57150" cy="57150"/>
              </a:xfrm>
              <a:custGeom>
                <a:avLst/>
                <a:gdLst>
                  <a:gd name="T0" fmla="*/ 19 w 36"/>
                  <a:gd name="T1" fmla="*/ 36 h 36"/>
                  <a:gd name="T2" fmla="*/ 0 w 36"/>
                  <a:gd name="T3" fmla="*/ 15 h 36"/>
                  <a:gd name="T4" fmla="*/ 17 w 36"/>
                  <a:gd name="T5" fmla="*/ 0 h 36"/>
                  <a:gd name="T6" fmla="*/ 19 w 36"/>
                  <a:gd name="T7" fmla="*/ 5 h 36"/>
                  <a:gd name="T8" fmla="*/ 9 w 36"/>
                  <a:gd name="T9" fmla="*/ 15 h 36"/>
                  <a:gd name="T10" fmla="*/ 13 w 36"/>
                  <a:gd name="T11" fmla="*/ 19 h 36"/>
                  <a:gd name="T12" fmla="*/ 23 w 36"/>
                  <a:gd name="T13" fmla="*/ 11 h 36"/>
                  <a:gd name="T14" fmla="*/ 25 w 36"/>
                  <a:gd name="T15" fmla="*/ 15 h 36"/>
                  <a:gd name="T16" fmla="*/ 15 w 36"/>
                  <a:gd name="T17" fmla="*/ 24 h 36"/>
                  <a:gd name="T18" fmla="*/ 19 w 36"/>
                  <a:gd name="T19" fmla="*/ 30 h 36"/>
                  <a:gd name="T20" fmla="*/ 31 w 36"/>
                  <a:gd name="T21" fmla="*/ 19 h 36"/>
                  <a:gd name="T22" fmla="*/ 36 w 36"/>
                  <a:gd name="T23" fmla="*/ 24 h 36"/>
                  <a:gd name="T24" fmla="*/ 19 w 36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" h="36">
                    <a:moveTo>
                      <a:pt x="19" y="36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19" y="5"/>
                    </a:lnTo>
                    <a:lnTo>
                      <a:pt x="9" y="15"/>
                    </a:lnTo>
                    <a:lnTo>
                      <a:pt x="13" y="19"/>
                    </a:lnTo>
                    <a:lnTo>
                      <a:pt x="23" y="11"/>
                    </a:lnTo>
                    <a:lnTo>
                      <a:pt x="25" y="15"/>
                    </a:lnTo>
                    <a:lnTo>
                      <a:pt x="15" y="24"/>
                    </a:lnTo>
                    <a:lnTo>
                      <a:pt x="19" y="30"/>
                    </a:lnTo>
                    <a:lnTo>
                      <a:pt x="31" y="19"/>
                    </a:lnTo>
                    <a:lnTo>
                      <a:pt x="36" y="24"/>
                    </a:lnTo>
                    <a:lnTo>
                      <a:pt x="19" y="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3" name="isļiḋê">
                <a:extLst>
                  <a:ext uri="{FF2B5EF4-FFF2-40B4-BE49-F238E27FC236}">
                    <a16:creationId xmlns:a16="http://schemas.microsoft.com/office/drawing/2014/main" id="{DF39C0CD-F391-4B36-8104-CF10B1316DDB}"/>
                  </a:ext>
                </a:extLst>
              </p:cNvPr>
              <p:cNvSpPr/>
              <p:nvPr/>
            </p:nvSpPr>
            <p:spPr bwMode="auto">
              <a:xfrm>
                <a:off x="5262563" y="3665538"/>
                <a:ext cx="46038" cy="53975"/>
              </a:xfrm>
              <a:custGeom>
                <a:avLst/>
                <a:gdLst>
                  <a:gd name="T0" fmla="*/ 23 w 29"/>
                  <a:gd name="T1" fmla="*/ 0 h 34"/>
                  <a:gd name="T2" fmla="*/ 29 w 29"/>
                  <a:gd name="T3" fmla="*/ 30 h 34"/>
                  <a:gd name="T4" fmla="*/ 23 w 29"/>
                  <a:gd name="T5" fmla="*/ 34 h 34"/>
                  <a:gd name="T6" fmla="*/ 0 w 29"/>
                  <a:gd name="T7" fmla="*/ 15 h 34"/>
                  <a:gd name="T8" fmla="*/ 7 w 29"/>
                  <a:gd name="T9" fmla="*/ 11 h 34"/>
                  <a:gd name="T10" fmla="*/ 23 w 29"/>
                  <a:gd name="T11" fmla="*/ 25 h 34"/>
                  <a:gd name="T12" fmla="*/ 19 w 29"/>
                  <a:gd name="T13" fmla="*/ 4 h 34"/>
                  <a:gd name="T14" fmla="*/ 23 w 29"/>
                  <a:gd name="T15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9" h="34">
                    <a:moveTo>
                      <a:pt x="23" y="0"/>
                    </a:moveTo>
                    <a:lnTo>
                      <a:pt x="29" y="30"/>
                    </a:lnTo>
                    <a:lnTo>
                      <a:pt x="23" y="34"/>
                    </a:lnTo>
                    <a:lnTo>
                      <a:pt x="0" y="15"/>
                    </a:lnTo>
                    <a:lnTo>
                      <a:pt x="7" y="11"/>
                    </a:lnTo>
                    <a:lnTo>
                      <a:pt x="23" y="25"/>
                    </a:lnTo>
                    <a:lnTo>
                      <a:pt x="19" y="4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4" name="íşḷíďè">
                <a:extLst>
                  <a:ext uri="{FF2B5EF4-FFF2-40B4-BE49-F238E27FC236}">
                    <a16:creationId xmlns:a16="http://schemas.microsoft.com/office/drawing/2014/main" id="{E3313441-9841-486D-9E6A-3820D270968E}"/>
                  </a:ext>
                </a:extLst>
              </p:cNvPr>
              <p:cNvSpPr/>
              <p:nvPr/>
            </p:nvSpPr>
            <p:spPr bwMode="auto">
              <a:xfrm>
                <a:off x="5249863" y="3689351"/>
                <a:ext cx="26988" cy="42863"/>
              </a:xfrm>
              <a:custGeom>
                <a:avLst/>
                <a:gdLst>
                  <a:gd name="T0" fmla="*/ 17 w 17"/>
                  <a:gd name="T1" fmla="*/ 25 h 27"/>
                  <a:gd name="T2" fmla="*/ 12 w 17"/>
                  <a:gd name="T3" fmla="*/ 27 h 27"/>
                  <a:gd name="T4" fmla="*/ 0 w 17"/>
                  <a:gd name="T5" fmla="*/ 2 h 27"/>
                  <a:gd name="T6" fmla="*/ 6 w 17"/>
                  <a:gd name="T7" fmla="*/ 0 h 27"/>
                  <a:gd name="T8" fmla="*/ 17 w 17"/>
                  <a:gd name="T9" fmla="*/ 2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7">
                    <a:moveTo>
                      <a:pt x="17" y="25"/>
                    </a:moveTo>
                    <a:lnTo>
                      <a:pt x="12" y="27"/>
                    </a:lnTo>
                    <a:lnTo>
                      <a:pt x="0" y="2"/>
                    </a:lnTo>
                    <a:lnTo>
                      <a:pt x="6" y="0"/>
                    </a:lnTo>
                    <a:lnTo>
                      <a:pt x="17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5" name="ïṩľíḓê">
                <a:extLst>
                  <a:ext uri="{FF2B5EF4-FFF2-40B4-BE49-F238E27FC236}">
                    <a16:creationId xmlns:a16="http://schemas.microsoft.com/office/drawing/2014/main" id="{F55D3F91-D03F-475E-BCF7-B3EEAC951C17}"/>
                  </a:ext>
                </a:extLst>
              </p:cNvPr>
              <p:cNvSpPr/>
              <p:nvPr/>
            </p:nvSpPr>
            <p:spPr bwMode="auto">
              <a:xfrm>
                <a:off x="5207000" y="3695701"/>
                <a:ext cx="46038" cy="53975"/>
              </a:xfrm>
              <a:custGeom>
                <a:avLst/>
                <a:gdLst>
                  <a:gd name="T0" fmla="*/ 23 w 29"/>
                  <a:gd name="T1" fmla="*/ 0 h 34"/>
                  <a:gd name="T2" fmla="*/ 29 w 29"/>
                  <a:gd name="T3" fmla="*/ 27 h 34"/>
                  <a:gd name="T4" fmla="*/ 25 w 29"/>
                  <a:gd name="T5" fmla="*/ 29 h 34"/>
                  <a:gd name="T6" fmla="*/ 8 w 29"/>
                  <a:gd name="T7" fmla="*/ 15 h 34"/>
                  <a:gd name="T8" fmla="*/ 12 w 29"/>
                  <a:gd name="T9" fmla="*/ 32 h 34"/>
                  <a:gd name="T10" fmla="*/ 8 w 29"/>
                  <a:gd name="T11" fmla="*/ 34 h 34"/>
                  <a:gd name="T12" fmla="*/ 0 w 29"/>
                  <a:gd name="T13" fmla="*/ 6 h 34"/>
                  <a:gd name="T14" fmla="*/ 6 w 29"/>
                  <a:gd name="T15" fmla="*/ 4 h 34"/>
                  <a:gd name="T16" fmla="*/ 23 w 29"/>
                  <a:gd name="T17" fmla="*/ 19 h 34"/>
                  <a:gd name="T18" fmla="*/ 17 w 29"/>
                  <a:gd name="T19" fmla="*/ 2 h 34"/>
                  <a:gd name="T20" fmla="*/ 23 w 29"/>
                  <a:gd name="T21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9" h="34">
                    <a:moveTo>
                      <a:pt x="23" y="0"/>
                    </a:moveTo>
                    <a:lnTo>
                      <a:pt x="29" y="27"/>
                    </a:lnTo>
                    <a:lnTo>
                      <a:pt x="25" y="29"/>
                    </a:lnTo>
                    <a:lnTo>
                      <a:pt x="8" y="15"/>
                    </a:lnTo>
                    <a:lnTo>
                      <a:pt x="12" y="32"/>
                    </a:lnTo>
                    <a:lnTo>
                      <a:pt x="8" y="34"/>
                    </a:lnTo>
                    <a:lnTo>
                      <a:pt x="0" y="6"/>
                    </a:lnTo>
                    <a:lnTo>
                      <a:pt x="6" y="4"/>
                    </a:lnTo>
                    <a:lnTo>
                      <a:pt x="23" y="19"/>
                    </a:lnTo>
                    <a:lnTo>
                      <a:pt x="17" y="2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6" name="íšlïḑe">
                <a:extLst>
                  <a:ext uri="{FF2B5EF4-FFF2-40B4-BE49-F238E27FC236}">
                    <a16:creationId xmlns:a16="http://schemas.microsoft.com/office/drawing/2014/main" id="{63DA53E3-4A5C-4ECF-A17F-7855ECDFA9E2}"/>
                  </a:ext>
                </a:extLst>
              </p:cNvPr>
              <p:cNvSpPr/>
              <p:nvPr/>
            </p:nvSpPr>
            <p:spPr bwMode="auto">
              <a:xfrm>
                <a:off x="5164138" y="3705226"/>
                <a:ext cx="36513" cy="50800"/>
              </a:xfrm>
              <a:custGeom>
                <a:avLst/>
                <a:gdLst>
                  <a:gd name="T0" fmla="*/ 9 w 11"/>
                  <a:gd name="T1" fmla="*/ 8 h 15"/>
                  <a:gd name="T2" fmla="*/ 8 w 11"/>
                  <a:gd name="T3" fmla="*/ 1 h 15"/>
                  <a:gd name="T4" fmla="*/ 11 w 11"/>
                  <a:gd name="T5" fmla="*/ 0 h 15"/>
                  <a:gd name="T6" fmla="*/ 11 w 11"/>
                  <a:gd name="T7" fmla="*/ 7 h 15"/>
                  <a:gd name="T8" fmla="*/ 11 w 11"/>
                  <a:gd name="T9" fmla="*/ 11 h 15"/>
                  <a:gd name="T10" fmla="*/ 11 w 11"/>
                  <a:gd name="T11" fmla="*/ 13 h 15"/>
                  <a:gd name="T12" fmla="*/ 9 w 11"/>
                  <a:gd name="T13" fmla="*/ 14 h 15"/>
                  <a:gd name="T14" fmla="*/ 7 w 11"/>
                  <a:gd name="T15" fmla="*/ 14 h 15"/>
                  <a:gd name="T16" fmla="*/ 4 w 11"/>
                  <a:gd name="T17" fmla="*/ 14 h 15"/>
                  <a:gd name="T18" fmla="*/ 2 w 11"/>
                  <a:gd name="T19" fmla="*/ 13 h 15"/>
                  <a:gd name="T20" fmla="*/ 1 w 11"/>
                  <a:gd name="T21" fmla="*/ 12 h 15"/>
                  <a:gd name="T22" fmla="*/ 1 w 11"/>
                  <a:gd name="T23" fmla="*/ 8 h 15"/>
                  <a:gd name="T24" fmla="*/ 0 w 11"/>
                  <a:gd name="T25" fmla="*/ 1 h 15"/>
                  <a:gd name="T26" fmla="*/ 3 w 11"/>
                  <a:gd name="T27" fmla="*/ 1 h 15"/>
                  <a:gd name="T28" fmla="*/ 3 w 11"/>
                  <a:gd name="T29" fmla="*/ 8 h 15"/>
                  <a:gd name="T30" fmla="*/ 4 w 11"/>
                  <a:gd name="T31" fmla="*/ 11 h 15"/>
                  <a:gd name="T32" fmla="*/ 4 w 11"/>
                  <a:gd name="T33" fmla="*/ 12 h 15"/>
                  <a:gd name="T34" fmla="*/ 6 w 11"/>
                  <a:gd name="T35" fmla="*/ 12 h 15"/>
                  <a:gd name="T36" fmla="*/ 8 w 11"/>
                  <a:gd name="T37" fmla="*/ 12 h 15"/>
                  <a:gd name="T38" fmla="*/ 9 w 11"/>
                  <a:gd name="T39" fmla="*/ 10 h 15"/>
                  <a:gd name="T40" fmla="*/ 9 w 11"/>
                  <a:gd name="T41" fmla="*/ 8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1" h="15">
                    <a:moveTo>
                      <a:pt x="9" y="8"/>
                    </a:moveTo>
                    <a:cubicBezTo>
                      <a:pt x="8" y="1"/>
                      <a:pt x="8" y="1"/>
                      <a:pt x="8" y="1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11" y="10"/>
                      <a:pt x="11" y="11"/>
                    </a:cubicBezTo>
                    <a:cubicBezTo>
                      <a:pt x="11" y="12"/>
                      <a:pt x="11" y="12"/>
                      <a:pt x="11" y="13"/>
                    </a:cubicBezTo>
                    <a:cubicBezTo>
                      <a:pt x="10" y="13"/>
                      <a:pt x="10" y="14"/>
                      <a:pt x="9" y="14"/>
                    </a:cubicBezTo>
                    <a:cubicBezTo>
                      <a:pt x="9" y="14"/>
                      <a:pt x="8" y="14"/>
                      <a:pt x="7" y="14"/>
                    </a:cubicBezTo>
                    <a:cubicBezTo>
                      <a:pt x="5" y="15"/>
                      <a:pt x="4" y="15"/>
                      <a:pt x="4" y="14"/>
                    </a:cubicBezTo>
                    <a:cubicBezTo>
                      <a:pt x="3" y="14"/>
                      <a:pt x="2" y="14"/>
                      <a:pt x="2" y="13"/>
                    </a:cubicBezTo>
                    <a:cubicBezTo>
                      <a:pt x="2" y="13"/>
                      <a:pt x="1" y="12"/>
                      <a:pt x="1" y="12"/>
                    </a:cubicBezTo>
                    <a:cubicBezTo>
                      <a:pt x="1" y="11"/>
                      <a:pt x="1" y="10"/>
                      <a:pt x="1" y="8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3" y="9"/>
                      <a:pt x="3" y="10"/>
                      <a:pt x="4" y="11"/>
                    </a:cubicBezTo>
                    <a:cubicBezTo>
                      <a:pt x="4" y="11"/>
                      <a:pt x="4" y="12"/>
                      <a:pt x="4" y="12"/>
                    </a:cubicBezTo>
                    <a:cubicBezTo>
                      <a:pt x="5" y="12"/>
                      <a:pt x="6" y="12"/>
                      <a:pt x="6" y="12"/>
                    </a:cubicBezTo>
                    <a:cubicBezTo>
                      <a:pt x="7" y="12"/>
                      <a:pt x="8" y="12"/>
                      <a:pt x="8" y="12"/>
                    </a:cubicBezTo>
                    <a:cubicBezTo>
                      <a:pt x="8" y="11"/>
                      <a:pt x="9" y="11"/>
                      <a:pt x="9" y="10"/>
                    </a:cubicBezTo>
                    <a:cubicBezTo>
                      <a:pt x="9" y="10"/>
                      <a:pt x="9" y="9"/>
                      <a:pt x="9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7" name="iṥļïḓê">
                <a:extLst>
                  <a:ext uri="{FF2B5EF4-FFF2-40B4-BE49-F238E27FC236}">
                    <a16:creationId xmlns:a16="http://schemas.microsoft.com/office/drawing/2014/main" id="{BBFF4709-8B5F-4C3A-A192-3FB0E46EF4CC}"/>
                  </a:ext>
                </a:extLst>
              </p:cNvPr>
              <p:cNvSpPr/>
              <p:nvPr/>
            </p:nvSpPr>
            <p:spPr bwMode="auto">
              <a:xfrm>
                <a:off x="5091113" y="3705226"/>
                <a:ext cx="42863" cy="47625"/>
              </a:xfrm>
              <a:custGeom>
                <a:avLst/>
                <a:gdLst>
                  <a:gd name="T0" fmla="*/ 9 w 13"/>
                  <a:gd name="T1" fmla="*/ 11 h 14"/>
                  <a:gd name="T2" fmla="*/ 10 w 13"/>
                  <a:gd name="T3" fmla="*/ 9 h 14"/>
                  <a:gd name="T4" fmla="*/ 7 w 13"/>
                  <a:gd name="T5" fmla="*/ 9 h 14"/>
                  <a:gd name="T6" fmla="*/ 7 w 13"/>
                  <a:gd name="T7" fmla="*/ 6 h 14"/>
                  <a:gd name="T8" fmla="*/ 13 w 13"/>
                  <a:gd name="T9" fmla="*/ 7 h 14"/>
                  <a:gd name="T10" fmla="*/ 12 w 13"/>
                  <a:gd name="T11" fmla="*/ 13 h 14"/>
                  <a:gd name="T12" fmla="*/ 9 w 13"/>
                  <a:gd name="T13" fmla="*/ 14 h 14"/>
                  <a:gd name="T14" fmla="*/ 6 w 13"/>
                  <a:gd name="T15" fmla="*/ 14 h 14"/>
                  <a:gd name="T16" fmla="*/ 2 w 13"/>
                  <a:gd name="T17" fmla="*/ 12 h 14"/>
                  <a:gd name="T18" fmla="*/ 0 w 13"/>
                  <a:gd name="T19" fmla="*/ 9 h 14"/>
                  <a:gd name="T20" fmla="*/ 0 w 13"/>
                  <a:gd name="T21" fmla="*/ 6 h 14"/>
                  <a:gd name="T22" fmla="*/ 2 w 13"/>
                  <a:gd name="T23" fmla="*/ 2 h 14"/>
                  <a:gd name="T24" fmla="*/ 5 w 13"/>
                  <a:gd name="T25" fmla="*/ 0 h 14"/>
                  <a:gd name="T26" fmla="*/ 8 w 13"/>
                  <a:gd name="T27" fmla="*/ 0 h 14"/>
                  <a:gd name="T28" fmla="*/ 12 w 13"/>
                  <a:gd name="T29" fmla="*/ 2 h 14"/>
                  <a:gd name="T30" fmla="*/ 13 w 13"/>
                  <a:gd name="T31" fmla="*/ 5 h 14"/>
                  <a:gd name="T32" fmla="*/ 10 w 13"/>
                  <a:gd name="T33" fmla="*/ 5 h 14"/>
                  <a:gd name="T34" fmla="*/ 9 w 13"/>
                  <a:gd name="T35" fmla="*/ 3 h 14"/>
                  <a:gd name="T36" fmla="*/ 8 w 13"/>
                  <a:gd name="T37" fmla="*/ 2 h 14"/>
                  <a:gd name="T38" fmla="*/ 5 w 13"/>
                  <a:gd name="T39" fmla="*/ 3 h 14"/>
                  <a:gd name="T40" fmla="*/ 3 w 13"/>
                  <a:gd name="T41" fmla="*/ 6 h 14"/>
                  <a:gd name="T42" fmla="*/ 4 w 13"/>
                  <a:gd name="T43" fmla="*/ 10 h 14"/>
                  <a:gd name="T44" fmla="*/ 6 w 13"/>
                  <a:gd name="T45" fmla="*/ 11 h 14"/>
                  <a:gd name="T46" fmla="*/ 8 w 13"/>
                  <a:gd name="T47" fmla="*/ 11 h 14"/>
                  <a:gd name="T48" fmla="*/ 9 w 13"/>
                  <a:gd name="T49" fmla="*/ 11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3" h="14">
                    <a:moveTo>
                      <a:pt x="9" y="11"/>
                    </a:moveTo>
                    <a:cubicBezTo>
                      <a:pt x="10" y="9"/>
                      <a:pt x="10" y="9"/>
                      <a:pt x="10" y="9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13"/>
                      <a:pt x="12" y="13"/>
                      <a:pt x="12" y="13"/>
                    </a:cubicBezTo>
                    <a:cubicBezTo>
                      <a:pt x="11" y="13"/>
                      <a:pt x="10" y="13"/>
                      <a:pt x="9" y="14"/>
                    </a:cubicBezTo>
                    <a:cubicBezTo>
                      <a:pt x="8" y="14"/>
                      <a:pt x="7" y="14"/>
                      <a:pt x="6" y="14"/>
                    </a:cubicBezTo>
                    <a:cubicBezTo>
                      <a:pt x="5" y="14"/>
                      <a:pt x="3" y="13"/>
                      <a:pt x="2" y="12"/>
                    </a:cubicBezTo>
                    <a:cubicBezTo>
                      <a:pt x="1" y="12"/>
                      <a:pt x="1" y="11"/>
                      <a:pt x="0" y="9"/>
                    </a:cubicBezTo>
                    <a:cubicBezTo>
                      <a:pt x="0" y="8"/>
                      <a:pt x="0" y="7"/>
                      <a:pt x="0" y="6"/>
                    </a:cubicBezTo>
                    <a:cubicBezTo>
                      <a:pt x="0" y="4"/>
                      <a:pt x="1" y="3"/>
                      <a:pt x="2" y="2"/>
                    </a:cubicBezTo>
                    <a:cubicBezTo>
                      <a:pt x="2" y="1"/>
                      <a:pt x="3" y="1"/>
                      <a:pt x="5" y="0"/>
                    </a:cubicBezTo>
                    <a:cubicBezTo>
                      <a:pt x="6" y="0"/>
                      <a:pt x="7" y="0"/>
                      <a:pt x="8" y="0"/>
                    </a:cubicBezTo>
                    <a:cubicBezTo>
                      <a:pt x="10" y="0"/>
                      <a:pt x="11" y="1"/>
                      <a:pt x="12" y="2"/>
                    </a:cubicBezTo>
                    <a:cubicBezTo>
                      <a:pt x="13" y="2"/>
                      <a:pt x="13" y="3"/>
                      <a:pt x="13" y="5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0" y="4"/>
                      <a:pt x="10" y="4"/>
                      <a:pt x="9" y="3"/>
                    </a:cubicBezTo>
                    <a:cubicBezTo>
                      <a:pt x="9" y="3"/>
                      <a:pt x="8" y="2"/>
                      <a:pt x="8" y="2"/>
                    </a:cubicBezTo>
                    <a:cubicBezTo>
                      <a:pt x="6" y="2"/>
                      <a:pt x="5" y="2"/>
                      <a:pt x="5" y="3"/>
                    </a:cubicBezTo>
                    <a:cubicBezTo>
                      <a:pt x="4" y="4"/>
                      <a:pt x="3" y="5"/>
                      <a:pt x="3" y="6"/>
                    </a:cubicBezTo>
                    <a:cubicBezTo>
                      <a:pt x="3" y="8"/>
                      <a:pt x="3" y="9"/>
                      <a:pt x="4" y="10"/>
                    </a:cubicBezTo>
                    <a:cubicBezTo>
                      <a:pt x="4" y="11"/>
                      <a:pt x="5" y="11"/>
                      <a:pt x="6" y="11"/>
                    </a:cubicBezTo>
                    <a:cubicBezTo>
                      <a:pt x="7" y="12"/>
                      <a:pt x="7" y="12"/>
                      <a:pt x="8" y="11"/>
                    </a:cubicBezTo>
                    <a:cubicBezTo>
                      <a:pt x="9" y="11"/>
                      <a:pt x="9" y="11"/>
                      <a:pt x="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8" name="îṩḷïḓè">
                <a:extLst>
                  <a:ext uri="{FF2B5EF4-FFF2-40B4-BE49-F238E27FC236}">
                    <a16:creationId xmlns:a16="http://schemas.microsoft.com/office/drawing/2014/main" id="{707FA54D-B4C7-497E-97AC-7EE62AA17D29}"/>
                  </a:ext>
                </a:extLst>
              </p:cNvPr>
              <p:cNvSpPr/>
              <p:nvPr/>
            </p:nvSpPr>
            <p:spPr bwMode="auto">
              <a:xfrm>
                <a:off x="5038725" y="3689351"/>
                <a:ext cx="49213" cy="52388"/>
              </a:xfrm>
              <a:custGeom>
                <a:avLst/>
                <a:gdLst>
                  <a:gd name="T0" fmla="*/ 21 w 31"/>
                  <a:gd name="T1" fmla="*/ 23 h 33"/>
                  <a:gd name="T2" fmla="*/ 27 w 31"/>
                  <a:gd name="T3" fmla="*/ 6 h 33"/>
                  <a:gd name="T4" fmla="*/ 31 w 31"/>
                  <a:gd name="T5" fmla="*/ 8 h 33"/>
                  <a:gd name="T6" fmla="*/ 23 w 31"/>
                  <a:gd name="T7" fmla="*/ 33 h 33"/>
                  <a:gd name="T8" fmla="*/ 16 w 31"/>
                  <a:gd name="T9" fmla="*/ 31 h 33"/>
                  <a:gd name="T10" fmla="*/ 12 w 31"/>
                  <a:gd name="T11" fmla="*/ 10 h 33"/>
                  <a:gd name="T12" fmla="*/ 6 w 31"/>
                  <a:gd name="T13" fmla="*/ 29 h 33"/>
                  <a:gd name="T14" fmla="*/ 0 w 31"/>
                  <a:gd name="T15" fmla="*/ 27 h 33"/>
                  <a:gd name="T16" fmla="*/ 10 w 31"/>
                  <a:gd name="T17" fmla="*/ 0 h 33"/>
                  <a:gd name="T18" fmla="*/ 14 w 31"/>
                  <a:gd name="T19" fmla="*/ 2 h 33"/>
                  <a:gd name="T20" fmla="*/ 21 w 31"/>
                  <a:gd name="T21" fmla="*/ 2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1" h="33">
                    <a:moveTo>
                      <a:pt x="21" y="23"/>
                    </a:moveTo>
                    <a:lnTo>
                      <a:pt x="27" y="6"/>
                    </a:lnTo>
                    <a:lnTo>
                      <a:pt x="31" y="8"/>
                    </a:lnTo>
                    <a:lnTo>
                      <a:pt x="23" y="33"/>
                    </a:lnTo>
                    <a:lnTo>
                      <a:pt x="16" y="31"/>
                    </a:lnTo>
                    <a:lnTo>
                      <a:pt x="12" y="10"/>
                    </a:lnTo>
                    <a:lnTo>
                      <a:pt x="6" y="29"/>
                    </a:lnTo>
                    <a:lnTo>
                      <a:pt x="0" y="27"/>
                    </a:lnTo>
                    <a:lnTo>
                      <a:pt x="10" y="0"/>
                    </a:lnTo>
                    <a:lnTo>
                      <a:pt x="14" y="2"/>
                    </a:lnTo>
                    <a:lnTo>
                      <a:pt x="21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9" name="ïśḻïdê">
                <a:extLst>
                  <a:ext uri="{FF2B5EF4-FFF2-40B4-BE49-F238E27FC236}">
                    <a16:creationId xmlns:a16="http://schemas.microsoft.com/office/drawing/2014/main" id="{72C9BFF9-DB34-4164-93D9-EA9400969614}"/>
                  </a:ext>
                </a:extLst>
              </p:cNvPr>
              <p:cNvSpPr/>
              <p:nvPr/>
            </p:nvSpPr>
            <p:spPr bwMode="auto">
              <a:xfrm>
                <a:off x="4995863" y="3671888"/>
                <a:ext cx="46038" cy="47625"/>
              </a:xfrm>
              <a:custGeom>
                <a:avLst/>
                <a:gdLst>
                  <a:gd name="T0" fmla="*/ 6 w 14"/>
                  <a:gd name="T1" fmla="*/ 3 h 14"/>
                  <a:gd name="T2" fmla="*/ 4 w 14"/>
                  <a:gd name="T3" fmla="*/ 5 h 14"/>
                  <a:gd name="T4" fmla="*/ 3 w 14"/>
                  <a:gd name="T5" fmla="*/ 9 h 14"/>
                  <a:gd name="T6" fmla="*/ 5 w 14"/>
                  <a:gd name="T7" fmla="*/ 11 h 14"/>
                  <a:gd name="T8" fmla="*/ 7 w 14"/>
                  <a:gd name="T9" fmla="*/ 11 h 14"/>
                  <a:gd name="T10" fmla="*/ 10 w 14"/>
                  <a:gd name="T11" fmla="*/ 9 h 14"/>
                  <a:gd name="T12" fmla="*/ 11 w 14"/>
                  <a:gd name="T13" fmla="*/ 6 h 14"/>
                  <a:gd name="T14" fmla="*/ 9 w 14"/>
                  <a:gd name="T15" fmla="*/ 3 h 14"/>
                  <a:gd name="T16" fmla="*/ 6 w 14"/>
                  <a:gd name="T17" fmla="*/ 3 h 14"/>
                  <a:gd name="T18" fmla="*/ 8 w 14"/>
                  <a:gd name="T19" fmla="*/ 14 h 14"/>
                  <a:gd name="T20" fmla="*/ 3 w 14"/>
                  <a:gd name="T21" fmla="*/ 13 h 14"/>
                  <a:gd name="T22" fmla="*/ 0 w 14"/>
                  <a:gd name="T23" fmla="*/ 9 h 14"/>
                  <a:gd name="T24" fmla="*/ 1 w 14"/>
                  <a:gd name="T25" fmla="*/ 4 h 14"/>
                  <a:gd name="T26" fmla="*/ 4 w 14"/>
                  <a:gd name="T27" fmla="*/ 1 h 14"/>
                  <a:gd name="T28" fmla="*/ 6 w 14"/>
                  <a:gd name="T29" fmla="*/ 0 h 14"/>
                  <a:gd name="T30" fmla="*/ 8 w 14"/>
                  <a:gd name="T31" fmla="*/ 0 h 14"/>
                  <a:gd name="T32" fmla="*/ 11 w 14"/>
                  <a:gd name="T33" fmla="*/ 1 h 14"/>
                  <a:gd name="T34" fmla="*/ 14 w 14"/>
                  <a:gd name="T35" fmla="*/ 5 h 14"/>
                  <a:gd name="T36" fmla="*/ 13 w 14"/>
                  <a:gd name="T37" fmla="*/ 11 h 14"/>
                  <a:gd name="T38" fmla="*/ 8 w 14"/>
                  <a:gd name="T39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4" h="14">
                    <a:moveTo>
                      <a:pt x="6" y="3"/>
                    </a:move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3" y="8"/>
                      <a:pt x="3" y="9"/>
                    </a:cubicBezTo>
                    <a:cubicBezTo>
                      <a:pt x="3" y="10"/>
                      <a:pt x="4" y="11"/>
                      <a:pt x="5" y="11"/>
                    </a:cubicBezTo>
                    <a:cubicBezTo>
                      <a:pt x="5" y="12"/>
                      <a:pt x="6" y="12"/>
                      <a:pt x="7" y="11"/>
                    </a:cubicBezTo>
                    <a:cubicBezTo>
                      <a:pt x="8" y="11"/>
                      <a:pt x="9" y="10"/>
                      <a:pt x="10" y="9"/>
                    </a:cubicBezTo>
                    <a:cubicBezTo>
                      <a:pt x="11" y="8"/>
                      <a:pt x="11" y="7"/>
                      <a:pt x="11" y="6"/>
                    </a:cubicBezTo>
                    <a:cubicBezTo>
                      <a:pt x="11" y="5"/>
                      <a:pt x="10" y="4"/>
                      <a:pt x="9" y="3"/>
                    </a:cubicBezTo>
                    <a:cubicBezTo>
                      <a:pt x="8" y="3"/>
                      <a:pt x="7" y="2"/>
                      <a:pt x="6" y="3"/>
                    </a:cubicBezTo>
                    <a:close/>
                    <a:moveTo>
                      <a:pt x="8" y="14"/>
                    </a:moveTo>
                    <a:cubicBezTo>
                      <a:pt x="7" y="14"/>
                      <a:pt x="5" y="14"/>
                      <a:pt x="3" y="13"/>
                    </a:cubicBezTo>
                    <a:cubicBezTo>
                      <a:pt x="2" y="12"/>
                      <a:pt x="1" y="11"/>
                      <a:pt x="0" y="9"/>
                    </a:cubicBezTo>
                    <a:cubicBezTo>
                      <a:pt x="0" y="7"/>
                      <a:pt x="0" y="6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4" y="1"/>
                      <a:pt x="5" y="0"/>
                      <a:pt x="6" y="0"/>
                    </a:cubicBezTo>
                    <a:cubicBezTo>
                      <a:pt x="6" y="0"/>
                      <a:pt x="7" y="0"/>
                      <a:pt x="8" y="0"/>
                    </a:cubicBezTo>
                    <a:cubicBezTo>
                      <a:pt x="9" y="0"/>
                      <a:pt x="10" y="1"/>
                      <a:pt x="11" y="1"/>
                    </a:cubicBezTo>
                    <a:cubicBezTo>
                      <a:pt x="12" y="2"/>
                      <a:pt x="13" y="4"/>
                      <a:pt x="14" y="5"/>
                    </a:cubicBezTo>
                    <a:cubicBezTo>
                      <a:pt x="14" y="7"/>
                      <a:pt x="14" y="9"/>
                      <a:pt x="13" y="11"/>
                    </a:cubicBezTo>
                    <a:cubicBezTo>
                      <a:pt x="11" y="12"/>
                      <a:pt x="10" y="13"/>
                      <a:pt x="8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ïSḻíḑe">
                <a:extLst>
                  <a:ext uri="{FF2B5EF4-FFF2-40B4-BE49-F238E27FC236}">
                    <a16:creationId xmlns:a16="http://schemas.microsoft.com/office/drawing/2014/main" id="{114C71F0-2E10-432B-8F4E-F9A3621ACE3A}"/>
                  </a:ext>
                </a:extLst>
              </p:cNvPr>
              <p:cNvSpPr/>
              <p:nvPr/>
            </p:nvSpPr>
            <p:spPr bwMode="auto">
              <a:xfrm>
                <a:off x="4948238" y="3638551"/>
                <a:ext cx="50800" cy="50800"/>
              </a:xfrm>
              <a:custGeom>
                <a:avLst/>
                <a:gdLst>
                  <a:gd name="T0" fmla="*/ 9 w 15"/>
                  <a:gd name="T1" fmla="*/ 3 h 15"/>
                  <a:gd name="T2" fmla="*/ 3 w 15"/>
                  <a:gd name="T3" fmla="*/ 10 h 15"/>
                  <a:gd name="T4" fmla="*/ 5 w 15"/>
                  <a:gd name="T5" fmla="*/ 11 h 15"/>
                  <a:gd name="T6" fmla="*/ 6 w 15"/>
                  <a:gd name="T7" fmla="*/ 12 h 15"/>
                  <a:gd name="T8" fmla="*/ 7 w 15"/>
                  <a:gd name="T9" fmla="*/ 13 h 15"/>
                  <a:gd name="T10" fmla="*/ 9 w 15"/>
                  <a:gd name="T11" fmla="*/ 12 h 15"/>
                  <a:gd name="T12" fmla="*/ 11 w 15"/>
                  <a:gd name="T13" fmla="*/ 10 h 15"/>
                  <a:gd name="T14" fmla="*/ 12 w 15"/>
                  <a:gd name="T15" fmla="*/ 8 h 15"/>
                  <a:gd name="T16" fmla="*/ 12 w 15"/>
                  <a:gd name="T17" fmla="*/ 7 h 15"/>
                  <a:gd name="T18" fmla="*/ 12 w 15"/>
                  <a:gd name="T19" fmla="*/ 6 h 15"/>
                  <a:gd name="T20" fmla="*/ 10 w 15"/>
                  <a:gd name="T21" fmla="*/ 4 h 15"/>
                  <a:gd name="T22" fmla="*/ 9 w 15"/>
                  <a:gd name="T23" fmla="*/ 3 h 15"/>
                  <a:gd name="T24" fmla="*/ 11 w 15"/>
                  <a:gd name="T25" fmla="*/ 14 h 15"/>
                  <a:gd name="T26" fmla="*/ 8 w 15"/>
                  <a:gd name="T27" fmla="*/ 15 h 15"/>
                  <a:gd name="T28" fmla="*/ 6 w 15"/>
                  <a:gd name="T29" fmla="*/ 15 h 15"/>
                  <a:gd name="T30" fmla="*/ 4 w 15"/>
                  <a:gd name="T31" fmla="*/ 13 h 15"/>
                  <a:gd name="T32" fmla="*/ 0 w 15"/>
                  <a:gd name="T33" fmla="*/ 10 h 15"/>
                  <a:gd name="T34" fmla="*/ 9 w 15"/>
                  <a:gd name="T35" fmla="*/ 0 h 15"/>
                  <a:gd name="T36" fmla="*/ 12 w 15"/>
                  <a:gd name="T37" fmla="*/ 3 h 15"/>
                  <a:gd name="T38" fmla="*/ 14 w 15"/>
                  <a:gd name="T39" fmla="*/ 5 h 15"/>
                  <a:gd name="T40" fmla="*/ 15 w 15"/>
                  <a:gd name="T41" fmla="*/ 7 h 15"/>
                  <a:gd name="T42" fmla="*/ 14 w 15"/>
                  <a:gd name="T43" fmla="*/ 10 h 15"/>
                  <a:gd name="T44" fmla="*/ 13 w 15"/>
                  <a:gd name="T45" fmla="*/ 12 h 15"/>
                  <a:gd name="T46" fmla="*/ 11 w 15"/>
                  <a:gd name="T47" fmla="*/ 14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5" h="15">
                    <a:moveTo>
                      <a:pt x="9" y="3"/>
                    </a:moveTo>
                    <a:cubicBezTo>
                      <a:pt x="3" y="10"/>
                      <a:pt x="3" y="10"/>
                      <a:pt x="3" y="10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5" y="12"/>
                      <a:pt x="6" y="12"/>
                      <a:pt x="6" y="12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3"/>
                      <a:pt x="8" y="13"/>
                      <a:pt x="9" y="12"/>
                    </a:cubicBezTo>
                    <a:cubicBezTo>
                      <a:pt x="9" y="12"/>
                      <a:pt x="10" y="11"/>
                      <a:pt x="11" y="10"/>
                    </a:cubicBezTo>
                    <a:cubicBezTo>
                      <a:pt x="11" y="10"/>
                      <a:pt x="12" y="9"/>
                      <a:pt x="12" y="8"/>
                    </a:cubicBezTo>
                    <a:cubicBezTo>
                      <a:pt x="12" y="8"/>
                      <a:pt x="12" y="7"/>
                      <a:pt x="12" y="7"/>
                    </a:cubicBezTo>
                    <a:cubicBezTo>
                      <a:pt x="12" y="7"/>
                      <a:pt x="12" y="6"/>
                      <a:pt x="12" y="6"/>
                    </a:cubicBezTo>
                    <a:cubicBezTo>
                      <a:pt x="11" y="5"/>
                      <a:pt x="11" y="5"/>
                      <a:pt x="10" y="4"/>
                    </a:cubicBezTo>
                    <a:cubicBezTo>
                      <a:pt x="9" y="3"/>
                      <a:pt x="9" y="3"/>
                      <a:pt x="9" y="3"/>
                    </a:cubicBezTo>
                    <a:close/>
                    <a:moveTo>
                      <a:pt x="11" y="14"/>
                    </a:moveTo>
                    <a:cubicBezTo>
                      <a:pt x="10" y="15"/>
                      <a:pt x="9" y="15"/>
                      <a:pt x="8" y="15"/>
                    </a:cubicBezTo>
                    <a:cubicBezTo>
                      <a:pt x="7" y="15"/>
                      <a:pt x="7" y="15"/>
                      <a:pt x="6" y="15"/>
                    </a:cubicBezTo>
                    <a:cubicBezTo>
                      <a:pt x="5" y="14"/>
                      <a:pt x="4" y="14"/>
                      <a:pt x="4" y="13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3" y="4"/>
                      <a:pt x="14" y="4"/>
                      <a:pt x="14" y="5"/>
                    </a:cubicBezTo>
                    <a:cubicBezTo>
                      <a:pt x="15" y="6"/>
                      <a:pt x="15" y="6"/>
                      <a:pt x="15" y="7"/>
                    </a:cubicBezTo>
                    <a:cubicBezTo>
                      <a:pt x="15" y="8"/>
                      <a:pt x="15" y="9"/>
                      <a:pt x="14" y="10"/>
                    </a:cubicBezTo>
                    <a:cubicBezTo>
                      <a:pt x="14" y="10"/>
                      <a:pt x="14" y="11"/>
                      <a:pt x="13" y="12"/>
                    </a:cubicBezTo>
                    <a:cubicBezTo>
                      <a:pt x="12" y="13"/>
                      <a:pt x="11" y="14"/>
                      <a:pt x="11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1" name="ïsľíḋè">
                <a:extLst>
                  <a:ext uri="{FF2B5EF4-FFF2-40B4-BE49-F238E27FC236}">
                    <a16:creationId xmlns:a16="http://schemas.microsoft.com/office/drawing/2014/main" id="{91F4A257-2A0F-4CD8-915C-0D17C78D509D}"/>
                  </a:ext>
                </a:extLst>
              </p:cNvPr>
              <p:cNvSpPr/>
              <p:nvPr/>
            </p:nvSpPr>
            <p:spPr bwMode="auto">
              <a:xfrm>
                <a:off x="4913313" y="3605213"/>
                <a:ext cx="58738" cy="57150"/>
              </a:xfrm>
              <a:custGeom>
                <a:avLst/>
                <a:gdLst>
                  <a:gd name="T0" fmla="*/ 37 w 37"/>
                  <a:gd name="T1" fmla="*/ 17 h 36"/>
                  <a:gd name="T2" fmla="*/ 14 w 37"/>
                  <a:gd name="T3" fmla="*/ 36 h 36"/>
                  <a:gd name="T4" fmla="*/ 10 w 37"/>
                  <a:gd name="T5" fmla="*/ 32 h 36"/>
                  <a:gd name="T6" fmla="*/ 18 w 37"/>
                  <a:gd name="T7" fmla="*/ 11 h 36"/>
                  <a:gd name="T8" fmla="*/ 4 w 37"/>
                  <a:gd name="T9" fmla="*/ 21 h 36"/>
                  <a:gd name="T10" fmla="*/ 0 w 37"/>
                  <a:gd name="T11" fmla="*/ 19 h 36"/>
                  <a:gd name="T12" fmla="*/ 20 w 37"/>
                  <a:gd name="T13" fmla="*/ 0 h 36"/>
                  <a:gd name="T14" fmla="*/ 25 w 37"/>
                  <a:gd name="T15" fmla="*/ 5 h 36"/>
                  <a:gd name="T16" fmla="*/ 18 w 37"/>
                  <a:gd name="T17" fmla="*/ 26 h 36"/>
                  <a:gd name="T18" fmla="*/ 33 w 37"/>
                  <a:gd name="T19" fmla="*/ 13 h 36"/>
                  <a:gd name="T20" fmla="*/ 37 w 37"/>
                  <a:gd name="T21" fmla="*/ 1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7" h="36">
                    <a:moveTo>
                      <a:pt x="37" y="17"/>
                    </a:moveTo>
                    <a:lnTo>
                      <a:pt x="14" y="36"/>
                    </a:lnTo>
                    <a:lnTo>
                      <a:pt x="10" y="32"/>
                    </a:lnTo>
                    <a:lnTo>
                      <a:pt x="18" y="11"/>
                    </a:lnTo>
                    <a:lnTo>
                      <a:pt x="4" y="21"/>
                    </a:lnTo>
                    <a:lnTo>
                      <a:pt x="0" y="19"/>
                    </a:lnTo>
                    <a:lnTo>
                      <a:pt x="20" y="0"/>
                    </a:lnTo>
                    <a:lnTo>
                      <a:pt x="25" y="5"/>
                    </a:lnTo>
                    <a:lnTo>
                      <a:pt x="18" y="26"/>
                    </a:lnTo>
                    <a:lnTo>
                      <a:pt x="33" y="13"/>
                    </a:lnTo>
                    <a:lnTo>
                      <a:pt x="37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2" name="iśļídé">
                <a:extLst>
                  <a:ext uri="{FF2B5EF4-FFF2-40B4-BE49-F238E27FC236}">
                    <a16:creationId xmlns:a16="http://schemas.microsoft.com/office/drawing/2014/main" id="{10EE661D-0A71-4477-BCFC-A73FF2DB2545}"/>
                  </a:ext>
                </a:extLst>
              </p:cNvPr>
              <p:cNvSpPr/>
              <p:nvPr/>
            </p:nvSpPr>
            <p:spPr bwMode="auto">
              <a:xfrm>
                <a:off x="4883150" y="3579813"/>
                <a:ext cx="52388" cy="46038"/>
              </a:xfrm>
              <a:custGeom>
                <a:avLst/>
                <a:gdLst>
                  <a:gd name="T0" fmla="*/ 0 w 33"/>
                  <a:gd name="T1" fmla="*/ 4 h 29"/>
                  <a:gd name="T2" fmla="*/ 31 w 33"/>
                  <a:gd name="T3" fmla="*/ 0 h 29"/>
                  <a:gd name="T4" fmla="*/ 33 w 33"/>
                  <a:gd name="T5" fmla="*/ 4 h 29"/>
                  <a:gd name="T6" fmla="*/ 14 w 33"/>
                  <a:gd name="T7" fmla="*/ 29 h 29"/>
                  <a:gd name="T8" fmla="*/ 10 w 33"/>
                  <a:gd name="T9" fmla="*/ 23 h 29"/>
                  <a:gd name="T10" fmla="*/ 16 w 33"/>
                  <a:gd name="T11" fmla="*/ 16 h 29"/>
                  <a:gd name="T12" fmla="*/ 10 w 33"/>
                  <a:gd name="T13" fmla="*/ 8 h 29"/>
                  <a:gd name="T14" fmla="*/ 4 w 33"/>
                  <a:gd name="T15" fmla="*/ 8 h 29"/>
                  <a:gd name="T16" fmla="*/ 0 w 33"/>
                  <a:gd name="T17" fmla="*/ 4 h 29"/>
                  <a:gd name="T18" fmla="*/ 0 w 33"/>
                  <a:gd name="T19" fmla="*/ 4 h 29"/>
                  <a:gd name="T20" fmla="*/ 19 w 33"/>
                  <a:gd name="T21" fmla="*/ 14 h 29"/>
                  <a:gd name="T22" fmla="*/ 27 w 33"/>
                  <a:gd name="T23" fmla="*/ 4 h 29"/>
                  <a:gd name="T24" fmla="*/ 14 w 33"/>
                  <a:gd name="T25" fmla="*/ 6 h 29"/>
                  <a:gd name="T26" fmla="*/ 19 w 33"/>
                  <a:gd name="T27" fmla="*/ 14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3" h="29">
                    <a:moveTo>
                      <a:pt x="0" y="4"/>
                    </a:moveTo>
                    <a:lnTo>
                      <a:pt x="31" y="0"/>
                    </a:lnTo>
                    <a:lnTo>
                      <a:pt x="33" y="4"/>
                    </a:lnTo>
                    <a:lnTo>
                      <a:pt x="14" y="29"/>
                    </a:lnTo>
                    <a:lnTo>
                      <a:pt x="10" y="23"/>
                    </a:lnTo>
                    <a:lnTo>
                      <a:pt x="16" y="16"/>
                    </a:lnTo>
                    <a:lnTo>
                      <a:pt x="10" y="8"/>
                    </a:lnTo>
                    <a:lnTo>
                      <a:pt x="4" y="8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  <a:moveTo>
                      <a:pt x="19" y="14"/>
                    </a:moveTo>
                    <a:lnTo>
                      <a:pt x="27" y="4"/>
                    </a:lnTo>
                    <a:lnTo>
                      <a:pt x="14" y="6"/>
                    </a:lnTo>
                    <a:lnTo>
                      <a:pt x="19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3" name="iṥlïḑé">
                <a:extLst>
                  <a:ext uri="{FF2B5EF4-FFF2-40B4-BE49-F238E27FC236}">
                    <a16:creationId xmlns:a16="http://schemas.microsoft.com/office/drawing/2014/main" id="{64D7C10C-C1B1-44FA-BB1E-78E008BACE0B}"/>
                  </a:ext>
                </a:extLst>
              </p:cNvPr>
              <p:cNvSpPr/>
              <p:nvPr/>
            </p:nvSpPr>
            <p:spPr bwMode="auto">
              <a:xfrm>
                <a:off x="4865688" y="3525838"/>
                <a:ext cx="53975" cy="49213"/>
              </a:xfrm>
              <a:custGeom>
                <a:avLst/>
                <a:gdLst>
                  <a:gd name="T0" fmla="*/ 15 w 34"/>
                  <a:gd name="T1" fmla="*/ 10 h 31"/>
                  <a:gd name="T2" fmla="*/ 2 w 34"/>
                  <a:gd name="T3" fmla="*/ 15 h 31"/>
                  <a:gd name="T4" fmla="*/ 0 w 34"/>
                  <a:gd name="T5" fmla="*/ 8 h 31"/>
                  <a:gd name="T6" fmla="*/ 27 w 34"/>
                  <a:gd name="T7" fmla="*/ 0 h 31"/>
                  <a:gd name="T8" fmla="*/ 30 w 34"/>
                  <a:gd name="T9" fmla="*/ 4 h 31"/>
                  <a:gd name="T10" fmla="*/ 19 w 34"/>
                  <a:gd name="T11" fmla="*/ 8 h 31"/>
                  <a:gd name="T12" fmla="*/ 21 w 34"/>
                  <a:gd name="T13" fmla="*/ 19 h 31"/>
                  <a:gd name="T14" fmla="*/ 34 w 34"/>
                  <a:gd name="T15" fmla="*/ 15 h 31"/>
                  <a:gd name="T16" fmla="*/ 34 w 34"/>
                  <a:gd name="T17" fmla="*/ 21 h 31"/>
                  <a:gd name="T18" fmla="*/ 9 w 34"/>
                  <a:gd name="T19" fmla="*/ 31 h 31"/>
                  <a:gd name="T20" fmla="*/ 7 w 34"/>
                  <a:gd name="T21" fmla="*/ 25 h 31"/>
                  <a:gd name="T22" fmla="*/ 17 w 34"/>
                  <a:gd name="T23" fmla="*/ 21 h 31"/>
                  <a:gd name="T24" fmla="*/ 15 w 34"/>
                  <a:gd name="T25" fmla="*/ 1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4" h="31">
                    <a:moveTo>
                      <a:pt x="15" y="10"/>
                    </a:moveTo>
                    <a:lnTo>
                      <a:pt x="2" y="15"/>
                    </a:lnTo>
                    <a:lnTo>
                      <a:pt x="0" y="8"/>
                    </a:lnTo>
                    <a:lnTo>
                      <a:pt x="27" y="0"/>
                    </a:lnTo>
                    <a:lnTo>
                      <a:pt x="30" y="4"/>
                    </a:lnTo>
                    <a:lnTo>
                      <a:pt x="19" y="8"/>
                    </a:lnTo>
                    <a:lnTo>
                      <a:pt x="21" y="19"/>
                    </a:lnTo>
                    <a:lnTo>
                      <a:pt x="34" y="15"/>
                    </a:lnTo>
                    <a:lnTo>
                      <a:pt x="34" y="21"/>
                    </a:lnTo>
                    <a:lnTo>
                      <a:pt x="9" y="31"/>
                    </a:lnTo>
                    <a:lnTo>
                      <a:pt x="7" y="25"/>
                    </a:lnTo>
                    <a:lnTo>
                      <a:pt x="17" y="21"/>
                    </a:lnTo>
                    <a:lnTo>
                      <a:pt x="15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4" name="îṧḷiḑé">
                <a:extLst>
                  <a:ext uri="{FF2B5EF4-FFF2-40B4-BE49-F238E27FC236}">
                    <a16:creationId xmlns:a16="http://schemas.microsoft.com/office/drawing/2014/main" id="{7539DE5E-FC79-4564-BE36-C204A33D1E11}"/>
                  </a:ext>
                </a:extLst>
              </p:cNvPr>
              <p:cNvSpPr/>
              <p:nvPr/>
            </p:nvSpPr>
            <p:spPr bwMode="auto">
              <a:xfrm>
                <a:off x="4856163" y="3486151"/>
                <a:ext cx="49213" cy="39688"/>
              </a:xfrm>
              <a:custGeom>
                <a:avLst/>
                <a:gdLst>
                  <a:gd name="T0" fmla="*/ 4 w 15"/>
                  <a:gd name="T1" fmla="*/ 1 h 12"/>
                  <a:gd name="T2" fmla="*/ 5 w 15"/>
                  <a:gd name="T3" fmla="*/ 3 h 12"/>
                  <a:gd name="T4" fmla="*/ 3 w 15"/>
                  <a:gd name="T5" fmla="*/ 4 h 12"/>
                  <a:gd name="T6" fmla="*/ 3 w 15"/>
                  <a:gd name="T7" fmla="*/ 6 h 12"/>
                  <a:gd name="T8" fmla="*/ 4 w 15"/>
                  <a:gd name="T9" fmla="*/ 8 h 12"/>
                  <a:gd name="T10" fmla="*/ 5 w 15"/>
                  <a:gd name="T11" fmla="*/ 9 h 12"/>
                  <a:gd name="T12" fmla="*/ 6 w 15"/>
                  <a:gd name="T13" fmla="*/ 8 h 12"/>
                  <a:gd name="T14" fmla="*/ 6 w 15"/>
                  <a:gd name="T15" fmla="*/ 7 h 12"/>
                  <a:gd name="T16" fmla="*/ 6 w 15"/>
                  <a:gd name="T17" fmla="*/ 5 h 12"/>
                  <a:gd name="T18" fmla="*/ 7 w 15"/>
                  <a:gd name="T19" fmla="*/ 2 h 12"/>
                  <a:gd name="T20" fmla="*/ 10 w 15"/>
                  <a:gd name="T21" fmla="*/ 0 h 12"/>
                  <a:gd name="T22" fmla="*/ 12 w 15"/>
                  <a:gd name="T23" fmla="*/ 0 h 12"/>
                  <a:gd name="T24" fmla="*/ 13 w 15"/>
                  <a:gd name="T25" fmla="*/ 2 h 12"/>
                  <a:gd name="T26" fmla="*/ 14 w 15"/>
                  <a:gd name="T27" fmla="*/ 4 h 12"/>
                  <a:gd name="T28" fmla="*/ 14 w 15"/>
                  <a:gd name="T29" fmla="*/ 8 h 12"/>
                  <a:gd name="T30" fmla="*/ 11 w 15"/>
                  <a:gd name="T31" fmla="*/ 10 h 12"/>
                  <a:gd name="T32" fmla="*/ 11 w 15"/>
                  <a:gd name="T33" fmla="*/ 7 h 12"/>
                  <a:gd name="T34" fmla="*/ 12 w 15"/>
                  <a:gd name="T35" fmla="*/ 6 h 12"/>
                  <a:gd name="T36" fmla="*/ 12 w 15"/>
                  <a:gd name="T37" fmla="*/ 5 h 12"/>
                  <a:gd name="T38" fmla="*/ 11 w 15"/>
                  <a:gd name="T39" fmla="*/ 3 h 12"/>
                  <a:gd name="T40" fmla="*/ 10 w 15"/>
                  <a:gd name="T41" fmla="*/ 3 h 12"/>
                  <a:gd name="T42" fmla="*/ 10 w 15"/>
                  <a:gd name="T43" fmla="*/ 3 h 12"/>
                  <a:gd name="T44" fmla="*/ 9 w 15"/>
                  <a:gd name="T45" fmla="*/ 6 h 12"/>
                  <a:gd name="T46" fmla="*/ 9 w 15"/>
                  <a:gd name="T47" fmla="*/ 9 h 12"/>
                  <a:gd name="T48" fmla="*/ 8 w 15"/>
                  <a:gd name="T49" fmla="*/ 10 h 12"/>
                  <a:gd name="T50" fmla="*/ 6 w 15"/>
                  <a:gd name="T51" fmla="*/ 11 h 12"/>
                  <a:gd name="T52" fmla="*/ 3 w 15"/>
                  <a:gd name="T53" fmla="*/ 11 h 12"/>
                  <a:gd name="T54" fmla="*/ 1 w 15"/>
                  <a:gd name="T55" fmla="*/ 10 h 12"/>
                  <a:gd name="T56" fmla="*/ 0 w 15"/>
                  <a:gd name="T57" fmla="*/ 7 h 12"/>
                  <a:gd name="T58" fmla="*/ 1 w 15"/>
                  <a:gd name="T59" fmla="*/ 3 h 12"/>
                  <a:gd name="T60" fmla="*/ 4 w 15"/>
                  <a:gd name="T61" fmla="*/ 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" h="12">
                    <a:moveTo>
                      <a:pt x="4" y="1"/>
                    </a:moveTo>
                    <a:cubicBezTo>
                      <a:pt x="5" y="3"/>
                      <a:pt x="5" y="3"/>
                      <a:pt x="5" y="3"/>
                    </a:cubicBezTo>
                    <a:cubicBezTo>
                      <a:pt x="4" y="3"/>
                      <a:pt x="3" y="4"/>
                      <a:pt x="3" y="4"/>
                    </a:cubicBezTo>
                    <a:cubicBezTo>
                      <a:pt x="3" y="5"/>
                      <a:pt x="3" y="6"/>
                      <a:pt x="3" y="6"/>
                    </a:cubicBezTo>
                    <a:cubicBezTo>
                      <a:pt x="3" y="7"/>
                      <a:pt x="3" y="8"/>
                      <a:pt x="4" y="8"/>
                    </a:cubicBezTo>
                    <a:cubicBezTo>
                      <a:pt x="4" y="9"/>
                      <a:pt x="5" y="9"/>
                      <a:pt x="5" y="9"/>
                    </a:cubicBezTo>
                    <a:cubicBezTo>
                      <a:pt x="5" y="9"/>
                      <a:pt x="6" y="8"/>
                      <a:pt x="6" y="8"/>
                    </a:cubicBezTo>
                    <a:cubicBezTo>
                      <a:pt x="6" y="8"/>
                      <a:pt x="6" y="8"/>
                      <a:pt x="6" y="7"/>
                    </a:cubicBezTo>
                    <a:cubicBezTo>
                      <a:pt x="6" y="7"/>
                      <a:pt x="6" y="6"/>
                      <a:pt x="6" y="5"/>
                    </a:cubicBezTo>
                    <a:cubicBezTo>
                      <a:pt x="7" y="3"/>
                      <a:pt x="7" y="2"/>
                      <a:pt x="7" y="2"/>
                    </a:cubicBezTo>
                    <a:cubicBezTo>
                      <a:pt x="8" y="1"/>
                      <a:pt x="9" y="0"/>
                      <a:pt x="10" y="0"/>
                    </a:cubicBezTo>
                    <a:cubicBezTo>
                      <a:pt x="10" y="0"/>
                      <a:pt x="11" y="0"/>
                      <a:pt x="12" y="0"/>
                    </a:cubicBezTo>
                    <a:cubicBezTo>
                      <a:pt x="12" y="1"/>
                      <a:pt x="13" y="1"/>
                      <a:pt x="13" y="2"/>
                    </a:cubicBezTo>
                    <a:cubicBezTo>
                      <a:pt x="14" y="2"/>
                      <a:pt x="14" y="3"/>
                      <a:pt x="14" y="4"/>
                    </a:cubicBezTo>
                    <a:cubicBezTo>
                      <a:pt x="15" y="6"/>
                      <a:pt x="14" y="7"/>
                      <a:pt x="14" y="8"/>
                    </a:cubicBezTo>
                    <a:cubicBezTo>
                      <a:pt x="13" y="9"/>
                      <a:pt x="12" y="10"/>
                      <a:pt x="11" y="10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1" y="7"/>
                      <a:pt x="12" y="7"/>
                      <a:pt x="12" y="6"/>
                    </a:cubicBezTo>
                    <a:cubicBezTo>
                      <a:pt x="12" y="6"/>
                      <a:pt x="12" y="5"/>
                      <a:pt x="12" y="5"/>
                    </a:cubicBezTo>
                    <a:cubicBezTo>
                      <a:pt x="12" y="4"/>
                      <a:pt x="12" y="3"/>
                      <a:pt x="11" y="3"/>
                    </a:cubicBezTo>
                    <a:cubicBezTo>
                      <a:pt x="11" y="3"/>
                      <a:pt x="11" y="2"/>
                      <a:pt x="10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9" y="3"/>
                      <a:pt x="9" y="4"/>
                      <a:pt x="9" y="6"/>
                    </a:cubicBezTo>
                    <a:cubicBezTo>
                      <a:pt x="9" y="7"/>
                      <a:pt x="9" y="8"/>
                      <a:pt x="9" y="9"/>
                    </a:cubicBezTo>
                    <a:cubicBezTo>
                      <a:pt x="8" y="9"/>
                      <a:pt x="8" y="10"/>
                      <a:pt x="8" y="10"/>
                    </a:cubicBezTo>
                    <a:cubicBezTo>
                      <a:pt x="7" y="11"/>
                      <a:pt x="6" y="11"/>
                      <a:pt x="6" y="11"/>
                    </a:cubicBezTo>
                    <a:cubicBezTo>
                      <a:pt x="5" y="12"/>
                      <a:pt x="4" y="11"/>
                      <a:pt x="3" y="11"/>
                    </a:cubicBezTo>
                    <a:cubicBezTo>
                      <a:pt x="3" y="11"/>
                      <a:pt x="2" y="10"/>
                      <a:pt x="1" y="10"/>
                    </a:cubicBezTo>
                    <a:cubicBezTo>
                      <a:pt x="1" y="9"/>
                      <a:pt x="1" y="8"/>
                      <a:pt x="0" y="7"/>
                    </a:cubicBezTo>
                    <a:cubicBezTo>
                      <a:pt x="0" y="5"/>
                      <a:pt x="0" y="4"/>
                      <a:pt x="1" y="3"/>
                    </a:cubicBezTo>
                    <a:cubicBezTo>
                      <a:pt x="2" y="2"/>
                      <a:pt x="3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5" name="ïṣḷîďé">
                <a:extLst>
                  <a:ext uri="{FF2B5EF4-FFF2-40B4-BE49-F238E27FC236}">
                    <a16:creationId xmlns:a16="http://schemas.microsoft.com/office/drawing/2014/main" id="{A365E589-706F-4B3F-B387-7E7476A019D5}"/>
                  </a:ext>
                </a:extLst>
              </p:cNvPr>
              <p:cNvSpPr/>
              <p:nvPr/>
            </p:nvSpPr>
            <p:spPr bwMode="auto">
              <a:xfrm>
                <a:off x="4916488" y="3205163"/>
                <a:ext cx="474663" cy="477838"/>
              </a:xfrm>
              <a:custGeom>
                <a:avLst/>
                <a:gdLst>
                  <a:gd name="T0" fmla="*/ 72 w 144"/>
                  <a:gd name="T1" fmla="*/ 143 h 143"/>
                  <a:gd name="T2" fmla="*/ 0 w 144"/>
                  <a:gd name="T3" fmla="*/ 72 h 143"/>
                  <a:gd name="T4" fmla="*/ 72 w 144"/>
                  <a:gd name="T5" fmla="*/ 0 h 143"/>
                  <a:gd name="T6" fmla="*/ 144 w 144"/>
                  <a:gd name="T7" fmla="*/ 72 h 143"/>
                  <a:gd name="T8" fmla="*/ 72 w 144"/>
                  <a:gd name="T9" fmla="*/ 143 h 143"/>
                  <a:gd name="T10" fmla="*/ 3 w 144"/>
                  <a:gd name="T11" fmla="*/ 72 h 143"/>
                  <a:gd name="T12" fmla="*/ 10 w 144"/>
                  <a:gd name="T13" fmla="*/ 102 h 143"/>
                  <a:gd name="T14" fmla="*/ 133 w 144"/>
                  <a:gd name="T15" fmla="*/ 102 h 143"/>
                  <a:gd name="T16" fmla="*/ 141 w 144"/>
                  <a:gd name="T17" fmla="*/ 72 h 143"/>
                  <a:gd name="T18" fmla="*/ 72 w 144"/>
                  <a:gd name="T19" fmla="*/ 3 h 143"/>
                  <a:gd name="T20" fmla="*/ 3 w 144"/>
                  <a:gd name="T21" fmla="*/ 72 h 143"/>
                  <a:gd name="T22" fmla="*/ 132 w 144"/>
                  <a:gd name="T23" fmla="*/ 106 h 143"/>
                  <a:gd name="T24" fmla="*/ 12 w 144"/>
                  <a:gd name="T25" fmla="*/ 106 h 143"/>
                  <a:gd name="T26" fmla="*/ 72 w 144"/>
                  <a:gd name="T27" fmla="*/ 140 h 143"/>
                  <a:gd name="T28" fmla="*/ 132 w 144"/>
                  <a:gd name="T29" fmla="*/ 106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4" h="143">
                    <a:moveTo>
                      <a:pt x="72" y="143"/>
                    </a:moveTo>
                    <a:cubicBezTo>
                      <a:pt x="32" y="143"/>
                      <a:pt x="0" y="111"/>
                      <a:pt x="0" y="72"/>
                    </a:cubicBezTo>
                    <a:cubicBezTo>
                      <a:pt x="0" y="32"/>
                      <a:pt x="32" y="0"/>
                      <a:pt x="72" y="0"/>
                    </a:cubicBezTo>
                    <a:cubicBezTo>
                      <a:pt x="111" y="0"/>
                      <a:pt x="144" y="32"/>
                      <a:pt x="144" y="72"/>
                    </a:cubicBezTo>
                    <a:cubicBezTo>
                      <a:pt x="144" y="111"/>
                      <a:pt x="111" y="143"/>
                      <a:pt x="72" y="143"/>
                    </a:cubicBezTo>
                    <a:close/>
                    <a:moveTo>
                      <a:pt x="3" y="72"/>
                    </a:moveTo>
                    <a:cubicBezTo>
                      <a:pt x="3" y="83"/>
                      <a:pt x="6" y="93"/>
                      <a:pt x="10" y="102"/>
                    </a:cubicBezTo>
                    <a:cubicBezTo>
                      <a:pt x="133" y="102"/>
                      <a:pt x="133" y="102"/>
                      <a:pt x="133" y="102"/>
                    </a:cubicBezTo>
                    <a:cubicBezTo>
                      <a:pt x="138" y="93"/>
                      <a:pt x="141" y="83"/>
                      <a:pt x="141" y="72"/>
                    </a:cubicBezTo>
                    <a:cubicBezTo>
                      <a:pt x="141" y="34"/>
                      <a:pt x="110" y="3"/>
                      <a:pt x="72" y="3"/>
                    </a:cubicBezTo>
                    <a:cubicBezTo>
                      <a:pt x="34" y="3"/>
                      <a:pt x="3" y="34"/>
                      <a:pt x="3" y="72"/>
                    </a:cubicBezTo>
                    <a:close/>
                    <a:moveTo>
                      <a:pt x="132" y="106"/>
                    </a:moveTo>
                    <a:cubicBezTo>
                      <a:pt x="12" y="106"/>
                      <a:pt x="12" y="106"/>
                      <a:pt x="12" y="106"/>
                    </a:cubicBezTo>
                    <a:cubicBezTo>
                      <a:pt x="24" y="126"/>
                      <a:pt x="46" y="140"/>
                      <a:pt x="72" y="140"/>
                    </a:cubicBezTo>
                    <a:cubicBezTo>
                      <a:pt x="97" y="140"/>
                      <a:pt x="120" y="126"/>
                      <a:pt x="132" y="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6" name="iṧḻîďé">
                <a:extLst>
                  <a:ext uri="{FF2B5EF4-FFF2-40B4-BE49-F238E27FC236}">
                    <a16:creationId xmlns:a16="http://schemas.microsoft.com/office/drawing/2014/main" id="{37DC4535-2BA3-49A9-953E-5F1EDD480300}"/>
                  </a:ext>
                </a:extLst>
              </p:cNvPr>
              <p:cNvSpPr/>
              <p:nvPr/>
            </p:nvSpPr>
            <p:spPr bwMode="auto">
              <a:xfrm>
                <a:off x="4948238" y="3235326"/>
                <a:ext cx="411163" cy="306388"/>
              </a:xfrm>
              <a:custGeom>
                <a:avLst/>
                <a:gdLst>
                  <a:gd name="T0" fmla="*/ 114 w 124"/>
                  <a:gd name="T1" fmla="*/ 68 h 92"/>
                  <a:gd name="T2" fmla="*/ 103 w 124"/>
                  <a:gd name="T3" fmla="*/ 62 h 92"/>
                  <a:gd name="T4" fmla="*/ 95 w 124"/>
                  <a:gd name="T5" fmla="*/ 68 h 92"/>
                  <a:gd name="T6" fmla="*/ 83 w 124"/>
                  <a:gd name="T7" fmla="*/ 62 h 92"/>
                  <a:gd name="T8" fmla="*/ 70 w 124"/>
                  <a:gd name="T9" fmla="*/ 81 h 92"/>
                  <a:gd name="T10" fmla="*/ 104 w 124"/>
                  <a:gd name="T11" fmla="*/ 76 h 92"/>
                  <a:gd name="T12" fmla="*/ 124 w 124"/>
                  <a:gd name="T13" fmla="*/ 83 h 92"/>
                  <a:gd name="T14" fmla="*/ 81 w 124"/>
                  <a:gd name="T15" fmla="*/ 84 h 92"/>
                  <a:gd name="T16" fmla="*/ 43 w 124"/>
                  <a:gd name="T17" fmla="*/ 84 h 92"/>
                  <a:gd name="T18" fmla="*/ 0 w 124"/>
                  <a:gd name="T19" fmla="*/ 83 h 92"/>
                  <a:gd name="T20" fmla="*/ 19 w 124"/>
                  <a:gd name="T21" fmla="*/ 76 h 92"/>
                  <a:gd name="T22" fmla="*/ 54 w 124"/>
                  <a:gd name="T23" fmla="*/ 81 h 92"/>
                  <a:gd name="T24" fmla="*/ 53 w 124"/>
                  <a:gd name="T25" fmla="*/ 62 h 92"/>
                  <a:gd name="T26" fmla="*/ 44 w 124"/>
                  <a:gd name="T27" fmla="*/ 55 h 92"/>
                  <a:gd name="T28" fmla="*/ 30 w 124"/>
                  <a:gd name="T29" fmla="*/ 66 h 92"/>
                  <a:gd name="T30" fmla="*/ 24 w 124"/>
                  <a:gd name="T31" fmla="*/ 55 h 92"/>
                  <a:gd name="T32" fmla="*/ 10 w 124"/>
                  <a:gd name="T33" fmla="*/ 66 h 92"/>
                  <a:gd name="T34" fmla="*/ 4 w 124"/>
                  <a:gd name="T35" fmla="*/ 56 h 92"/>
                  <a:gd name="T36" fmla="*/ 20 w 124"/>
                  <a:gd name="T37" fmla="*/ 47 h 92"/>
                  <a:gd name="T38" fmla="*/ 45 w 124"/>
                  <a:gd name="T39" fmla="*/ 35 h 92"/>
                  <a:gd name="T40" fmla="*/ 79 w 124"/>
                  <a:gd name="T41" fmla="*/ 35 h 92"/>
                  <a:gd name="T42" fmla="*/ 107 w 124"/>
                  <a:gd name="T43" fmla="*/ 53 h 92"/>
                  <a:gd name="T44" fmla="*/ 120 w 124"/>
                  <a:gd name="T45" fmla="*/ 62 h 92"/>
                  <a:gd name="T46" fmla="*/ 47 w 124"/>
                  <a:gd name="T47" fmla="*/ 47 h 92"/>
                  <a:gd name="T48" fmla="*/ 60 w 124"/>
                  <a:gd name="T49" fmla="*/ 37 h 92"/>
                  <a:gd name="T50" fmla="*/ 65 w 124"/>
                  <a:gd name="T51" fmla="*/ 48 h 92"/>
                  <a:gd name="T52" fmla="*/ 66 w 124"/>
                  <a:gd name="T53" fmla="*/ 55 h 92"/>
                  <a:gd name="T54" fmla="*/ 62 w 124"/>
                  <a:gd name="T55" fmla="*/ 17 h 92"/>
                  <a:gd name="T56" fmla="*/ 90 w 124"/>
                  <a:gd name="T57" fmla="*/ 35 h 92"/>
                  <a:gd name="T58" fmla="*/ 88 w 124"/>
                  <a:gd name="T59" fmla="*/ 54 h 92"/>
                  <a:gd name="T60" fmla="*/ 90 w 124"/>
                  <a:gd name="T61" fmla="*/ 35 h 92"/>
                  <a:gd name="T62" fmla="*/ 29 w 124"/>
                  <a:gd name="T63" fmla="*/ 47 h 92"/>
                  <a:gd name="T64" fmla="*/ 41 w 124"/>
                  <a:gd name="T65" fmla="*/ 42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24" h="92">
                    <a:moveTo>
                      <a:pt x="112" y="62"/>
                    </a:moveTo>
                    <a:cubicBezTo>
                      <a:pt x="114" y="68"/>
                      <a:pt x="114" y="68"/>
                      <a:pt x="114" y="68"/>
                    </a:cubicBezTo>
                    <a:cubicBezTo>
                      <a:pt x="105" y="68"/>
                      <a:pt x="105" y="68"/>
                      <a:pt x="105" y="68"/>
                    </a:cubicBezTo>
                    <a:cubicBezTo>
                      <a:pt x="103" y="62"/>
                      <a:pt x="103" y="62"/>
                      <a:pt x="103" y="62"/>
                    </a:cubicBezTo>
                    <a:cubicBezTo>
                      <a:pt x="92" y="62"/>
                      <a:pt x="92" y="62"/>
                      <a:pt x="92" y="62"/>
                    </a:cubicBezTo>
                    <a:cubicBezTo>
                      <a:pt x="95" y="68"/>
                      <a:pt x="95" y="68"/>
                      <a:pt x="95" y="68"/>
                    </a:cubicBezTo>
                    <a:cubicBezTo>
                      <a:pt x="86" y="68"/>
                      <a:pt x="86" y="68"/>
                      <a:pt x="86" y="68"/>
                    </a:cubicBezTo>
                    <a:cubicBezTo>
                      <a:pt x="83" y="62"/>
                      <a:pt x="83" y="62"/>
                      <a:pt x="83" y="62"/>
                    </a:cubicBezTo>
                    <a:cubicBezTo>
                      <a:pt x="67" y="62"/>
                      <a:pt x="67" y="62"/>
                      <a:pt x="67" y="62"/>
                    </a:cubicBezTo>
                    <a:cubicBezTo>
                      <a:pt x="70" y="81"/>
                      <a:pt x="70" y="81"/>
                      <a:pt x="70" y="81"/>
                    </a:cubicBezTo>
                    <a:cubicBezTo>
                      <a:pt x="70" y="81"/>
                      <a:pt x="73" y="83"/>
                      <a:pt x="81" y="77"/>
                    </a:cubicBezTo>
                    <a:cubicBezTo>
                      <a:pt x="81" y="77"/>
                      <a:pt x="92" y="88"/>
                      <a:pt x="104" y="76"/>
                    </a:cubicBezTo>
                    <a:cubicBezTo>
                      <a:pt x="104" y="76"/>
                      <a:pt x="112" y="85"/>
                      <a:pt x="122" y="77"/>
                    </a:cubicBezTo>
                    <a:cubicBezTo>
                      <a:pt x="124" y="83"/>
                      <a:pt x="124" y="83"/>
                      <a:pt x="124" y="83"/>
                    </a:cubicBezTo>
                    <a:cubicBezTo>
                      <a:pt x="124" y="83"/>
                      <a:pt x="115" y="90"/>
                      <a:pt x="104" y="84"/>
                    </a:cubicBezTo>
                    <a:cubicBezTo>
                      <a:pt x="104" y="84"/>
                      <a:pt x="92" y="92"/>
                      <a:pt x="81" y="84"/>
                    </a:cubicBezTo>
                    <a:cubicBezTo>
                      <a:pt x="81" y="84"/>
                      <a:pt x="70" y="92"/>
                      <a:pt x="62" y="84"/>
                    </a:cubicBezTo>
                    <a:cubicBezTo>
                      <a:pt x="62" y="84"/>
                      <a:pt x="56" y="92"/>
                      <a:pt x="43" y="84"/>
                    </a:cubicBezTo>
                    <a:cubicBezTo>
                      <a:pt x="43" y="84"/>
                      <a:pt x="33" y="92"/>
                      <a:pt x="19" y="83"/>
                    </a:cubicBezTo>
                    <a:cubicBezTo>
                      <a:pt x="19" y="83"/>
                      <a:pt x="10" y="90"/>
                      <a:pt x="0" y="83"/>
                    </a:cubicBezTo>
                    <a:cubicBezTo>
                      <a:pt x="2" y="78"/>
                      <a:pt x="2" y="78"/>
                      <a:pt x="2" y="78"/>
                    </a:cubicBezTo>
                    <a:cubicBezTo>
                      <a:pt x="2" y="78"/>
                      <a:pt x="11" y="85"/>
                      <a:pt x="19" y="76"/>
                    </a:cubicBezTo>
                    <a:cubicBezTo>
                      <a:pt x="19" y="76"/>
                      <a:pt x="30" y="88"/>
                      <a:pt x="43" y="77"/>
                    </a:cubicBezTo>
                    <a:cubicBezTo>
                      <a:pt x="43" y="77"/>
                      <a:pt x="50" y="82"/>
                      <a:pt x="54" y="81"/>
                    </a:cubicBezTo>
                    <a:cubicBezTo>
                      <a:pt x="57" y="62"/>
                      <a:pt x="57" y="62"/>
                      <a:pt x="57" y="62"/>
                    </a:cubicBezTo>
                    <a:cubicBezTo>
                      <a:pt x="53" y="62"/>
                      <a:pt x="53" y="62"/>
                      <a:pt x="53" y="62"/>
                    </a:cubicBezTo>
                    <a:cubicBezTo>
                      <a:pt x="58" y="55"/>
                      <a:pt x="58" y="55"/>
                      <a:pt x="58" y="55"/>
                    </a:cubicBezTo>
                    <a:cubicBezTo>
                      <a:pt x="44" y="55"/>
                      <a:pt x="44" y="55"/>
                      <a:pt x="44" y="55"/>
                    </a:cubicBezTo>
                    <a:cubicBezTo>
                      <a:pt x="39" y="66"/>
                      <a:pt x="39" y="66"/>
                      <a:pt x="39" y="66"/>
                    </a:cubicBezTo>
                    <a:cubicBezTo>
                      <a:pt x="30" y="66"/>
                      <a:pt x="30" y="66"/>
                      <a:pt x="30" y="66"/>
                    </a:cubicBezTo>
                    <a:cubicBezTo>
                      <a:pt x="35" y="55"/>
                      <a:pt x="35" y="55"/>
                      <a:pt x="35" y="55"/>
                    </a:cubicBezTo>
                    <a:cubicBezTo>
                      <a:pt x="24" y="55"/>
                      <a:pt x="24" y="55"/>
                      <a:pt x="24" y="55"/>
                    </a:cubicBezTo>
                    <a:cubicBezTo>
                      <a:pt x="19" y="66"/>
                      <a:pt x="19" y="66"/>
                      <a:pt x="19" y="66"/>
                    </a:cubicBezTo>
                    <a:cubicBezTo>
                      <a:pt x="10" y="66"/>
                      <a:pt x="10" y="66"/>
                      <a:pt x="10" y="66"/>
                    </a:cubicBezTo>
                    <a:cubicBezTo>
                      <a:pt x="15" y="55"/>
                      <a:pt x="15" y="55"/>
                      <a:pt x="15" y="55"/>
                    </a:cubicBezTo>
                    <a:cubicBezTo>
                      <a:pt x="4" y="56"/>
                      <a:pt x="4" y="56"/>
                      <a:pt x="4" y="5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20" y="47"/>
                      <a:pt x="20" y="47"/>
                      <a:pt x="20" y="47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45" y="35"/>
                      <a:pt x="45" y="35"/>
                      <a:pt x="45" y="35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79" y="35"/>
                      <a:pt x="79" y="35"/>
                      <a:pt x="79" y="35"/>
                    </a:cubicBezTo>
                    <a:cubicBezTo>
                      <a:pt x="92" y="22"/>
                      <a:pt x="92" y="22"/>
                      <a:pt x="92" y="22"/>
                    </a:cubicBezTo>
                    <a:cubicBezTo>
                      <a:pt x="107" y="53"/>
                      <a:pt x="107" y="53"/>
                      <a:pt x="107" y="53"/>
                    </a:cubicBezTo>
                    <a:cubicBezTo>
                      <a:pt x="120" y="53"/>
                      <a:pt x="120" y="53"/>
                      <a:pt x="120" y="53"/>
                    </a:cubicBezTo>
                    <a:cubicBezTo>
                      <a:pt x="120" y="62"/>
                      <a:pt x="120" y="62"/>
                      <a:pt x="120" y="62"/>
                    </a:cubicBezTo>
                    <a:cubicBezTo>
                      <a:pt x="112" y="62"/>
                      <a:pt x="112" y="62"/>
                      <a:pt x="112" y="62"/>
                    </a:cubicBezTo>
                    <a:close/>
                    <a:moveTo>
                      <a:pt x="47" y="47"/>
                    </a:moveTo>
                    <a:cubicBezTo>
                      <a:pt x="58" y="48"/>
                      <a:pt x="58" y="48"/>
                      <a:pt x="58" y="48"/>
                    </a:cubicBezTo>
                    <a:cubicBezTo>
                      <a:pt x="60" y="37"/>
                      <a:pt x="60" y="37"/>
                      <a:pt x="60" y="37"/>
                    </a:cubicBezTo>
                    <a:cubicBezTo>
                      <a:pt x="64" y="37"/>
                      <a:pt x="64" y="37"/>
                      <a:pt x="64" y="37"/>
                    </a:cubicBezTo>
                    <a:cubicBezTo>
                      <a:pt x="65" y="48"/>
                      <a:pt x="65" y="48"/>
                      <a:pt x="65" y="48"/>
                    </a:cubicBezTo>
                    <a:cubicBezTo>
                      <a:pt x="71" y="48"/>
                      <a:pt x="71" y="48"/>
                      <a:pt x="71" y="48"/>
                    </a:cubicBezTo>
                    <a:cubicBezTo>
                      <a:pt x="66" y="55"/>
                      <a:pt x="66" y="55"/>
                      <a:pt x="66" y="55"/>
                    </a:cubicBezTo>
                    <a:cubicBezTo>
                      <a:pt x="79" y="54"/>
                      <a:pt x="79" y="54"/>
                      <a:pt x="79" y="54"/>
                    </a:cubicBezTo>
                    <a:cubicBezTo>
                      <a:pt x="62" y="17"/>
                      <a:pt x="62" y="17"/>
                      <a:pt x="62" y="17"/>
                    </a:cubicBezTo>
                    <a:cubicBezTo>
                      <a:pt x="47" y="47"/>
                      <a:pt x="47" y="47"/>
                      <a:pt x="47" y="47"/>
                    </a:cubicBezTo>
                    <a:close/>
                    <a:moveTo>
                      <a:pt x="90" y="35"/>
                    </a:moveTo>
                    <a:cubicBezTo>
                      <a:pt x="83" y="42"/>
                      <a:pt x="83" y="42"/>
                      <a:pt x="83" y="42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99" y="54"/>
                      <a:pt x="99" y="54"/>
                      <a:pt x="99" y="54"/>
                    </a:cubicBezTo>
                    <a:cubicBezTo>
                      <a:pt x="90" y="35"/>
                      <a:pt x="90" y="35"/>
                      <a:pt x="90" y="35"/>
                    </a:cubicBezTo>
                    <a:close/>
                    <a:moveTo>
                      <a:pt x="34" y="35"/>
                    </a:moveTo>
                    <a:cubicBezTo>
                      <a:pt x="29" y="47"/>
                      <a:pt x="29" y="47"/>
                      <a:pt x="29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41" y="42"/>
                      <a:pt x="41" y="42"/>
                      <a:pt x="41" y="42"/>
                    </a:cubicBezTo>
                    <a:lnTo>
                      <a:pt x="34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7" name="îṡ1íḓè">
                <a:extLst>
                  <a:ext uri="{FF2B5EF4-FFF2-40B4-BE49-F238E27FC236}">
                    <a16:creationId xmlns:a16="http://schemas.microsoft.com/office/drawing/2014/main" id="{34EE4143-C8BE-463F-BDAE-827CCA818386}"/>
                  </a:ext>
                </a:extLst>
              </p:cNvPr>
              <p:cNvSpPr/>
              <p:nvPr/>
            </p:nvSpPr>
            <p:spPr bwMode="auto">
              <a:xfrm>
                <a:off x="5375275" y="3316288"/>
                <a:ext cx="88900" cy="58738"/>
              </a:xfrm>
              <a:custGeom>
                <a:avLst/>
                <a:gdLst>
                  <a:gd name="T0" fmla="*/ 2 w 27"/>
                  <a:gd name="T1" fmla="*/ 7 h 18"/>
                  <a:gd name="T2" fmla="*/ 4 w 27"/>
                  <a:gd name="T3" fmla="*/ 12 h 18"/>
                  <a:gd name="T4" fmla="*/ 6 w 27"/>
                  <a:gd name="T5" fmla="*/ 10 h 18"/>
                  <a:gd name="T6" fmla="*/ 5 w 27"/>
                  <a:gd name="T7" fmla="*/ 8 h 18"/>
                  <a:gd name="T8" fmla="*/ 2 w 27"/>
                  <a:gd name="T9" fmla="*/ 7 h 18"/>
                  <a:gd name="T10" fmla="*/ 4 w 27"/>
                  <a:gd name="T11" fmla="*/ 13 h 18"/>
                  <a:gd name="T12" fmla="*/ 1 w 27"/>
                  <a:gd name="T13" fmla="*/ 10 h 18"/>
                  <a:gd name="T14" fmla="*/ 3 w 27"/>
                  <a:gd name="T15" fmla="*/ 2 h 18"/>
                  <a:gd name="T16" fmla="*/ 9 w 27"/>
                  <a:gd name="T17" fmla="*/ 11 h 18"/>
                  <a:gd name="T18" fmla="*/ 9 w 27"/>
                  <a:gd name="T19" fmla="*/ 8 h 18"/>
                  <a:gd name="T20" fmla="*/ 10 w 27"/>
                  <a:gd name="T21" fmla="*/ 6 h 18"/>
                  <a:gd name="T22" fmla="*/ 12 w 27"/>
                  <a:gd name="T23" fmla="*/ 6 h 18"/>
                  <a:gd name="T24" fmla="*/ 10 w 27"/>
                  <a:gd name="T25" fmla="*/ 5 h 18"/>
                  <a:gd name="T26" fmla="*/ 10 w 27"/>
                  <a:gd name="T27" fmla="*/ 3 h 18"/>
                  <a:gd name="T28" fmla="*/ 12 w 27"/>
                  <a:gd name="T29" fmla="*/ 3 h 18"/>
                  <a:gd name="T30" fmla="*/ 20 w 27"/>
                  <a:gd name="T31" fmla="*/ 7 h 18"/>
                  <a:gd name="T32" fmla="*/ 21 w 27"/>
                  <a:gd name="T33" fmla="*/ 7 h 18"/>
                  <a:gd name="T34" fmla="*/ 21 w 27"/>
                  <a:gd name="T35" fmla="*/ 5 h 18"/>
                  <a:gd name="T36" fmla="*/ 18 w 27"/>
                  <a:gd name="T37" fmla="*/ 3 h 18"/>
                  <a:gd name="T38" fmla="*/ 17 w 27"/>
                  <a:gd name="T39" fmla="*/ 1 h 18"/>
                  <a:gd name="T40" fmla="*/ 19 w 27"/>
                  <a:gd name="T41" fmla="*/ 0 h 18"/>
                  <a:gd name="T42" fmla="*/ 20 w 27"/>
                  <a:gd name="T43" fmla="*/ 1 h 18"/>
                  <a:gd name="T44" fmla="*/ 19 w 27"/>
                  <a:gd name="T45" fmla="*/ 2 h 18"/>
                  <a:gd name="T46" fmla="*/ 22 w 27"/>
                  <a:gd name="T47" fmla="*/ 5 h 18"/>
                  <a:gd name="T48" fmla="*/ 23 w 27"/>
                  <a:gd name="T49" fmla="*/ 5 h 18"/>
                  <a:gd name="T50" fmla="*/ 24 w 27"/>
                  <a:gd name="T51" fmla="*/ 7 h 18"/>
                  <a:gd name="T52" fmla="*/ 26 w 27"/>
                  <a:gd name="T53" fmla="*/ 8 h 18"/>
                  <a:gd name="T54" fmla="*/ 27 w 27"/>
                  <a:gd name="T55" fmla="*/ 9 h 18"/>
                  <a:gd name="T56" fmla="*/ 27 w 27"/>
                  <a:gd name="T57" fmla="*/ 11 h 18"/>
                  <a:gd name="T58" fmla="*/ 21 w 27"/>
                  <a:gd name="T59" fmla="*/ 9 h 18"/>
                  <a:gd name="T60" fmla="*/ 19 w 27"/>
                  <a:gd name="T61" fmla="*/ 8 h 18"/>
                  <a:gd name="T62" fmla="*/ 17 w 27"/>
                  <a:gd name="T63" fmla="*/ 8 h 18"/>
                  <a:gd name="T64" fmla="*/ 14 w 27"/>
                  <a:gd name="T65" fmla="*/ 6 h 18"/>
                  <a:gd name="T66" fmla="*/ 15 w 27"/>
                  <a:gd name="T67" fmla="*/ 9 h 18"/>
                  <a:gd name="T68" fmla="*/ 11 w 27"/>
                  <a:gd name="T69" fmla="*/ 8 h 18"/>
                  <a:gd name="T70" fmla="*/ 9 w 27"/>
                  <a:gd name="T71" fmla="*/ 12 h 18"/>
                  <a:gd name="T72" fmla="*/ 9 w 27"/>
                  <a:gd name="T73" fmla="*/ 15 h 18"/>
                  <a:gd name="T74" fmla="*/ 7 w 27"/>
                  <a:gd name="T75" fmla="*/ 16 h 18"/>
                  <a:gd name="T76" fmla="*/ 7 w 27"/>
                  <a:gd name="T77" fmla="*/ 15 h 18"/>
                  <a:gd name="T78" fmla="*/ 7 w 27"/>
                  <a:gd name="T79" fmla="*/ 13 h 18"/>
                  <a:gd name="T80" fmla="*/ 6 w 27"/>
                  <a:gd name="T81" fmla="*/ 13 h 18"/>
                  <a:gd name="T82" fmla="*/ 4 w 27"/>
                  <a:gd name="T83" fmla="*/ 13 h 18"/>
                  <a:gd name="T84" fmla="*/ 25 w 27"/>
                  <a:gd name="T85" fmla="*/ 9 h 18"/>
                  <a:gd name="T86" fmla="*/ 24 w 27"/>
                  <a:gd name="T87" fmla="*/ 8 h 18"/>
                  <a:gd name="T88" fmla="*/ 23 w 27"/>
                  <a:gd name="T89" fmla="*/ 8 h 18"/>
                  <a:gd name="T90" fmla="*/ 25 w 27"/>
                  <a:gd name="T91" fmla="*/ 9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27" h="18">
                    <a:moveTo>
                      <a:pt x="2" y="7"/>
                    </a:moveTo>
                    <a:cubicBezTo>
                      <a:pt x="2" y="7"/>
                      <a:pt x="1" y="12"/>
                      <a:pt x="4" y="12"/>
                    </a:cubicBezTo>
                    <a:cubicBezTo>
                      <a:pt x="4" y="12"/>
                      <a:pt x="8" y="12"/>
                      <a:pt x="6" y="10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2" y="5"/>
                      <a:pt x="2" y="7"/>
                    </a:cubicBezTo>
                    <a:close/>
                    <a:moveTo>
                      <a:pt x="4" y="13"/>
                    </a:moveTo>
                    <a:cubicBezTo>
                      <a:pt x="0" y="13"/>
                      <a:pt x="1" y="10"/>
                      <a:pt x="1" y="10"/>
                    </a:cubicBezTo>
                    <a:cubicBezTo>
                      <a:pt x="2" y="2"/>
                      <a:pt x="3" y="2"/>
                      <a:pt x="3" y="2"/>
                    </a:cubicBezTo>
                    <a:cubicBezTo>
                      <a:pt x="9" y="7"/>
                      <a:pt x="9" y="11"/>
                      <a:pt x="9" y="11"/>
                    </a:cubicBezTo>
                    <a:cubicBezTo>
                      <a:pt x="10" y="10"/>
                      <a:pt x="9" y="8"/>
                      <a:pt x="9" y="8"/>
                    </a:cubicBezTo>
                    <a:cubicBezTo>
                      <a:pt x="8" y="6"/>
                      <a:pt x="10" y="6"/>
                      <a:pt x="10" y="6"/>
                    </a:cubicBezTo>
                    <a:cubicBezTo>
                      <a:pt x="11" y="7"/>
                      <a:pt x="12" y="6"/>
                      <a:pt x="12" y="6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0" y="4"/>
                      <a:pt x="10" y="3"/>
                      <a:pt x="10" y="3"/>
                    </a:cubicBezTo>
                    <a:cubicBezTo>
                      <a:pt x="11" y="2"/>
                      <a:pt x="12" y="3"/>
                      <a:pt x="12" y="3"/>
                    </a:cubicBezTo>
                    <a:cubicBezTo>
                      <a:pt x="12" y="4"/>
                      <a:pt x="20" y="7"/>
                      <a:pt x="20" y="7"/>
                    </a:cubicBezTo>
                    <a:cubicBezTo>
                      <a:pt x="21" y="8"/>
                      <a:pt x="21" y="7"/>
                      <a:pt x="21" y="7"/>
                    </a:cubicBezTo>
                    <a:cubicBezTo>
                      <a:pt x="21" y="7"/>
                      <a:pt x="21" y="5"/>
                      <a:pt x="21" y="5"/>
                    </a:cubicBezTo>
                    <a:cubicBezTo>
                      <a:pt x="21" y="5"/>
                      <a:pt x="18" y="3"/>
                      <a:pt x="18" y="3"/>
                    </a:cubicBezTo>
                    <a:cubicBezTo>
                      <a:pt x="16" y="3"/>
                      <a:pt x="17" y="1"/>
                      <a:pt x="17" y="1"/>
                    </a:cubicBezTo>
                    <a:cubicBezTo>
                      <a:pt x="17" y="1"/>
                      <a:pt x="19" y="0"/>
                      <a:pt x="19" y="0"/>
                    </a:cubicBezTo>
                    <a:cubicBezTo>
                      <a:pt x="21" y="0"/>
                      <a:pt x="20" y="1"/>
                      <a:pt x="20" y="1"/>
                    </a:cubicBezTo>
                    <a:cubicBezTo>
                      <a:pt x="18" y="2"/>
                      <a:pt x="19" y="2"/>
                      <a:pt x="19" y="2"/>
                    </a:cubicBezTo>
                    <a:cubicBezTo>
                      <a:pt x="22" y="5"/>
                      <a:pt x="22" y="5"/>
                      <a:pt x="22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3" y="7"/>
                      <a:pt x="24" y="7"/>
                      <a:pt x="24" y="7"/>
                    </a:cubicBezTo>
                    <a:cubicBezTo>
                      <a:pt x="26" y="8"/>
                      <a:pt x="26" y="8"/>
                      <a:pt x="26" y="8"/>
                    </a:cubicBezTo>
                    <a:cubicBezTo>
                      <a:pt x="27" y="9"/>
                      <a:pt x="27" y="9"/>
                      <a:pt x="27" y="9"/>
                    </a:cubicBezTo>
                    <a:cubicBezTo>
                      <a:pt x="27" y="9"/>
                      <a:pt x="27" y="11"/>
                      <a:pt x="27" y="11"/>
                    </a:cubicBezTo>
                    <a:cubicBezTo>
                      <a:pt x="22" y="11"/>
                      <a:pt x="21" y="9"/>
                      <a:pt x="21" y="9"/>
                    </a:cubicBezTo>
                    <a:cubicBezTo>
                      <a:pt x="19" y="9"/>
                      <a:pt x="19" y="8"/>
                      <a:pt x="19" y="8"/>
                    </a:cubicBezTo>
                    <a:cubicBezTo>
                      <a:pt x="18" y="8"/>
                      <a:pt x="17" y="8"/>
                      <a:pt x="17" y="8"/>
                    </a:cubicBezTo>
                    <a:cubicBezTo>
                      <a:pt x="17" y="7"/>
                      <a:pt x="15" y="6"/>
                      <a:pt x="14" y="6"/>
                    </a:cubicBezTo>
                    <a:cubicBezTo>
                      <a:pt x="16" y="8"/>
                      <a:pt x="15" y="9"/>
                      <a:pt x="15" y="9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1" y="12"/>
                      <a:pt x="9" y="12"/>
                      <a:pt x="9" y="12"/>
                    </a:cubicBezTo>
                    <a:cubicBezTo>
                      <a:pt x="9" y="15"/>
                      <a:pt x="9" y="15"/>
                      <a:pt x="9" y="15"/>
                    </a:cubicBezTo>
                    <a:cubicBezTo>
                      <a:pt x="8" y="18"/>
                      <a:pt x="7" y="16"/>
                      <a:pt x="7" y="16"/>
                    </a:cubicBezTo>
                    <a:cubicBezTo>
                      <a:pt x="6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2"/>
                      <a:pt x="6" y="13"/>
                      <a:pt x="6" y="13"/>
                    </a:cubicBezTo>
                    <a:cubicBezTo>
                      <a:pt x="4" y="13"/>
                      <a:pt x="4" y="13"/>
                      <a:pt x="4" y="13"/>
                    </a:cubicBezTo>
                    <a:close/>
                    <a:moveTo>
                      <a:pt x="25" y="9"/>
                    </a:moveTo>
                    <a:cubicBezTo>
                      <a:pt x="24" y="8"/>
                      <a:pt x="24" y="8"/>
                      <a:pt x="24" y="8"/>
                    </a:cubicBezTo>
                    <a:cubicBezTo>
                      <a:pt x="24" y="8"/>
                      <a:pt x="23" y="8"/>
                      <a:pt x="23" y="8"/>
                    </a:cubicBezTo>
                    <a:cubicBezTo>
                      <a:pt x="22" y="8"/>
                      <a:pt x="25" y="9"/>
                      <a:pt x="25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8" name="ïṩliḑé">
                <a:extLst>
                  <a:ext uri="{FF2B5EF4-FFF2-40B4-BE49-F238E27FC236}">
                    <a16:creationId xmlns:a16="http://schemas.microsoft.com/office/drawing/2014/main" id="{377801C3-8F19-4720-B7CE-9333FBE3FE4B}"/>
                  </a:ext>
                </a:extLst>
              </p:cNvPr>
              <p:cNvSpPr/>
              <p:nvPr/>
            </p:nvSpPr>
            <p:spPr bwMode="auto">
              <a:xfrm>
                <a:off x="5249863" y="3201988"/>
                <a:ext cx="26988" cy="23813"/>
              </a:xfrm>
              <a:custGeom>
                <a:avLst/>
                <a:gdLst>
                  <a:gd name="T0" fmla="*/ 2 w 8"/>
                  <a:gd name="T1" fmla="*/ 6 h 7"/>
                  <a:gd name="T2" fmla="*/ 5 w 8"/>
                  <a:gd name="T3" fmla="*/ 2 h 7"/>
                  <a:gd name="T4" fmla="*/ 6 w 8"/>
                  <a:gd name="T5" fmla="*/ 2 h 7"/>
                  <a:gd name="T6" fmla="*/ 6 w 8"/>
                  <a:gd name="T7" fmla="*/ 6 h 7"/>
                  <a:gd name="T8" fmla="*/ 2 w 8"/>
                  <a:gd name="T9" fmla="*/ 7 h 7"/>
                  <a:gd name="T10" fmla="*/ 2 w 8"/>
                  <a:gd name="T11" fmla="*/ 6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7">
                    <a:moveTo>
                      <a:pt x="2" y="6"/>
                    </a:moveTo>
                    <a:cubicBezTo>
                      <a:pt x="3" y="6"/>
                      <a:pt x="5" y="2"/>
                      <a:pt x="5" y="2"/>
                    </a:cubicBezTo>
                    <a:cubicBezTo>
                      <a:pt x="5" y="0"/>
                      <a:pt x="6" y="2"/>
                      <a:pt x="6" y="2"/>
                    </a:cubicBezTo>
                    <a:cubicBezTo>
                      <a:pt x="8" y="4"/>
                      <a:pt x="6" y="6"/>
                      <a:pt x="6" y="6"/>
                    </a:cubicBezTo>
                    <a:cubicBezTo>
                      <a:pt x="5" y="6"/>
                      <a:pt x="2" y="7"/>
                      <a:pt x="2" y="7"/>
                    </a:cubicBezTo>
                    <a:cubicBezTo>
                      <a:pt x="0" y="7"/>
                      <a:pt x="2" y="6"/>
                      <a:pt x="2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9" name="îSľíḓê">
                <a:extLst>
                  <a:ext uri="{FF2B5EF4-FFF2-40B4-BE49-F238E27FC236}">
                    <a16:creationId xmlns:a16="http://schemas.microsoft.com/office/drawing/2014/main" id="{E0289DD6-CB93-48DE-8D9B-2717278C25A8}"/>
                  </a:ext>
                </a:extLst>
              </p:cNvPr>
              <p:cNvSpPr/>
              <p:nvPr/>
            </p:nvSpPr>
            <p:spPr bwMode="auto">
              <a:xfrm>
                <a:off x="5207000" y="3162301"/>
                <a:ext cx="85725" cy="39688"/>
              </a:xfrm>
              <a:custGeom>
                <a:avLst/>
                <a:gdLst>
                  <a:gd name="T0" fmla="*/ 16 w 26"/>
                  <a:gd name="T1" fmla="*/ 1 h 12"/>
                  <a:gd name="T2" fmla="*/ 17 w 26"/>
                  <a:gd name="T3" fmla="*/ 2 h 12"/>
                  <a:gd name="T4" fmla="*/ 15 w 26"/>
                  <a:gd name="T5" fmla="*/ 4 h 12"/>
                  <a:gd name="T6" fmla="*/ 20 w 26"/>
                  <a:gd name="T7" fmla="*/ 3 h 12"/>
                  <a:gd name="T8" fmla="*/ 20 w 26"/>
                  <a:gd name="T9" fmla="*/ 3 h 12"/>
                  <a:gd name="T10" fmla="*/ 21 w 26"/>
                  <a:gd name="T11" fmla="*/ 0 h 12"/>
                  <a:gd name="T12" fmla="*/ 22 w 26"/>
                  <a:gd name="T13" fmla="*/ 1 h 12"/>
                  <a:gd name="T14" fmla="*/ 23 w 26"/>
                  <a:gd name="T15" fmla="*/ 4 h 12"/>
                  <a:gd name="T16" fmla="*/ 25 w 26"/>
                  <a:gd name="T17" fmla="*/ 4 h 12"/>
                  <a:gd name="T18" fmla="*/ 26 w 26"/>
                  <a:gd name="T19" fmla="*/ 4 h 12"/>
                  <a:gd name="T20" fmla="*/ 26 w 26"/>
                  <a:gd name="T21" fmla="*/ 6 h 12"/>
                  <a:gd name="T22" fmla="*/ 22 w 26"/>
                  <a:gd name="T23" fmla="*/ 6 h 12"/>
                  <a:gd name="T24" fmla="*/ 11 w 26"/>
                  <a:gd name="T25" fmla="*/ 11 h 12"/>
                  <a:gd name="T26" fmla="*/ 3 w 26"/>
                  <a:gd name="T27" fmla="*/ 12 h 12"/>
                  <a:gd name="T28" fmla="*/ 2 w 26"/>
                  <a:gd name="T29" fmla="*/ 11 h 12"/>
                  <a:gd name="T30" fmla="*/ 12 w 26"/>
                  <a:gd name="T31" fmla="*/ 8 h 12"/>
                  <a:gd name="T32" fmla="*/ 15 w 26"/>
                  <a:gd name="T33" fmla="*/ 7 h 12"/>
                  <a:gd name="T34" fmla="*/ 13 w 26"/>
                  <a:gd name="T35" fmla="*/ 5 h 12"/>
                  <a:gd name="T36" fmla="*/ 16 w 26"/>
                  <a:gd name="T37" fmla="*/ 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6" h="12">
                    <a:moveTo>
                      <a:pt x="16" y="1"/>
                    </a:moveTo>
                    <a:cubicBezTo>
                      <a:pt x="16" y="1"/>
                      <a:pt x="17" y="1"/>
                      <a:pt x="17" y="2"/>
                    </a:cubicBezTo>
                    <a:cubicBezTo>
                      <a:pt x="17" y="2"/>
                      <a:pt x="15" y="2"/>
                      <a:pt x="15" y="4"/>
                    </a:cubicBezTo>
                    <a:cubicBezTo>
                      <a:pt x="20" y="3"/>
                      <a:pt x="20" y="3"/>
                      <a:pt x="20" y="3"/>
                    </a:cubicBezTo>
                    <a:cubicBezTo>
                      <a:pt x="20" y="3"/>
                      <a:pt x="20" y="3"/>
                      <a:pt x="20" y="3"/>
                    </a:cubicBezTo>
                    <a:cubicBezTo>
                      <a:pt x="20" y="3"/>
                      <a:pt x="21" y="1"/>
                      <a:pt x="21" y="0"/>
                    </a:cubicBezTo>
                    <a:cubicBezTo>
                      <a:pt x="21" y="0"/>
                      <a:pt x="22" y="0"/>
                      <a:pt x="22" y="1"/>
                    </a:cubicBezTo>
                    <a:cubicBezTo>
                      <a:pt x="22" y="1"/>
                      <a:pt x="23" y="3"/>
                      <a:pt x="23" y="4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4"/>
                      <a:pt x="26" y="4"/>
                      <a:pt x="26" y="4"/>
                    </a:cubicBezTo>
                    <a:cubicBezTo>
                      <a:pt x="26" y="6"/>
                      <a:pt x="26" y="6"/>
                      <a:pt x="26" y="6"/>
                    </a:cubicBezTo>
                    <a:cubicBezTo>
                      <a:pt x="26" y="6"/>
                      <a:pt x="24" y="6"/>
                      <a:pt x="22" y="6"/>
                    </a:cubicBezTo>
                    <a:cubicBezTo>
                      <a:pt x="22" y="6"/>
                      <a:pt x="21" y="8"/>
                      <a:pt x="11" y="11"/>
                    </a:cubicBezTo>
                    <a:cubicBezTo>
                      <a:pt x="11" y="11"/>
                      <a:pt x="4" y="12"/>
                      <a:pt x="3" y="12"/>
                    </a:cubicBezTo>
                    <a:cubicBezTo>
                      <a:pt x="3" y="12"/>
                      <a:pt x="0" y="11"/>
                      <a:pt x="2" y="11"/>
                    </a:cubicBezTo>
                    <a:cubicBezTo>
                      <a:pt x="2" y="11"/>
                      <a:pt x="8" y="11"/>
                      <a:pt x="12" y="8"/>
                    </a:cubicBezTo>
                    <a:cubicBezTo>
                      <a:pt x="12" y="8"/>
                      <a:pt x="15" y="7"/>
                      <a:pt x="15" y="7"/>
                    </a:cubicBezTo>
                    <a:cubicBezTo>
                      <a:pt x="15" y="7"/>
                      <a:pt x="13" y="6"/>
                      <a:pt x="13" y="5"/>
                    </a:cubicBezTo>
                    <a:cubicBezTo>
                      <a:pt x="13" y="5"/>
                      <a:pt x="14" y="2"/>
                      <a:pt x="1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0" name="íṧļïḋé">
                <a:extLst>
                  <a:ext uri="{FF2B5EF4-FFF2-40B4-BE49-F238E27FC236}">
                    <a16:creationId xmlns:a16="http://schemas.microsoft.com/office/drawing/2014/main" id="{F29B1D7E-8DD7-4832-ACF4-E57068D66362}"/>
                  </a:ext>
                </a:extLst>
              </p:cNvPr>
              <p:cNvSpPr/>
              <p:nvPr/>
            </p:nvSpPr>
            <p:spPr bwMode="auto">
              <a:xfrm>
                <a:off x="5041900" y="3201988"/>
                <a:ext cx="15875" cy="14288"/>
              </a:xfrm>
              <a:custGeom>
                <a:avLst/>
                <a:gdLst>
                  <a:gd name="T0" fmla="*/ 5 w 5"/>
                  <a:gd name="T1" fmla="*/ 1 h 4"/>
                  <a:gd name="T2" fmla="*/ 5 w 5"/>
                  <a:gd name="T3" fmla="*/ 2 h 4"/>
                  <a:gd name="T4" fmla="*/ 4 w 5"/>
                  <a:gd name="T5" fmla="*/ 3 h 4"/>
                  <a:gd name="T6" fmla="*/ 2 w 5"/>
                  <a:gd name="T7" fmla="*/ 2 h 4"/>
                  <a:gd name="T8" fmla="*/ 2 w 5"/>
                  <a:gd name="T9" fmla="*/ 1 h 4"/>
                  <a:gd name="T10" fmla="*/ 4 w 5"/>
                  <a:gd name="T11" fmla="*/ 0 h 4"/>
                  <a:gd name="T12" fmla="*/ 5 w 5"/>
                  <a:gd name="T13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4">
                    <a:moveTo>
                      <a:pt x="5" y="1"/>
                    </a:moveTo>
                    <a:cubicBezTo>
                      <a:pt x="5" y="2"/>
                      <a:pt x="5" y="2"/>
                      <a:pt x="5" y="2"/>
                    </a:cubicBezTo>
                    <a:cubicBezTo>
                      <a:pt x="5" y="4"/>
                      <a:pt x="4" y="3"/>
                      <a:pt x="4" y="3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0" y="1"/>
                      <a:pt x="2" y="1"/>
                      <a:pt x="2" y="1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5" y="0"/>
                      <a:pt x="5" y="1"/>
                      <a:pt x="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1" name="îŝľiḋe">
                <a:extLst>
                  <a:ext uri="{FF2B5EF4-FFF2-40B4-BE49-F238E27FC236}">
                    <a16:creationId xmlns:a16="http://schemas.microsoft.com/office/drawing/2014/main" id="{78878888-6A96-4EF7-B3A7-E577C7EDD08A}"/>
                  </a:ext>
                </a:extLst>
              </p:cNvPr>
              <p:cNvSpPr/>
              <p:nvPr/>
            </p:nvSpPr>
            <p:spPr bwMode="auto">
              <a:xfrm>
                <a:off x="5011738" y="3146426"/>
                <a:ext cx="39688" cy="85725"/>
              </a:xfrm>
              <a:custGeom>
                <a:avLst/>
                <a:gdLst>
                  <a:gd name="T0" fmla="*/ 4 w 12"/>
                  <a:gd name="T1" fmla="*/ 19 h 26"/>
                  <a:gd name="T2" fmla="*/ 4 w 12"/>
                  <a:gd name="T3" fmla="*/ 14 h 26"/>
                  <a:gd name="T4" fmla="*/ 1 w 12"/>
                  <a:gd name="T5" fmla="*/ 13 h 26"/>
                  <a:gd name="T6" fmla="*/ 2 w 12"/>
                  <a:gd name="T7" fmla="*/ 12 h 26"/>
                  <a:gd name="T8" fmla="*/ 3 w 12"/>
                  <a:gd name="T9" fmla="*/ 10 h 26"/>
                  <a:gd name="T10" fmla="*/ 3 w 12"/>
                  <a:gd name="T11" fmla="*/ 2 h 26"/>
                  <a:gd name="T12" fmla="*/ 4 w 12"/>
                  <a:gd name="T13" fmla="*/ 1 h 26"/>
                  <a:gd name="T14" fmla="*/ 4 w 12"/>
                  <a:gd name="T15" fmla="*/ 2 h 26"/>
                  <a:gd name="T16" fmla="*/ 5 w 12"/>
                  <a:gd name="T17" fmla="*/ 6 h 26"/>
                  <a:gd name="T18" fmla="*/ 6 w 12"/>
                  <a:gd name="T19" fmla="*/ 3 h 26"/>
                  <a:gd name="T20" fmla="*/ 7 w 12"/>
                  <a:gd name="T21" fmla="*/ 2 h 26"/>
                  <a:gd name="T22" fmla="*/ 8 w 12"/>
                  <a:gd name="T23" fmla="*/ 2 h 26"/>
                  <a:gd name="T24" fmla="*/ 8 w 12"/>
                  <a:gd name="T25" fmla="*/ 6 h 26"/>
                  <a:gd name="T26" fmla="*/ 6 w 12"/>
                  <a:gd name="T27" fmla="*/ 9 h 26"/>
                  <a:gd name="T28" fmla="*/ 6 w 12"/>
                  <a:gd name="T29" fmla="*/ 10 h 26"/>
                  <a:gd name="T30" fmla="*/ 8 w 12"/>
                  <a:gd name="T31" fmla="*/ 11 h 26"/>
                  <a:gd name="T32" fmla="*/ 8 w 12"/>
                  <a:gd name="T33" fmla="*/ 11 h 26"/>
                  <a:gd name="T34" fmla="*/ 8 w 12"/>
                  <a:gd name="T35" fmla="*/ 12 h 26"/>
                  <a:gd name="T36" fmla="*/ 9 w 12"/>
                  <a:gd name="T37" fmla="*/ 13 h 26"/>
                  <a:gd name="T38" fmla="*/ 9 w 12"/>
                  <a:gd name="T39" fmla="*/ 17 h 26"/>
                  <a:gd name="T40" fmla="*/ 11 w 12"/>
                  <a:gd name="T41" fmla="*/ 21 h 26"/>
                  <a:gd name="T42" fmla="*/ 12 w 12"/>
                  <a:gd name="T43" fmla="*/ 24 h 26"/>
                  <a:gd name="T44" fmla="*/ 8 w 12"/>
                  <a:gd name="T45" fmla="*/ 23 h 26"/>
                  <a:gd name="T46" fmla="*/ 8 w 12"/>
                  <a:gd name="T47" fmla="*/ 25 h 26"/>
                  <a:gd name="T48" fmla="*/ 7 w 12"/>
                  <a:gd name="T49" fmla="*/ 26 h 26"/>
                  <a:gd name="T50" fmla="*/ 6 w 12"/>
                  <a:gd name="T51" fmla="*/ 24 h 26"/>
                  <a:gd name="T52" fmla="*/ 6 w 12"/>
                  <a:gd name="T53" fmla="*/ 23 h 26"/>
                  <a:gd name="T54" fmla="*/ 8 w 12"/>
                  <a:gd name="T55" fmla="*/ 21 h 26"/>
                  <a:gd name="T56" fmla="*/ 7 w 12"/>
                  <a:gd name="T57" fmla="*/ 18 h 26"/>
                  <a:gd name="T58" fmla="*/ 7 w 12"/>
                  <a:gd name="T59" fmla="*/ 18 h 26"/>
                  <a:gd name="T60" fmla="*/ 6 w 12"/>
                  <a:gd name="T61" fmla="*/ 20 h 26"/>
                  <a:gd name="T62" fmla="*/ 4 w 12"/>
                  <a:gd name="T63" fmla="*/ 20 h 26"/>
                  <a:gd name="T64" fmla="*/ 4 w 12"/>
                  <a:gd name="T65" fmla="*/ 19 h 26"/>
                  <a:gd name="T66" fmla="*/ 6 w 12"/>
                  <a:gd name="T67" fmla="*/ 16 h 26"/>
                  <a:gd name="T68" fmla="*/ 6 w 12"/>
                  <a:gd name="T69" fmla="*/ 15 h 26"/>
                  <a:gd name="T70" fmla="*/ 5 w 12"/>
                  <a:gd name="T71" fmla="*/ 11 h 26"/>
                  <a:gd name="T72" fmla="*/ 5 w 12"/>
                  <a:gd name="T73" fmla="*/ 14 h 26"/>
                  <a:gd name="T74" fmla="*/ 5 w 12"/>
                  <a:gd name="T75" fmla="*/ 18 h 26"/>
                  <a:gd name="T76" fmla="*/ 6 w 12"/>
                  <a:gd name="T77" fmla="*/ 1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2" h="26">
                    <a:moveTo>
                      <a:pt x="4" y="19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0" y="12"/>
                      <a:pt x="2" y="12"/>
                      <a:pt x="2" y="12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0"/>
                      <a:pt x="4" y="1"/>
                      <a:pt x="4" y="1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3"/>
                      <a:pt x="5" y="6"/>
                      <a:pt x="5" y="6"/>
                    </a:cubicBezTo>
                    <a:cubicBezTo>
                      <a:pt x="5" y="5"/>
                      <a:pt x="6" y="4"/>
                      <a:pt x="6" y="3"/>
                    </a:cubicBezTo>
                    <a:cubicBezTo>
                      <a:pt x="7" y="3"/>
                      <a:pt x="7" y="2"/>
                      <a:pt x="7" y="2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5" y="11"/>
                      <a:pt x="6" y="10"/>
                      <a:pt x="6" y="10"/>
                    </a:cubicBezTo>
                    <a:cubicBezTo>
                      <a:pt x="7" y="10"/>
                      <a:pt x="8" y="11"/>
                      <a:pt x="8" y="11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9" y="13"/>
                      <a:pt x="9" y="13"/>
                      <a:pt x="9" y="13"/>
                    </a:cubicBezTo>
                    <a:cubicBezTo>
                      <a:pt x="8" y="16"/>
                      <a:pt x="9" y="17"/>
                      <a:pt x="9" y="17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2" y="22"/>
                      <a:pt x="12" y="24"/>
                      <a:pt x="12" y="24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8" y="26"/>
                      <a:pt x="7" y="26"/>
                      <a:pt x="7" y="26"/>
                    </a:cubicBezTo>
                    <a:cubicBezTo>
                      <a:pt x="4" y="26"/>
                      <a:pt x="6" y="24"/>
                      <a:pt x="6" y="24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7" y="23"/>
                      <a:pt x="8" y="21"/>
                      <a:pt x="8" y="21"/>
                    </a:cubicBezTo>
                    <a:cubicBezTo>
                      <a:pt x="7" y="18"/>
                      <a:pt x="7" y="18"/>
                      <a:pt x="7" y="18"/>
                    </a:cubicBezTo>
                    <a:cubicBezTo>
                      <a:pt x="7" y="18"/>
                      <a:pt x="7" y="18"/>
                      <a:pt x="7" y="18"/>
                    </a:cubicBezTo>
                    <a:cubicBezTo>
                      <a:pt x="6" y="20"/>
                      <a:pt x="6" y="20"/>
                      <a:pt x="6" y="20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4" y="19"/>
                      <a:pt x="4" y="19"/>
                      <a:pt x="4" y="19"/>
                    </a:cubicBezTo>
                    <a:close/>
                    <a:moveTo>
                      <a:pt x="6" y="16"/>
                    </a:moveTo>
                    <a:cubicBezTo>
                      <a:pt x="6" y="16"/>
                      <a:pt x="6" y="16"/>
                      <a:pt x="6" y="15"/>
                    </a:cubicBezTo>
                    <a:cubicBezTo>
                      <a:pt x="6" y="15"/>
                      <a:pt x="6" y="12"/>
                      <a:pt x="5" y="11"/>
                    </a:cubicBezTo>
                    <a:cubicBezTo>
                      <a:pt x="5" y="11"/>
                      <a:pt x="4" y="12"/>
                      <a:pt x="5" y="14"/>
                    </a:cubicBezTo>
                    <a:cubicBezTo>
                      <a:pt x="5" y="18"/>
                      <a:pt x="5" y="18"/>
                      <a:pt x="5" y="18"/>
                    </a:cubicBezTo>
                    <a:lnTo>
                      <a:pt x="6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2" name="ïṣļîḋe">
                <a:extLst>
                  <a:ext uri="{FF2B5EF4-FFF2-40B4-BE49-F238E27FC236}">
                    <a16:creationId xmlns:a16="http://schemas.microsoft.com/office/drawing/2014/main" id="{7A182396-CA74-4824-B470-C642D9F2ABA3}"/>
                  </a:ext>
                </a:extLst>
              </p:cNvPr>
              <p:cNvSpPr/>
              <p:nvPr/>
            </p:nvSpPr>
            <p:spPr bwMode="auto">
              <a:xfrm>
                <a:off x="4905375" y="3313113"/>
                <a:ext cx="17463" cy="25400"/>
              </a:xfrm>
              <a:custGeom>
                <a:avLst/>
                <a:gdLst>
                  <a:gd name="T0" fmla="*/ 4 w 5"/>
                  <a:gd name="T1" fmla="*/ 1 h 8"/>
                  <a:gd name="T2" fmla="*/ 4 w 5"/>
                  <a:gd name="T3" fmla="*/ 2 h 8"/>
                  <a:gd name="T4" fmla="*/ 3 w 5"/>
                  <a:gd name="T5" fmla="*/ 6 h 8"/>
                  <a:gd name="T6" fmla="*/ 2 w 5"/>
                  <a:gd name="T7" fmla="*/ 7 h 8"/>
                  <a:gd name="T8" fmla="*/ 1 w 5"/>
                  <a:gd name="T9" fmla="*/ 2 h 8"/>
                  <a:gd name="T10" fmla="*/ 1 w 5"/>
                  <a:gd name="T11" fmla="*/ 0 h 8"/>
                  <a:gd name="T12" fmla="*/ 4 w 5"/>
                  <a:gd name="T13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8">
                    <a:moveTo>
                      <a:pt x="4" y="1"/>
                    </a:moveTo>
                    <a:cubicBezTo>
                      <a:pt x="5" y="1"/>
                      <a:pt x="4" y="2"/>
                      <a:pt x="4" y="2"/>
                    </a:cubicBezTo>
                    <a:cubicBezTo>
                      <a:pt x="4" y="3"/>
                      <a:pt x="3" y="6"/>
                      <a:pt x="3" y="6"/>
                    </a:cubicBezTo>
                    <a:cubicBezTo>
                      <a:pt x="2" y="8"/>
                      <a:pt x="2" y="7"/>
                      <a:pt x="2" y="7"/>
                    </a:cubicBezTo>
                    <a:cubicBezTo>
                      <a:pt x="2" y="5"/>
                      <a:pt x="1" y="2"/>
                      <a:pt x="1" y="2"/>
                    </a:cubicBezTo>
                    <a:cubicBezTo>
                      <a:pt x="0" y="1"/>
                      <a:pt x="1" y="0"/>
                      <a:pt x="1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3" name="ís1íḋe">
                <a:extLst>
                  <a:ext uri="{FF2B5EF4-FFF2-40B4-BE49-F238E27FC236}">
                    <a16:creationId xmlns:a16="http://schemas.microsoft.com/office/drawing/2014/main" id="{D6505446-CCB2-453A-BC3B-5FC6635D427F}"/>
                  </a:ext>
                </a:extLst>
              </p:cNvPr>
              <p:cNvSpPr/>
              <p:nvPr/>
            </p:nvSpPr>
            <p:spPr bwMode="auto">
              <a:xfrm>
                <a:off x="4865688" y="3305176"/>
                <a:ext cx="26988" cy="26988"/>
              </a:xfrm>
              <a:custGeom>
                <a:avLst/>
                <a:gdLst>
                  <a:gd name="T0" fmla="*/ 7 w 8"/>
                  <a:gd name="T1" fmla="*/ 5 h 8"/>
                  <a:gd name="T2" fmla="*/ 8 w 8"/>
                  <a:gd name="T3" fmla="*/ 8 h 8"/>
                  <a:gd name="T4" fmla="*/ 7 w 8"/>
                  <a:gd name="T5" fmla="*/ 8 h 8"/>
                  <a:gd name="T6" fmla="*/ 6 w 8"/>
                  <a:gd name="T7" fmla="*/ 6 h 8"/>
                  <a:gd name="T8" fmla="*/ 3 w 8"/>
                  <a:gd name="T9" fmla="*/ 2 h 8"/>
                  <a:gd name="T10" fmla="*/ 1 w 8"/>
                  <a:gd name="T11" fmla="*/ 0 h 8"/>
                  <a:gd name="T12" fmla="*/ 1 w 8"/>
                  <a:gd name="T13" fmla="*/ 0 h 8"/>
                  <a:gd name="T14" fmla="*/ 4 w 8"/>
                  <a:gd name="T15" fmla="*/ 0 h 8"/>
                  <a:gd name="T16" fmla="*/ 7 w 8"/>
                  <a:gd name="T17" fmla="*/ 5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" h="8">
                    <a:moveTo>
                      <a:pt x="7" y="5"/>
                    </a:moveTo>
                    <a:cubicBezTo>
                      <a:pt x="8" y="6"/>
                      <a:pt x="8" y="8"/>
                      <a:pt x="8" y="8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7"/>
                      <a:pt x="6" y="6"/>
                      <a:pt x="6" y="6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0"/>
                      <a:pt x="1" y="1"/>
                      <a:pt x="1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5" y="2"/>
                      <a:pt x="7" y="5"/>
                      <a:pt x="7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4" name="íṧḻiďê">
                <a:extLst>
                  <a:ext uri="{FF2B5EF4-FFF2-40B4-BE49-F238E27FC236}">
                    <a16:creationId xmlns:a16="http://schemas.microsoft.com/office/drawing/2014/main" id="{C35A3C6B-251F-410F-97DB-7D32485995E8}"/>
                  </a:ext>
                </a:extLst>
              </p:cNvPr>
              <p:cNvSpPr/>
              <p:nvPr/>
            </p:nvSpPr>
            <p:spPr bwMode="auto">
              <a:xfrm>
                <a:off x="4876800" y="3325813"/>
                <a:ext cx="25400" cy="53975"/>
              </a:xfrm>
              <a:custGeom>
                <a:avLst/>
                <a:gdLst>
                  <a:gd name="T0" fmla="*/ 6 w 8"/>
                  <a:gd name="T1" fmla="*/ 1 h 16"/>
                  <a:gd name="T2" fmla="*/ 7 w 8"/>
                  <a:gd name="T3" fmla="*/ 1 h 16"/>
                  <a:gd name="T4" fmla="*/ 8 w 8"/>
                  <a:gd name="T5" fmla="*/ 6 h 16"/>
                  <a:gd name="T6" fmla="*/ 8 w 8"/>
                  <a:gd name="T7" fmla="*/ 10 h 16"/>
                  <a:gd name="T8" fmla="*/ 6 w 8"/>
                  <a:gd name="T9" fmla="*/ 16 h 16"/>
                  <a:gd name="T10" fmla="*/ 3 w 8"/>
                  <a:gd name="T11" fmla="*/ 15 h 16"/>
                  <a:gd name="T12" fmla="*/ 1 w 8"/>
                  <a:gd name="T13" fmla="*/ 9 h 16"/>
                  <a:gd name="T14" fmla="*/ 1 w 8"/>
                  <a:gd name="T15" fmla="*/ 9 h 16"/>
                  <a:gd name="T16" fmla="*/ 5 w 8"/>
                  <a:gd name="T17" fmla="*/ 12 h 16"/>
                  <a:gd name="T18" fmla="*/ 5 w 8"/>
                  <a:gd name="T19" fmla="*/ 12 h 16"/>
                  <a:gd name="T20" fmla="*/ 5 w 8"/>
                  <a:gd name="T21" fmla="*/ 10 h 16"/>
                  <a:gd name="T22" fmla="*/ 6 w 8"/>
                  <a:gd name="T23" fmla="*/ 6 h 16"/>
                  <a:gd name="T24" fmla="*/ 6 w 8"/>
                  <a:gd name="T25" fmla="*/ 1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" h="16">
                    <a:moveTo>
                      <a:pt x="6" y="1"/>
                    </a:moveTo>
                    <a:cubicBezTo>
                      <a:pt x="7" y="0"/>
                      <a:pt x="7" y="1"/>
                      <a:pt x="7" y="1"/>
                    </a:cubicBezTo>
                    <a:cubicBezTo>
                      <a:pt x="8" y="3"/>
                      <a:pt x="8" y="6"/>
                      <a:pt x="8" y="6"/>
                    </a:cubicBezTo>
                    <a:cubicBezTo>
                      <a:pt x="8" y="7"/>
                      <a:pt x="8" y="10"/>
                      <a:pt x="8" y="10"/>
                    </a:cubicBezTo>
                    <a:cubicBezTo>
                      <a:pt x="8" y="12"/>
                      <a:pt x="6" y="16"/>
                      <a:pt x="6" y="16"/>
                    </a:cubicBezTo>
                    <a:cubicBezTo>
                      <a:pt x="5" y="16"/>
                      <a:pt x="3" y="15"/>
                      <a:pt x="3" y="15"/>
                    </a:cubicBezTo>
                    <a:cubicBezTo>
                      <a:pt x="3" y="14"/>
                      <a:pt x="1" y="9"/>
                      <a:pt x="1" y="9"/>
                    </a:cubicBezTo>
                    <a:cubicBezTo>
                      <a:pt x="0" y="9"/>
                      <a:pt x="1" y="9"/>
                      <a:pt x="1" y="9"/>
                    </a:cubicBezTo>
                    <a:cubicBezTo>
                      <a:pt x="3" y="8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0"/>
                      <a:pt x="5" y="10"/>
                    </a:cubicBezTo>
                    <a:cubicBezTo>
                      <a:pt x="6" y="9"/>
                      <a:pt x="6" y="6"/>
                      <a:pt x="6" y="6"/>
                    </a:cubicBezTo>
                    <a:cubicBezTo>
                      <a:pt x="7" y="5"/>
                      <a:pt x="6" y="1"/>
                      <a:pt x="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5" name="iŝ1iḋe">
                <a:extLst>
                  <a:ext uri="{FF2B5EF4-FFF2-40B4-BE49-F238E27FC236}">
                    <a16:creationId xmlns:a16="http://schemas.microsoft.com/office/drawing/2014/main" id="{8844E230-DCBB-45FE-B005-A1939B01D62E}"/>
                  </a:ext>
                </a:extLst>
              </p:cNvPr>
              <p:cNvSpPr/>
              <p:nvPr/>
            </p:nvSpPr>
            <p:spPr bwMode="auto">
              <a:xfrm>
                <a:off x="5075238" y="3586163"/>
                <a:ext cx="15875" cy="46038"/>
              </a:xfrm>
              <a:custGeom>
                <a:avLst/>
                <a:gdLst>
                  <a:gd name="T0" fmla="*/ 0 w 10"/>
                  <a:gd name="T1" fmla="*/ 6 h 29"/>
                  <a:gd name="T2" fmla="*/ 8 w 10"/>
                  <a:gd name="T3" fmla="*/ 0 h 29"/>
                  <a:gd name="T4" fmla="*/ 10 w 10"/>
                  <a:gd name="T5" fmla="*/ 2 h 29"/>
                  <a:gd name="T6" fmla="*/ 10 w 10"/>
                  <a:gd name="T7" fmla="*/ 29 h 29"/>
                  <a:gd name="T8" fmla="*/ 6 w 10"/>
                  <a:gd name="T9" fmla="*/ 29 h 29"/>
                  <a:gd name="T10" fmla="*/ 6 w 10"/>
                  <a:gd name="T11" fmla="*/ 6 h 29"/>
                  <a:gd name="T12" fmla="*/ 2 w 10"/>
                  <a:gd name="T13" fmla="*/ 8 h 29"/>
                  <a:gd name="T14" fmla="*/ 0 w 10"/>
                  <a:gd name="T15" fmla="*/ 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29">
                    <a:moveTo>
                      <a:pt x="0" y="6"/>
                    </a:moveTo>
                    <a:lnTo>
                      <a:pt x="8" y="0"/>
                    </a:lnTo>
                    <a:lnTo>
                      <a:pt x="10" y="2"/>
                    </a:lnTo>
                    <a:lnTo>
                      <a:pt x="10" y="29"/>
                    </a:lnTo>
                    <a:lnTo>
                      <a:pt x="6" y="29"/>
                    </a:lnTo>
                    <a:lnTo>
                      <a:pt x="6" y="6"/>
                    </a:lnTo>
                    <a:lnTo>
                      <a:pt x="2" y="8"/>
                    </a:lnTo>
                    <a:lnTo>
                      <a:pt x="0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6" name="iṣ1íḓê">
                <a:extLst>
                  <a:ext uri="{FF2B5EF4-FFF2-40B4-BE49-F238E27FC236}">
                    <a16:creationId xmlns:a16="http://schemas.microsoft.com/office/drawing/2014/main" id="{71C87D3F-62F8-4690-9F40-C572EC2C9058}"/>
                  </a:ext>
                </a:extLst>
              </p:cNvPr>
              <p:cNvSpPr/>
              <p:nvPr/>
            </p:nvSpPr>
            <p:spPr bwMode="auto">
              <a:xfrm>
                <a:off x="5210175" y="3586163"/>
                <a:ext cx="15875" cy="46038"/>
              </a:xfrm>
              <a:custGeom>
                <a:avLst/>
                <a:gdLst>
                  <a:gd name="T0" fmla="*/ 6 w 10"/>
                  <a:gd name="T1" fmla="*/ 6 h 29"/>
                  <a:gd name="T2" fmla="*/ 2 w 10"/>
                  <a:gd name="T3" fmla="*/ 8 h 29"/>
                  <a:gd name="T4" fmla="*/ 0 w 10"/>
                  <a:gd name="T5" fmla="*/ 6 h 29"/>
                  <a:gd name="T6" fmla="*/ 6 w 10"/>
                  <a:gd name="T7" fmla="*/ 0 h 29"/>
                  <a:gd name="T8" fmla="*/ 10 w 10"/>
                  <a:gd name="T9" fmla="*/ 2 h 29"/>
                  <a:gd name="T10" fmla="*/ 10 w 10"/>
                  <a:gd name="T11" fmla="*/ 29 h 29"/>
                  <a:gd name="T12" fmla="*/ 6 w 10"/>
                  <a:gd name="T13" fmla="*/ 29 h 29"/>
                  <a:gd name="T14" fmla="*/ 6 w 10"/>
                  <a:gd name="T15" fmla="*/ 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29">
                    <a:moveTo>
                      <a:pt x="6" y="6"/>
                    </a:moveTo>
                    <a:lnTo>
                      <a:pt x="2" y="8"/>
                    </a:lnTo>
                    <a:lnTo>
                      <a:pt x="0" y="6"/>
                    </a:lnTo>
                    <a:lnTo>
                      <a:pt x="6" y="0"/>
                    </a:lnTo>
                    <a:lnTo>
                      <a:pt x="10" y="2"/>
                    </a:lnTo>
                    <a:lnTo>
                      <a:pt x="10" y="29"/>
                    </a:lnTo>
                    <a:lnTo>
                      <a:pt x="6" y="29"/>
                    </a:lnTo>
                    <a:lnTo>
                      <a:pt x="6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7" name="iŝliḍe">
                <a:extLst>
                  <a:ext uri="{FF2B5EF4-FFF2-40B4-BE49-F238E27FC236}">
                    <a16:creationId xmlns:a16="http://schemas.microsoft.com/office/drawing/2014/main" id="{260A95E9-BAD7-4060-BF76-FE7241DDAB8B}"/>
                  </a:ext>
                </a:extLst>
              </p:cNvPr>
              <p:cNvSpPr/>
              <p:nvPr/>
            </p:nvSpPr>
            <p:spPr bwMode="auto">
              <a:xfrm>
                <a:off x="5114925" y="3586163"/>
                <a:ext cx="25400" cy="46038"/>
              </a:xfrm>
              <a:custGeom>
                <a:avLst/>
                <a:gdLst>
                  <a:gd name="T0" fmla="*/ 4 w 8"/>
                  <a:gd name="T1" fmla="*/ 2 h 14"/>
                  <a:gd name="T2" fmla="*/ 3 w 8"/>
                  <a:gd name="T3" fmla="*/ 2 h 14"/>
                  <a:gd name="T4" fmla="*/ 3 w 8"/>
                  <a:gd name="T5" fmla="*/ 3 h 14"/>
                  <a:gd name="T6" fmla="*/ 2 w 8"/>
                  <a:gd name="T7" fmla="*/ 3 h 14"/>
                  <a:gd name="T8" fmla="*/ 2 w 8"/>
                  <a:gd name="T9" fmla="*/ 5 h 14"/>
                  <a:gd name="T10" fmla="*/ 2 w 8"/>
                  <a:gd name="T11" fmla="*/ 6 h 14"/>
                  <a:gd name="T12" fmla="*/ 3 w 8"/>
                  <a:gd name="T13" fmla="*/ 7 h 14"/>
                  <a:gd name="T14" fmla="*/ 4 w 8"/>
                  <a:gd name="T15" fmla="*/ 7 h 14"/>
                  <a:gd name="T16" fmla="*/ 5 w 8"/>
                  <a:gd name="T17" fmla="*/ 7 h 14"/>
                  <a:gd name="T18" fmla="*/ 6 w 8"/>
                  <a:gd name="T19" fmla="*/ 7 h 14"/>
                  <a:gd name="T20" fmla="*/ 7 w 8"/>
                  <a:gd name="T21" fmla="*/ 6 h 14"/>
                  <a:gd name="T22" fmla="*/ 7 w 8"/>
                  <a:gd name="T23" fmla="*/ 4 h 14"/>
                  <a:gd name="T24" fmla="*/ 6 w 8"/>
                  <a:gd name="T25" fmla="*/ 3 h 14"/>
                  <a:gd name="T26" fmla="*/ 6 w 8"/>
                  <a:gd name="T27" fmla="*/ 2 h 14"/>
                  <a:gd name="T28" fmla="*/ 4 w 8"/>
                  <a:gd name="T29" fmla="*/ 2 h 14"/>
                  <a:gd name="T30" fmla="*/ 4 w 8"/>
                  <a:gd name="T31" fmla="*/ 9 h 14"/>
                  <a:gd name="T32" fmla="*/ 2 w 8"/>
                  <a:gd name="T33" fmla="*/ 9 h 14"/>
                  <a:gd name="T34" fmla="*/ 1 w 8"/>
                  <a:gd name="T35" fmla="*/ 8 h 14"/>
                  <a:gd name="T36" fmla="*/ 0 w 8"/>
                  <a:gd name="T37" fmla="*/ 7 h 14"/>
                  <a:gd name="T38" fmla="*/ 0 w 8"/>
                  <a:gd name="T39" fmla="*/ 5 h 14"/>
                  <a:gd name="T40" fmla="*/ 0 w 8"/>
                  <a:gd name="T41" fmla="*/ 3 h 14"/>
                  <a:gd name="T42" fmla="*/ 1 w 8"/>
                  <a:gd name="T43" fmla="*/ 2 h 14"/>
                  <a:gd name="T44" fmla="*/ 1 w 8"/>
                  <a:gd name="T45" fmla="*/ 1 h 14"/>
                  <a:gd name="T46" fmla="*/ 3 w 8"/>
                  <a:gd name="T47" fmla="*/ 0 h 14"/>
                  <a:gd name="T48" fmla="*/ 4 w 8"/>
                  <a:gd name="T49" fmla="*/ 0 h 14"/>
                  <a:gd name="T50" fmla="*/ 6 w 8"/>
                  <a:gd name="T51" fmla="*/ 0 h 14"/>
                  <a:gd name="T52" fmla="*/ 8 w 8"/>
                  <a:gd name="T53" fmla="*/ 2 h 14"/>
                  <a:gd name="T54" fmla="*/ 8 w 8"/>
                  <a:gd name="T55" fmla="*/ 3 h 14"/>
                  <a:gd name="T56" fmla="*/ 8 w 8"/>
                  <a:gd name="T57" fmla="*/ 5 h 14"/>
                  <a:gd name="T58" fmla="*/ 8 w 8"/>
                  <a:gd name="T59" fmla="*/ 9 h 14"/>
                  <a:gd name="T60" fmla="*/ 8 w 8"/>
                  <a:gd name="T61" fmla="*/ 11 h 14"/>
                  <a:gd name="T62" fmla="*/ 8 w 8"/>
                  <a:gd name="T63" fmla="*/ 12 h 14"/>
                  <a:gd name="T64" fmla="*/ 8 w 8"/>
                  <a:gd name="T65" fmla="*/ 13 h 14"/>
                  <a:gd name="T66" fmla="*/ 7 w 8"/>
                  <a:gd name="T67" fmla="*/ 14 h 14"/>
                  <a:gd name="T68" fmla="*/ 6 w 8"/>
                  <a:gd name="T69" fmla="*/ 14 h 14"/>
                  <a:gd name="T70" fmla="*/ 4 w 8"/>
                  <a:gd name="T71" fmla="*/ 14 h 14"/>
                  <a:gd name="T72" fmla="*/ 3 w 8"/>
                  <a:gd name="T73" fmla="*/ 14 h 14"/>
                  <a:gd name="T74" fmla="*/ 2 w 8"/>
                  <a:gd name="T75" fmla="*/ 14 h 14"/>
                  <a:gd name="T76" fmla="*/ 1 w 8"/>
                  <a:gd name="T77" fmla="*/ 13 h 14"/>
                  <a:gd name="T78" fmla="*/ 0 w 8"/>
                  <a:gd name="T79" fmla="*/ 12 h 14"/>
                  <a:gd name="T80" fmla="*/ 0 w 8"/>
                  <a:gd name="T81" fmla="*/ 11 h 14"/>
                  <a:gd name="T82" fmla="*/ 2 w 8"/>
                  <a:gd name="T83" fmla="*/ 11 h 14"/>
                  <a:gd name="T84" fmla="*/ 2 w 8"/>
                  <a:gd name="T85" fmla="*/ 11 h 14"/>
                  <a:gd name="T86" fmla="*/ 3 w 8"/>
                  <a:gd name="T87" fmla="*/ 12 h 14"/>
                  <a:gd name="T88" fmla="*/ 4 w 8"/>
                  <a:gd name="T89" fmla="*/ 12 h 14"/>
                  <a:gd name="T90" fmla="*/ 5 w 8"/>
                  <a:gd name="T91" fmla="*/ 12 h 14"/>
                  <a:gd name="T92" fmla="*/ 6 w 8"/>
                  <a:gd name="T93" fmla="*/ 12 h 14"/>
                  <a:gd name="T94" fmla="*/ 6 w 8"/>
                  <a:gd name="T95" fmla="*/ 11 h 14"/>
                  <a:gd name="T96" fmla="*/ 7 w 8"/>
                  <a:gd name="T97" fmla="*/ 10 h 14"/>
                  <a:gd name="T98" fmla="*/ 7 w 8"/>
                  <a:gd name="T99" fmla="*/ 9 h 14"/>
                  <a:gd name="T100" fmla="*/ 7 w 8"/>
                  <a:gd name="T101" fmla="*/ 8 h 14"/>
                  <a:gd name="T102" fmla="*/ 6 w 8"/>
                  <a:gd name="T103" fmla="*/ 9 h 14"/>
                  <a:gd name="T104" fmla="*/ 5 w 8"/>
                  <a:gd name="T105" fmla="*/ 9 h 14"/>
                  <a:gd name="T106" fmla="*/ 4 w 8"/>
                  <a:gd name="T107" fmla="*/ 9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8" h="14">
                    <a:moveTo>
                      <a:pt x="4" y="2"/>
                    </a:moveTo>
                    <a:cubicBezTo>
                      <a:pt x="4" y="2"/>
                      <a:pt x="4" y="2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4"/>
                      <a:pt x="2" y="4"/>
                      <a:pt x="2" y="5"/>
                    </a:cubicBezTo>
                    <a:cubicBezTo>
                      <a:pt x="2" y="5"/>
                      <a:pt x="2" y="6"/>
                      <a:pt x="2" y="6"/>
                    </a:cubicBezTo>
                    <a:cubicBezTo>
                      <a:pt x="2" y="6"/>
                      <a:pt x="2" y="6"/>
                      <a:pt x="3" y="7"/>
                    </a:cubicBezTo>
                    <a:cubicBezTo>
                      <a:pt x="3" y="7"/>
                      <a:pt x="3" y="7"/>
                      <a:pt x="4" y="7"/>
                    </a:cubicBezTo>
                    <a:cubicBezTo>
                      <a:pt x="4" y="7"/>
                      <a:pt x="4" y="7"/>
                      <a:pt x="5" y="7"/>
                    </a:cubicBezTo>
                    <a:cubicBezTo>
                      <a:pt x="5" y="7"/>
                      <a:pt x="6" y="7"/>
                      <a:pt x="6" y="7"/>
                    </a:cubicBezTo>
                    <a:cubicBezTo>
                      <a:pt x="6" y="6"/>
                      <a:pt x="6" y="6"/>
                      <a:pt x="7" y="6"/>
                    </a:cubicBezTo>
                    <a:cubicBezTo>
                      <a:pt x="7" y="5"/>
                      <a:pt x="7" y="5"/>
                      <a:pt x="7" y="4"/>
                    </a:cubicBezTo>
                    <a:cubicBezTo>
                      <a:pt x="7" y="4"/>
                      <a:pt x="7" y="3"/>
                      <a:pt x="6" y="3"/>
                    </a:cubicBezTo>
                    <a:cubicBezTo>
                      <a:pt x="6" y="3"/>
                      <a:pt x="6" y="3"/>
                      <a:pt x="6" y="2"/>
                    </a:cubicBezTo>
                    <a:cubicBezTo>
                      <a:pt x="5" y="2"/>
                      <a:pt x="5" y="2"/>
                      <a:pt x="4" y="2"/>
                    </a:cubicBezTo>
                    <a:close/>
                    <a:moveTo>
                      <a:pt x="4" y="9"/>
                    </a:moveTo>
                    <a:cubicBezTo>
                      <a:pt x="4" y="9"/>
                      <a:pt x="3" y="9"/>
                      <a:pt x="2" y="9"/>
                    </a:cubicBezTo>
                    <a:cubicBezTo>
                      <a:pt x="2" y="8"/>
                      <a:pt x="1" y="8"/>
                      <a:pt x="1" y="8"/>
                    </a:cubicBezTo>
                    <a:cubicBezTo>
                      <a:pt x="1" y="7"/>
                      <a:pt x="1" y="7"/>
                      <a:pt x="0" y="7"/>
                    </a:cubicBezTo>
                    <a:cubicBezTo>
                      <a:pt x="0" y="6"/>
                      <a:pt x="0" y="6"/>
                      <a:pt x="0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1" y="2"/>
                      <a:pt x="1" y="1"/>
                      <a:pt x="1" y="1"/>
                    </a:cubicBezTo>
                    <a:cubicBezTo>
                      <a:pt x="2" y="1"/>
                      <a:pt x="2" y="0"/>
                      <a:pt x="3" y="0"/>
                    </a:cubicBezTo>
                    <a:cubicBezTo>
                      <a:pt x="3" y="0"/>
                      <a:pt x="4" y="0"/>
                      <a:pt x="4" y="0"/>
                    </a:cubicBezTo>
                    <a:cubicBezTo>
                      <a:pt x="5" y="0"/>
                      <a:pt x="6" y="0"/>
                      <a:pt x="6" y="0"/>
                    </a:cubicBezTo>
                    <a:cubicBezTo>
                      <a:pt x="7" y="1"/>
                      <a:pt x="7" y="1"/>
                      <a:pt x="8" y="2"/>
                    </a:cubicBezTo>
                    <a:cubicBezTo>
                      <a:pt x="8" y="2"/>
                      <a:pt x="8" y="3"/>
                      <a:pt x="8" y="3"/>
                    </a:cubicBezTo>
                    <a:cubicBezTo>
                      <a:pt x="8" y="4"/>
                      <a:pt x="8" y="4"/>
                      <a:pt x="8" y="5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8" y="10"/>
                      <a:pt x="8" y="10"/>
                      <a:pt x="8" y="11"/>
                    </a:cubicBezTo>
                    <a:cubicBezTo>
                      <a:pt x="8" y="11"/>
                      <a:pt x="8" y="11"/>
                      <a:pt x="8" y="12"/>
                    </a:cubicBezTo>
                    <a:cubicBezTo>
                      <a:pt x="8" y="12"/>
                      <a:pt x="8" y="13"/>
                      <a:pt x="8" y="13"/>
                    </a:cubicBezTo>
                    <a:cubicBezTo>
                      <a:pt x="7" y="13"/>
                      <a:pt x="7" y="13"/>
                      <a:pt x="7" y="14"/>
                    </a:cubicBezTo>
                    <a:cubicBezTo>
                      <a:pt x="7" y="14"/>
                      <a:pt x="6" y="14"/>
                      <a:pt x="6" y="14"/>
                    </a:cubicBezTo>
                    <a:cubicBezTo>
                      <a:pt x="5" y="14"/>
                      <a:pt x="5" y="14"/>
                      <a:pt x="4" y="14"/>
                    </a:cubicBezTo>
                    <a:cubicBezTo>
                      <a:pt x="4" y="14"/>
                      <a:pt x="3" y="14"/>
                      <a:pt x="3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2"/>
                      <a:pt x="2" y="12"/>
                      <a:pt x="3" y="12"/>
                    </a:cubicBezTo>
                    <a:cubicBezTo>
                      <a:pt x="3" y="12"/>
                      <a:pt x="3" y="12"/>
                      <a:pt x="4" y="12"/>
                    </a:cubicBezTo>
                    <a:cubicBezTo>
                      <a:pt x="4" y="12"/>
                      <a:pt x="4" y="12"/>
                      <a:pt x="5" y="12"/>
                    </a:cubicBezTo>
                    <a:cubicBezTo>
                      <a:pt x="5" y="12"/>
                      <a:pt x="5" y="12"/>
                      <a:pt x="6" y="12"/>
                    </a:cubicBezTo>
                    <a:cubicBezTo>
                      <a:pt x="6" y="12"/>
                      <a:pt x="6" y="12"/>
                      <a:pt x="6" y="11"/>
                    </a:cubicBezTo>
                    <a:cubicBezTo>
                      <a:pt x="6" y="11"/>
                      <a:pt x="7" y="11"/>
                      <a:pt x="7" y="10"/>
                    </a:cubicBezTo>
                    <a:cubicBezTo>
                      <a:pt x="7" y="10"/>
                      <a:pt x="7" y="10"/>
                      <a:pt x="7" y="9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9"/>
                      <a:pt x="6" y="9"/>
                      <a:pt x="6" y="9"/>
                    </a:cubicBezTo>
                    <a:cubicBezTo>
                      <a:pt x="6" y="9"/>
                      <a:pt x="6" y="9"/>
                      <a:pt x="5" y="9"/>
                    </a:cubicBezTo>
                    <a:cubicBezTo>
                      <a:pt x="5" y="9"/>
                      <a:pt x="5" y="9"/>
                      <a:pt x="4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8" name="iSḷidé">
                <a:extLst>
                  <a:ext uri="{FF2B5EF4-FFF2-40B4-BE49-F238E27FC236}">
                    <a16:creationId xmlns:a16="http://schemas.microsoft.com/office/drawing/2014/main" id="{47D9352D-F8E6-489A-ADC1-2D1AB05280B5}"/>
                  </a:ext>
                </a:extLst>
              </p:cNvPr>
              <p:cNvSpPr/>
              <p:nvPr/>
            </p:nvSpPr>
            <p:spPr bwMode="auto">
              <a:xfrm>
                <a:off x="5164138" y="3586163"/>
                <a:ext cx="30163" cy="46038"/>
              </a:xfrm>
              <a:custGeom>
                <a:avLst/>
                <a:gdLst>
                  <a:gd name="T0" fmla="*/ 1 w 9"/>
                  <a:gd name="T1" fmla="*/ 13 h 14"/>
                  <a:gd name="T2" fmla="*/ 0 w 9"/>
                  <a:gd name="T3" fmla="*/ 12 h 14"/>
                  <a:gd name="T4" fmla="*/ 0 w 9"/>
                  <a:gd name="T5" fmla="*/ 10 h 14"/>
                  <a:gd name="T6" fmla="*/ 0 w 9"/>
                  <a:gd name="T7" fmla="*/ 8 h 14"/>
                  <a:gd name="T8" fmla="*/ 0 w 9"/>
                  <a:gd name="T9" fmla="*/ 6 h 14"/>
                  <a:gd name="T10" fmla="*/ 0 w 9"/>
                  <a:gd name="T11" fmla="*/ 4 h 14"/>
                  <a:gd name="T12" fmla="*/ 0 w 9"/>
                  <a:gd name="T13" fmla="*/ 3 h 14"/>
                  <a:gd name="T14" fmla="*/ 1 w 9"/>
                  <a:gd name="T15" fmla="*/ 1 h 14"/>
                  <a:gd name="T16" fmla="*/ 2 w 9"/>
                  <a:gd name="T17" fmla="*/ 0 h 14"/>
                  <a:gd name="T18" fmla="*/ 4 w 9"/>
                  <a:gd name="T19" fmla="*/ 0 h 14"/>
                  <a:gd name="T20" fmla="*/ 6 w 9"/>
                  <a:gd name="T21" fmla="*/ 0 h 14"/>
                  <a:gd name="T22" fmla="*/ 7 w 9"/>
                  <a:gd name="T23" fmla="*/ 1 h 14"/>
                  <a:gd name="T24" fmla="*/ 8 w 9"/>
                  <a:gd name="T25" fmla="*/ 2 h 14"/>
                  <a:gd name="T26" fmla="*/ 9 w 9"/>
                  <a:gd name="T27" fmla="*/ 4 h 14"/>
                  <a:gd name="T28" fmla="*/ 9 w 9"/>
                  <a:gd name="T29" fmla="*/ 6 h 14"/>
                  <a:gd name="T30" fmla="*/ 9 w 9"/>
                  <a:gd name="T31" fmla="*/ 8 h 14"/>
                  <a:gd name="T32" fmla="*/ 9 w 9"/>
                  <a:gd name="T33" fmla="*/ 9 h 14"/>
                  <a:gd name="T34" fmla="*/ 9 w 9"/>
                  <a:gd name="T35" fmla="*/ 11 h 14"/>
                  <a:gd name="T36" fmla="*/ 8 w 9"/>
                  <a:gd name="T37" fmla="*/ 12 h 14"/>
                  <a:gd name="T38" fmla="*/ 7 w 9"/>
                  <a:gd name="T39" fmla="*/ 13 h 14"/>
                  <a:gd name="T40" fmla="*/ 6 w 9"/>
                  <a:gd name="T41" fmla="*/ 14 h 14"/>
                  <a:gd name="T42" fmla="*/ 4 w 9"/>
                  <a:gd name="T43" fmla="*/ 14 h 14"/>
                  <a:gd name="T44" fmla="*/ 3 w 9"/>
                  <a:gd name="T45" fmla="*/ 14 h 14"/>
                  <a:gd name="T46" fmla="*/ 1 w 9"/>
                  <a:gd name="T47" fmla="*/ 13 h 14"/>
                  <a:gd name="T48" fmla="*/ 7 w 9"/>
                  <a:gd name="T49" fmla="*/ 7 h 14"/>
                  <a:gd name="T50" fmla="*/ 7 w 9"/>
                  <a:gd name="T51" fmla="*/ 5 h 14"/>
                  <a:gd name="T52" fmla="*/ 6 w 9"/>
                  <a:gd name="T53" fmla="*/ 3 h 14"/>
                  <a:gd name="T54" fmla="*/ 5 w 9"/>
                  <a:gd name="T55" fmla="*/ 2 h 14"/>
                  <a:gd name="T56" fmla="*/ 4 w 9"/>
                  <a:gd name="T57" fmla="*/ 2 h 14"/>
                  <a:gd name="T58" fmla="*/ 3 w 9"/>
                  <a:gd name="T59" fmla="*/ 2 h 14"/>
                  <a:gd name="T60" fmla="*/ 2 w 9"/>
                  <a:gd name="T61" fmla="*/ 3 h 14"/>
                  <a:gd name="T62" fmla="*/ 2 w 9"/>
                  <a:gd name="T63" fmla="*/ 5 h 14"/>
                  <a:gd name="T64" fmla="*/ 1 w 9"/>
                  <a:gd name="T65" fmla="*/ 6 h 14"/>
                  <a:gd name="T66" fmla="*/ 1 w 9"/>
                  <a:gd name="T67" fmla="*/ 7 h 14"/>
                  <a:gd name="T68" fmla="*/ 2 w 9"/>
                  <a:gd name="T69" fmla="*/ 10 h 14"/>
                  <a:gd name="T70" fmla="*/ 2 w 9"/>
                  <a:gd name="T71" fmla="*/ 11 h 14"/>
                  <a:gd name="T72" fmla="*/ 3 w 9"/>
                  <a:gd name="T73" fmla="*/ 12 h 14"/>
                  <a:gd name="T74" fmla="*/ 4 w 9"/>
                  <a:gd name="T75" fmla="*/ 12 h 14"/>
                  <a:gd name="T76" fmla="*/ 5 w 9"/>
                  <a:gd name="T77" fmla="*/ 12 h 14"/>
                  <a:gd name="T78" fmla="*/ 6 w 9"/>
                  <a:gd name="T79" fmla="*/ 11 h 14"/>
                  <a:gd name="T80" fmla="*/ 7 w 9"/>
                  <a:gd name="T81" fmla="*/ 10 h 14"/>
                  <a:gd name="T82" fmla="*/ 7 w 9"/>
                  <a:gd name="T83" fmla="*/ 8 h 14"/>
                  <a:gd name="T84" fmla="*/ 7 w 9"/>
                  <a:gd name="T85" fmla="*/ 7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9" h="14">
                    <a:moveTo>
                      <a:pt x="1" y="13"/>
                    </a:moveTo>
                    <a:cubicBezTo>
                      <a:pt x="1" y="13"/>
                      <a:pt x="1" y="12"/>
                      <a:pt x="0" y="12"/>
                    </a:cubicBezTo>
                    <a:cubicBezTo>
                      <a:pt x="0" y="11"/>
                      <a:pt x="0" y="11"/>
                      <a:pt x="0" y="10"/>
                    </a:cubicBezTo>
                    <a:cubicBezTo>
                      <a:pt x="0" y="9"/>
                      <a:pt x="0" y="9"/>
                      <a:pt x="0" y="8"/>
                    </a:cubicBezTo>
                    <a:cubicBezTo>
                      <a:pt x="0" y="7"/>
                      <a:pt x="0" y="6"/>
                      <a:pt x="0" y="6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0" y="4"/>
                      <a:pt x="0" y="3"/>
                      <a:pt x="0" y="3"/>
                    </a:cubicBezTo>
                    <a:cubicBezTo>
                      <a:pt x="1" y="2"/>
                      <a:pt x="1" y="2"/>
                      <a:pt x="1" y="1"/>
                    </a:cubicBezTo>
                    <a:cubicBezTo>
                      <a:pt x="1" y="1"/>
                      <a:pt x="2" y="1"/>
                      <a:pt x="2" y="0"/>
                    </a:cubicBezTo>
                    <a:cubicBezTo>
                      <a:pt x="3" y="0"/>
                      <a:pt x="4" y="0"/>
                      <a:pt x="4" y="0"/>
                    </a:cubicBezTo>
                    <a:cubicBezTo>
                      <a:pt x="5" y="0"/>
                      <a:pt x="5" y="0"/>
                      <a:pt x="6" y="0"/>
                    </a:cubicBezTo>
                    <a:cubicBezTo>
                      <a:pt x="6" y="0"/>
                      <a:pt x="7" y="1"/>
                      <a:pt x="7" y="1"/>
                    </a:cubicBezTo>
                    <a:cubicBezTo>
                      <a:pt x="7" y="1"/>
                      <a:pt x="8" y="2"/>
                      <a:pt x="8" y="2"/>
                    </a:cubicBezTo>
                    <a:cubicBezTo>
                      <a:pt x="8" y="3"/>
                      <a:pt x="9" y="3"/>
                      <a:pt x="9" y="4"/>
                    </a:cubicBezTo>
                    <a:cubicBezTo>
                      <a:pt x="9" y="5"/>
                      <a:pt x="9" y="5"/>
                      <a:pt x="9" y="6"/>
                    </a:cubicBezTo>
                    <a:cubicBezTo>
                      <a:pt x="9" y="6"/>
                      <a:pt x="9" y="7"/>
                      <a:pt x="9" y="8"/>
                    </a:cubicBezTo>
                    <a:cubicBezTo>
                      <a:pt x="9" y="8"/>
                      <a:pt x="9" y="9"/>
                      <a:pt x="9" y="9"/>
                    </a:cubicBezTo>
                    <a:cubicBezTo>
                      <a:pt x="9" y="10"/>
                      <a:pt x="9" y="10"/>
                      <a:pt x="9" y="11"/>
                    </a:cubicBezTo>
                    <a:cubicBezTo>
                      <a:pt x="8" y="11"/>
                      <a:pt x="8" y="12"/>
                      <a:pt x="8" y="12"/>
                    </a:cubicBezTo>
                    <a:cubicBezTo>
                      <a:pt x="8" y="13"/>
                      <a:pt x="7" y="13"/>
                      <a:pt x="7" y="13"/>
                    </a:cubicBezTo>
                    <a:cubicBezTo>
                      <a:pt x="7" y="14"/>
                      <a:pt x="6" y="14"/>
                      <a:pt x="6" y="14"/>
                    </a:cubicBezTo>
                    <a:cubicBezTo>
                      <a:pt x="5" y="14"/>
                      <a:pt x="5" y="14"/>
                      <a:pt x="4" y="14"/>
                    </a:cubicBezTo>
                    <a:cubicBezTo>
                      <a:pt x="4" y="14"/>
                      <a:pt x="3" y="14"/>
                      <a:pt x="3" y="14"/>
                    </a:cubicBezTo>
                    <a:cubicBezTo>
                      <a:pt x="2" y="14"/>
                      <a:pt x="1" y="13"/>
                      <a:pt x="1" y="13"/>
                    </a:cubicBezTo>
                    <a:close/>
                    <a:moveTo>
                      <a:pt x="7" y="7"/>
                    </a:moveTo>
                    <a:cubicBezTo>
                      <a:pt x="7" y="6"/>
                      <a:pt x="7" y="5"/>
                      <a:pt x="7" y="5"/>
                    </a:cubicBezTo>
                    <a:cubicBezTo>
                      <a:pt x="7" y="4"/>
                      <a:pt x="7" y="4"/>
                      <a:pt x="6" y="3"/>
                    </a:cubicBezTo>
                    <a:cubicBezTo>
                      <a:pt x="6" y="3"/>
                      <a:pt x="6" y="3"/>
                      <a:pt x="5" y="2"/>
                    </a:cubicBezTo>
                    <a:cubicBezTo>
                      <a:pt x="5" y="2"/>
                      <a:pt x="5" y="2"/>
                      <a:pt x="4" y="2"/>
                    </a:cubicBezTo>
                    <a:cubicBezTo>
                      <a:pt x="4" y="2"/>
                      <a:pt x="3" y="2"/>
                      <a:pt x="3" y="2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4"/>
                      <a:pt x="2" y="4"/>
                      <a:pt x="2" y="5"/>
                    </a:cubicBezTo>
                    <a:cubicBezTo>
                      <a:pt x="2" y="5"/>
                      <a:pt x="1" y="6"/>
                      <a:pt x="1" y="6"/>
                    </a:cubicBezTo>
                    <a:cubicBezTo>
                      <a:pt x="1" y="6"/>
                      <a:pt x="1" y="7"/>
                      <a:pt x="1" y="7"/>
                    </a:cubicBezTo>
                    <a:cubicBezTo>
                      <a:pt x="1" y="8"/>
                      <a:pt x="1" y="9"/>
                      <a:pt x="2" y="10"/>
                    </a:cubicBezTo>
                    <a:cubicBezTo>
                      <a:pt x="2" y="10"/>
                      <a:pt x="2" y="11"/>
                      <a:pt x="2" y="11"/>
                    </a:cubicBezTo>
                    <a:cubicBezTo>
                      <a:pt x="2" y="12"/>
                      <a:pt x="3" y="12"/>
                      <a:pt x="3" y="12"/>
                    </a:cubicBezTo>
                    <a:cubicBezTo>
                      <a:pt x="3" y="12"/>
                      <a:pt x="4" y="12"/>
                      <a:pt x="4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2"/>
                      <a:pt x="6" y="12"/>
                      <a:pt x="6" y="11"/>
                    </a:cubicBezTo>
                    <a:cubicBezTo>
                      <a:pt x="7" y="11"/>
                      <a:pt x="7" y="10"/>
                      <a:pt x="7" y="10"/>
                    </a:cubicBezTo>
                    <a:cubicBezTo>
                      <a:pt x="7" y="9"/>
                      <a:pt x="7" y="8"/>
                      <a:pt x="7" y="8"/>
                    </a:cubicBezTo>
                    <a:cubicBezTo>
                      <a:pt x="7" y="8"/>
                      <a:pt x="7" y="7"/>
                      <a:pt x="7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7" name="íśľïďê">
              <a:extLst>
                <a:ext uri="{FF2B5EF4-FFF2-40B4-BE49-F238E27FC236}">
                  <a16:creationId xmlns:a16="http://schemas.microsoft.com/office/drawing/2014/main" id="{B1F506E4-E45F-412B-B2C2-FB6FFC8C7544}"/>
                </a:ext>
              </a:extLst>
            </p:cNvPr>
            <p:cNvGrpSpPr/>
            <p:nvPr/>
          </p:nvGrpSpPr>
          <p:grpSpPr>
            <a:xfrm>
              <a:off x="5156287" y="2481344"/>
              <a:ext cx="4169014" cy="1469307"/>
              <a:chOff x="5722938" y="3046413"/>
              <a:chExt cx="1662113" cy="585788"/>
            </a:xfrm>
            <a:grpFill/>
          </p:grpSpPr>
          <p:sp>
            <p:nvSpPr>
              <p:cNvPr id="38" name="îSľíḑè">
                <a:extLst>
                  <a:ext uri="{FF2B5EF4-FFF2-40B4-BE49-F238E27FC236}">
                    <a16:creationId xmlns:a16="http://schemas.microsoft.com/office/drawing/2014/main" id="{583F7C91-B73F-465E-954E-5564DF87A9D1}"/>
                  </a:ext>
                </a:extLst>
              </p:cNvPr>
              <p:cNvSpPr/>
              <p:nvPr/>
            </p:nvSpPr>
            <p:spPr bwMode="auto">
              <a:xfrm>
                <a:off x="7088188" y="3046413"/>
                <a:ext cx="296863" cy="561975"/>
              </a:xfrm>
              <a:custGeom>
                <a:avLst/>
                <a:gdLst>
                  <a:gd name="T0" fmla="*/ 19 w 90"/>
                  <a:gd name="T1" fmla="*/ 151 h 169"/>
                  <a:gd name="T2" fmla="*/ 55 w 90"/>
                  <a:gd name="T3" fmla="*/ 133 h 169"/>
                  <a:gd name="T4" fmla="*/ 43 w 90"/>
                  <a:gd name="T5" fmla="*/ 157 h 169"/>
                  <a:gd name="T6" fmla="*/ 19 w 90"/>
                  <a:gd name="T7" fmla="*/ 151 h 169"/>
                  <a:gd name="T8" fmla="*/ 2 w 90"/>
                  <a:gd name="T9" fmla="*/ 39 h 169"/>
                  <a:gd name="T10" fmla="*/ 3 w 90"/>
                  <a:gd name="T11" fmla="*/ 56 h 169"/>
                  <a:gd name="T12" fmla="*/ 34 w 90"/>
                  <a:gd name="T13" fmla="*/ 32 h 169"/>
                  <a:gd name="T14" fmla="*/ 38 w 90"/>
                  <a:gd name="T15" fmla="*/ 35 h 169"/>
                  <a:gd name="T16" fmla="*/ 47 w 90"/>
                  <a:gd name="T17" fmla="*/ 26 h 169"/>
                  <a:gd name="T18" fmla="*/ 58 w 90"/>
                  <a:gd name="T19" fmla="*/ 16 h 169"/>
                  <a:gd name="T20" fmla="*/ 9 w 90"/>
                  <a:gd name="T21" fmla="*/ 90 h 169"/>
                  <a:gd name="T22" fmla="*/ 9 w 90"/>
                  <a:gd name="T23" fmla="*/ 101 h 169"/>
                  <a:gd name="T24" fmla="*/ 31 w 90"/>
                  <a:gd name="T25" fmla="*/ 89 h 169"/>
                  <a:gd name="T26" fmla="*/ 26 w 90"/>
                  <a:gd name="T27" fmla="*/ 107 h 169"/>
                  <a:gd name="T28" fmla="*/ 30 w 90"/>
                  <a:gd name="T29" fmla="*/ 113 h 169"/>
                  <a:gd name="T30" fmla="*/ 53 w 90"/>
                  <a:gd name="T31" fmla="*/ 118 h 169"/>
                  <a:gd name="T32" fmla="*/ 2 w 90"/>
                  <a:gd name="T33" fmla="*/ 145 h 169"/>
                  <a:gd name="T34" fmla="*/ 48 w 90"/>
                  <a:gd name="T35" fmla="*/ 169 h 169"/>
                  <a:gd name="T36" fmla="*/ 64 w 90"/>
                  <a:gd name="T37" fmla="*/ 130 h 169"/>
                  <a:gd name="T38" fmla="*/ 82 w 90"/>
                  <a:gd name="T39" fmla="*/ 137 h 169"/>
                  <a:gd name="T40" fmla="*/ 90 w 90"/>
                  <a:gd name="T41" fmla="*/ 130 h 169"/>
                  <a:gd name="T42" fmla="*/ 62 w 90"/>
                  <a:gd name="T43" fmla="*/ 119 h 169"/>
                  <a:gd name="T44" fmla="*/ 45 w 90"/>
                  <a:gd name="T45" fmla="*/ 106 h 169"/>
                  <a:gd name="T46" fmla="*/ 47 w 90"/>
                  <a:gd name="T47" fmla="*/ 77 h 169"/>
                  <a:gd name="T48" fmla="*/ 25 w 90"/>
                  <a:gd name="T49" fmla="*/ 82 h 169"/>
                  <a:gd name="T50" fmla="*/ 71 w 90"/>
                  <a:gd name="T51" fmla="*/ 16 h 169"/>
                  <a:gd name="T52" fmla="*/ 59 w 90"/>
                  <a:gd name="T53" fmla="*/ 7 h 169"/>
                  <a:gd name="T54" fmla="*/ 41 w 90"/>
                  <a:gd name="T55" fmla="*/ 21 h 169"/>
                  <a:gd name="T56" fmla="*/ 30 w 90"/>
                  <a:gd name="T57" fmla="*/ 28 h 169"/>
                  <a:gd name="T58" fmla="*/ 17 w 90"/>
                  <a:gd name="T59" fmla="*/ 43 h 169"/>
                  <a:gd name="T60" fmla="*/ 2 w 90"/>
                  <a:gd name="T61" fmla="*/ 39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90" h="169">
                    <a:moveTo>
                      <a:pt x="19" y="151"/>
                    </a:moveTo>
                    <a:cubicBezTo>
                      <a:pt x="19" y="151"/>
                      <a:pt x="41" y="128"/>
                      <a:pt x="55" y="133"/>
                    </a:cubicBezTo>
                    <a:cubicBezTo>
                      <a:pt x="55" y="133"/>
                      <a:pt x="62" y="158"/>
                      <a:pt x="43" y="157"/>
                    </a:cubicBezTo>
                    <a:cubicBezTo>
                      <a:pt x="23" y="155"/>
                      <a:pt x="19" y="151"/>
                      <a:pt x="19" y="151"/>
                    </a:cubicBezTo>
                    <a:close/>
                    <a:moveTo>
                      <a:pt x="2" y="39"/>
                    </a:moveTo>
                    <a:cubicBezTo>
                      <a:pt x="0" y="46"/>
                      <a:pt x="3" y="56"/>
                      <a:pt x="3" y="56"/>
                    </a:cubicBezTo>
                    <a:cubicBezTo>
                      <a:pt x="6" y="75"/>
                      <a:pt x="34" y="32"/>
                      <a:pt x="34" y="32"/>
                    </a:cubicBezTo>
                    <a:cubicBezTo>
                      <a:pt x="35" y="35"/>
                      <a:pt x="38" y="35"/>
                      <a:pt x="38" y="35"/>
                    </a:cubicBezTo>
                    <a:cubicBezTo>
                      <a:pt x="52" y="37"/>
                      <a:pt x="47" y="26"/>
                      <a:pt x="47" y="26"/>
                    </a:cubicBezTo>
                    <a:cubicBezTo>
                      <a:pt x="49" y="21"/>
                      <a:pt x="58" y="16"/>
                      <a:pt x="58" y="16"/>
                    </a:cubicBezTo>
                    <a:cubicBezTo>
                      <a:pt x="44" y="53"/>
                      <a:pt x="9" y="90"/>
                      <a:pt x="9" y="90"/>
                    </a:cubicBezTo>
                    <a:cubicBezTo>
                      <a:pt x="9" y="101"/>
                      <a:pt x="9" y="101"/>
                      <a:pt x="9" y="101"/>
                    </a:cubicBezTo>
                    <a:cubicBezTo>
                      <a:pt x="12" y="114"/>
                      <a:pt x="31" y="89"/>
                      <a:pt x="31" y="89"/>
                    </a:cubicBezTo>
                    <a:cubicBezTo>
                      <a:pt x="26" y="107"/>
                      <a:pt x="26" y="107"/>
                      <a:pt x="26" y="107"/>
                    </a:cubicBezTo>
                    <a:cubicBezTo>
                      <a:pt x="24" y="115"/>
                      <a:pt x="30" y="113"/>
                      <a:pt x="30" y="113"/>
                    </a:cubicBezTo>
                    <a:cubicBezTo>
                      <a:pt x="53" y="112"/>
                      <a:pt x="53" y="118"/>
                      <a:pt x="53" y="118"/>
                    </a:cubicBezTo>
                    <a:cubicBezTo>
                      <a:pt x="12" y="121"/>
                      <a:pt x="2" y="145"/>
                      <a:pt x="2" y="145"/>
                    </a:cubicBezTo>
                    <a:cubicBezTo>
                      <a:pt x="6" y="156"/>
                      <a:pt x="25" y="161"/>
                      <a:pt x="48" y="169"/>
                    </a:cubicBezTo>
                    <a:cubicBezTo>
                      <a:pt x="71" y="168"/>
                      <a:pt x="64" y="130"/>
                      <a:pt x="64" y="130"/>
                    </a:cubicBezTo>
                    <a:cubicBezTo>
                      <a:pt x="79" y="129"/>
                      <a:pt x="82" y="137"/>
                      <a:pt x="82" y="137"/>
                    </a:cubicBezTo>
                    <a:cubicBezTo>
                      <a:pt x="90" y="130"/>
                      <a:pt x="90" y="130"/>
                      <a:pt x="90" y="130"/>
                    </a:cubicBezTo>
                    <a:cubicBezTo>
                      <a:pt x="79" y="115"/>
                      <a:pt x="62" y="119"/>
                      <a:pt x="62" y="119"/>
                    </a:cubicBezTo>
                    <a:cubicBezTo>
                      <a:pt x="60" y="107"/>
                      <a:pt x="45" y="106"/>
                      <a:pt x="45" y="106"/>
                    </a:cubicBezTo>
                    <a:cubicBezTo>
                      <a:pt x="35" y="105"/>
                      <a:pt x="44" y="92"/>
                      <a:pt x="47" y="77"/>
                    </a:cubicBezTo>
                    <a:cubicBezTo>
                      <a:pt x="47" y="64"/>
                      <a:pt x="25" y="82"/>
                      <a:pt x="25" y="82"/>
                    </a:cubicBezTo>
                    <a:cubicBezTo>
                      <a:pt x="43" y="66"/>
                      <a:pt x="66" y="31"/>
                      <a:pt x="71" y="16"/>
                    </a:cubicBezTo>
                    <a:cubicBezTo>
                      <a:pt x="75" y="0"/>
                      <a:pt x="59" y="7"/>
                      <a:pt x="59" y="7"/>
                    </a:cubicBezTo>
                    <a:cubicBezTo>
                      <a:pt x="59" y="7"/>
                      <a:pt x="42" y="20"/>
                      <a:pt x="41" y="21"/>
                    </a:cubicBezTo>
                    <a:cubicBezTo>
                      <a:pt x="32" y="21"/>
                      <a:pt x="30" y="28"/>
                      <a:pt x="30" y="28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7" y="54"/>
                      <a:pt x="2" y="39"/>
                      <a:pt x="2" y="3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9" name="îṥḻîďé">
                <a:extLst>
                  <a:ext uri="{FF2B5EF4-FFF2-40B4-BE49-F238E27FC236}">
                    <a16:creationId xmlns:a16="http://schemas.microsoft.com/office/drawing/2014/main" id="{034632B7-4F2C-48DB-BC75-4D325AECA7E7}"/>
                  </a:ext>
                </a:extLst>
              </p:cNvPr>
              <p:cNvSpPr/>
              <p:nvPr/>
            </p:nvSpPr>
            <p:spPr bwMode="auto">
              <a:xfrm>
                <a:off x="6802438" y="3471863"/>
                <a:ext cx="63500" cy="96838"/>
              </a:xfrm>
              <a:custGeom>
                <a:avLst/>
                <a:gdLst>
                  <a:gd name="T0" fmla="*/ 0 w 19"/>
                  <a:gd name="T1" fmla="*/ 0 h 29"/>
                  <a:gd name="T2" fmla="*/ 1 w 19"/>
                  <a:gd name="T3" fmla="*/ 29 h 29"/>
                  <a:gd name="T4" fmla="*/ 16 w 19"/>
                  <a:gd name="T5" fmla="*/ 13 h 29"/>
                  <a:gd name="T6" fmla="*/ 0 w 19"/>
                  <a:gd name="T7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29">
                    <a:moveTo>
                      <a:pt x="0" y="0"/>
                    </a:moveTo>
                    <a:cubicBezTo>
                      <a:pt x="0" y="0"/>
                      <a:pt x="9" y="19"/>
                      <a:pt x="1" y="29"/>
                    </a:cubicBezTo>
                    <a:cubicBezTo>
                      <a:pt x="1" y="29"/>
                      <a:pt x="13" y="27"/>
                      <a:pt x="16" y="13"/>
                    </a:cubicBezTo>
                    <a:cubicBezTo>
                      <a:pt x="19" y="0"/>
                      <a:pt x="4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iṣľíḍé">
                <a:extLst>
                  <a:ext uri="{FF2B5EF4-FFF2-40B4-BE49-F238E27FC236}">
                    <a16:creationId xmlns:a16="http://schemas.microsoft.com/office/drawing/2014/main" id="{77E427BA-9336-42BA-8F93-AFBE0BC83AD9}"/>
                  </a:ext>
                </a:extLst>
              </p:cNvPr>
              <p:cNvSpPr/>
              <p:nvPr/>
            </p:nvSpPr>
            <p:spPr bwMode="auto">
              <a:xfrm>
                <a:off x="6605588" y="3289301"/>
                <a:ext cx="223838" cy="309563"/>
              </a:xfrm>
              <a:custGeom>
                <a:avLst/>
                <a:gdLst>
                  <a:gd name="T0" fmla="*/ 26 w 68"/>
                  <a:gd name="T1" fmla="*/ 21 h 93"/>
                  <a:gd name="T2" fmla="*/ 30 w 68"/>
                  <a:gd name="T3" fmla="*/ 28 h 93"/>
                  <a:gd name="T4" fmla="*/ 42 w 68"/>
                  <a:gd name="T5" fmla="*/ 18 h 93"/>
                  <a:gd name="T6" fmla="*/ 37 w 68"/>
                  <a:gd name="T7" fmla="*/ 9 h 93"/>
                  <a:gd name="T8" fmla="*/ 46 w 68"/>
                  <a:gd name="T9" fmla="*/ 6 h 93"/>
                  <a:gd name="T10" fmla="*/ 53 w 68"/>
                  <a:gd name="T11" fmla="*/ 12 h 93"/>
                  <a:gd name="T12" fmla="*/ 62 w 68"/>
                  <a:gd name="T13" fmla="*/ 5 h 93"/>
                  <a:gd name="T14" fmla="*/ 68 w 68"/>
                  <a:gd name="T15" fmla="*/ 10 h 93"/>
                  <a:gd name="T16" fmla="*/ 53 w 68"/>
                  <a:gd name="T17" fmla="*/ 25 h 93"/>
                  <a:gd name="T18" fmla="*/ 27 w 68"/>
                  <a:gd name="T19" fmla="*/ 71 h 93"/>
                  <a:gd name="T20" fmla="*/ 0 w 68"/>
                  <a:gd name="T21" fmla="*/ 92 h 93"/>
                  <a:gd name="T22" fmla="*/ 0 w 68"/>
                  <a:gd name="T23" fmla="*/ 89 h 93"/>
                  <a:gd name="T24" fmla="*/ 31 w 68"/>
                  <a:gd name="T25" fmla="*/ 42 h 93"/>
                  <a:gd name="T26" fmla="*/ 21 w 68"/>
                  <a:gd name="T27" fmla="*/ 23 h 93"/>
                  <a:gd name="T28" fmla="*/ 26 w 68"/>
                  <a:gd name="T29" fmla="*/ 2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8" h="93">
                    <a:moveTo>
                      <a:pt x="26" y="21"/>
                    </a:moveTo>
                    <a:cubicBezTo>
                      <a:pt x="26" y="21"/>
                      <a:pt x="21" y="36"/>
                      <a:pt x="30" y="28"/>
                    </a:cubicBezTo>
                    <a:cubicBezTo>
                      <a:pt x="42" y="18"/>
                      <a:pt x="42" y="18"/>
                      <a:pt x="42" y="18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37" y="9"/>
                      <a:pt x="38" y="0"/>
                      <a:pt x="46" y="6"/>
                    </a:cubicBezTo>
                    <a:cubicBezTo>
                      <a:pt x="53" y="12"/>
                      <a:pt x="53" y="12"/>
                      <a:pt x="53" y="12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8" y="10"/>
                      <a:pt x="68" y="10"/>
                      <a:pt x="68" y="10"/>
                    </a:cubicBezTo>
                    <a:cubicBezTo>
                      <a:pt x="53" y="25"/>
                      <a:pt x="53" y="25"/>
                      <a:pt x="53" y="25"/>
                    </a:cubicBezTo>
                    <a:cubicBezTo>
                      <a:pt x="53" y="25"/>
                      <a:pt x="54" y="39"/>
                      <a:pt x="27" y="71"/>
                    </a:cubicBezTo>
                    <a:cubicBezTo>
                      <a:pt x="27" y="71"/>
                      <a:pt x="12" y="93"/>
                      <a:pt x="0" y="92"/>
                    </a:cubicBezTo>
                    <a:cubicBezTo>
                      <a:pt x="0" y="89"/>
                      <a:pt x="0" y="89"/>
                      <a:pt x="0" y="89"/>
                    </a:cubicBezTo>
                    <a:cubicBezTo>
                      <a:pt x="0" y="89"/>
                      <a:pt x="17" y="83"/>
                      <a:pt x="31" y="42"/>
                    </a:cubicBezTo>
                    <a:cubicBezTo>
                      <a:pt x="31" y="42"/>
                      <a:pt x="13" y="49"/>
                      <a:pt x="21" y="23"/>
                    </a:cubicBezTo>
                    <a:cubicBezTo>
                      <a:pt x="21" y="23"/>
                      <a:pt x="22" y="16"/>
                      <a:pt x="26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iSlidé">
                <a:extLst>
                  <a:ext uri="{FF2B5EF4-FFF2-40B4-BE49-F238E27FC236}">
                    <a16:creationId xmlns:a16="http://schemas.microsoft.com/office/drawing/2014/main" id="{8C2EF347-4586-4DCE-BA4E-21E22F7139B9}"/>
                  </a:ext>
                </a:extLst>
              </p:cNvPr>
              <p:cNvSpPr/>
              <p:nvPr/>
            </p:nvSpPr>
            <p:spPr bwMode="auto">
              <a:xfrm>
                <a:off x="6334125" y="3495676"/>
                <a:ext cx="79375" cy="76200"/>
              </a:xfrm>
              <a:custGeom>
                <a:avLst/>
                <a:gdLst>
                  <a:gd name="T0" fmla="*/ 0 w 24"/>
                  <a:gd name="T1" fmla="*/ 4 h 23"/>
                  <a:gd name="T2" fmla="*/ 21 w 24"/>
                  <a:gd name="T3" fmla="*/ 19 h 23"/>
                  <a:gd name="T4" fmla="*/ 18 w 24"/>
                  <a:gd name="T5" fmla="*/ 23 h 23"/>
                  <a:gd name="T6" fmla="*/ 0 w 24"/>
                  <a:gd name="T7" fmla="*/ 4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4" h="23">
                    <a:moveTo>
                      <a:pt x="0" y="4"/>
                    </a:moveTo>
                    <a:cubicBezTo>
                      <a:pt x="0" y="4"/>
                      <a:pt x="24" y="0"/>
                      <a:pt x="21" y="19"/>
                    </a:cubicBezTo>
                    <a:cubicBezTo>
                      <a:pt x="18" y="23"/>
                      <a:pt x="18" y="23"/>
                      <a:pt x="18" y="23"/>
                    </a:cubicBez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2" name="ïśľïdê">
                <a:extLst>
                  <a:ext uri="{FF2B5EF4-FFF2-40B4-BE49-F238E27FC236}">
                    <a16:creationId xmlns:a16="http://schemas.microsoft.com/office/drawing/2014/main" id="{7779A4E8-87D8-4496-A494-674B35972478}"/>
                  </a:ext>
                </a:extLst>
              </p:cNvPr>
              <p:cNvSpPr/>
              <p:nvPr/>
            </p:nvSpPr>
            <p:spPr bwMode="auto">
              <a:xfrm>
                <a:off x="6194425" y="3171826"/>
                <a:ext cx="225425" cy="460375"/>
              </a:xfrm>
              <a:custGeom>
                <a:avLst/>
                <a:gdLst>
                  <a:gd name="T0" fmla="*/ 3 w 68"/>
                  <a:gd name="T1" fmla="*/ 55 h 138"/>
                  <a:gd name="T2" fmla="*/ 24 w 68"/>
                  <a:gd name="T3" fmla="*/ 42 h 138"/>
                  <a:gd name="T4" fmla="*/ 38 w 68"/>
                  <a:gd name="T5" fmla="*/ 1 h 138"/>
                  <a:gd name="T6" fmla="*/ 44 w 68"/>
                  <a:gd name="T7" fmla="*/ 16 h 138"/>
                  <a:gd name="T8" fmla="*/ 37 w 68"/>
                  <a:gd name="T9" fmla="*/ 34 h 138"/>
                  <a:gd name="T10" fmla="*/ 55 w 68"/>
                  <a:gd name="T11" fmla="*/ 12 h 138"/>
                  <a:gd name="T12" fmla="*/ 58 w 68"/>
                  <a:gd name="T13" fmla="*/ 32 h 138"/>
                  <a:gd name="T14" fmla="*/ 24 w 68"/>
                  <a:gd name="T15" fmla="*/ 62 h 138"/>
                  <a:gd name="T16" fmla="*/ 18 w 68"/>
                  <a:gd name="T17" fmla="*/ 92 h 138"/>
                  <a:gd name="T18" fmla="*/ 27 w 68"/>
                  <a:gd name="T19" fmla="*/ 83 h 138"/>
                  <a:gd name="T20" fmla="*/ 34 w 68"/>
                  <a:gd name="T21" fmla="*/ 56 h 138"/>
                  <a:gd name="T22" fmla="*/ 47 w 68"/>
                  <a:gd name="T23" fmla="*/ 76 h 138"/>
                  <a:gd name="T24" fmla="*/ 39 w 68"/>
                  <a:gd name="T25" fmla="*/ 87 h 138"/>
                  <a:gd name="T26" fmla="*/ 40 w 68"/>
                  <a:gd name="T27" fmla="*/ 132 h 138"/>
                  <a:gd name="T28" fmla="*/ 22 w 68"/>
                  <a:gd name="T29" fmla="*/ 120 h 138"/>
                  <a:gd name="T30" fmla="*/ 12 w 68"/>
                  <a:gd name="T31" fmla="*/ 138 h 138"/>
                  <a:gd name="T32" fmla="*/ 2 w 68"/>
                  <a:gd name="T33" fmla="*/ 127 h 138"/>
                  <a:gd name="T34" fmla="*/ 27 w 68"/>
                  <a:gd name="T35" fmla="*/ 102 h 138"/>
                  <a:gd name="T36" fmla="*/ 26 w 68"/>
                  <a:gd name="T37" fmla="*/ 95 h 138"/>
                  <a:gd name="T38" fmla="*/ 15 w 68"/>
                  <a:gd name="T39" fmla="*/ 106 h 138"/>
                  <a:gd name="T40" fmla="*/ 5 w 68"/>
                  <a:gd name="T41" fmla="*/ 98 h 138"/>
                  <a:gd name="T42" fmla="*/ 16 w 68"/>
                  <a:gd name="T43" fmla="*/ 67 h 138"/>
                  <a:gd name="T44" fmla="*/ 3 w 68"/>
                  <a:gd name="T45" fmla="*/ 55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8" h="138">
                    <a:moveTo>
                      <a:pt x="3" y="55"/>
                    </a:moveTo>
                    <a:cubicBezTo>
                      <a:pt x="3" y="55"/>
                      <a:pt x="17" y="58"/>
                      <a:pt x="24" y="42"/>
                    </a:cubicBezTo>
                    <a:cubicBezTo>
                      <a:pt x="24" y="42"/>
                      <a:pt x="38" y="9"/>
                      <a:pt x="38" y="1"/>
                    </a:cubicBezTo>
                    <a:cubicBezTo>
                      <a:pt x="38" y="1"/>
                      <a:pt x="46" y="0"/>
                      <a:pt x="44" y="16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55" y="23"/>
                      <a:pt x="55" y="12"/>
                    </a:cubicBezTo>
                    <a:cubicBezTo>
                      <a:pt x="55" y="12"/>
                      <a:pt x="68" y="10"/>
                      <a:pt x="58" y="32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18" y="92"/>
                      <a:pt x="18" y="92"/>
                      <a:pt x="18" y="92"/>
                    </a:cubicBezTo>
                    <a:cubicBezTo>
                      <a:pt x="27" y="83"/>
                      <a:pt x="27" y="83"/>
                      <a:pt x="27" y="83"/>
                    </a:cubicBezTo>
                    <a:cubicBezTo>
                      <a:pt x="27" y="83"/>
                      <a:pt x="27" y="61"/>
                      <a:pt x="34" y="56"/>
                    </a:cubicBezTo>
                    <a:cubicBezTo>
                      <a:pt x="34" y="56"/>
                      <a:pt x="50" y="55"/>
                      <a:pt x="47" y="76"/>
                    </a:cubicBezTo>
                    <a:cubicBezTo>
                      <a:pt x="47" y="76"/>
                      <a:pt x="42" y="83"/>
                      <a:pt x="39" y="87"/>
                    </a:cubicBezTo>
                    <a:cubicBezTo>
                      <a:pt x="40" y="132"/>
                      <a:pt x="40" y="132"/>
                      <a:pt x="40" y="132"/>
                    </a:cubicBezTo>
                    <a:cubicBezTo>
                      <a:pt x="22" y="120"/>
                      <a:pt x="22" y="120"/>
                      <a:pt x="22" y="120"/>
                    </a:cubicBezTo>
                    <a:cubicBezTo>
                      <a:pt x="12" y="138"/>
                      <a:pt x="12" y="138"/>
                      <a:pt x="12" y="138"/>
                    </a:cubicBezTo>
                    <a:cubicBezTo>
                      <a:pt x="2" y="127"/>
                      <a:pt x="2" y="127"/>
                      <a:pt x="2" y="127"/>
                    </a:cubicBezTo>
                    <a:cubicBezTo>
                      <a:pt x="2" y="127"/>
                      <a:pt x="25" y="114"/>
                      <a:pt x="27" y="102"/>
                    </a:cubicBezTo>
                    <a:cubicBezTo>
                      <a:pt x="26" y="95"/>
                      <a:pt x="26" y="95"/>
                      <a:pt x="26" y="95"/>
                    </a:cubicBezTo>
                    <a:cubicBezTo>
                      <a:pt x="15" y="106"/>
                      <a:pt x="15" y="106"/>
                      <a:pt x="15" y="106"/>
                    </a:cubicBezTo>
                    <a:cubicBezTo>
                      <a:pt x="5" y="98"/>
                      <a:pt x="5" y="98"/>
                      <a:pt x="5" y="98"/>
                    </a:cubicBezTo>
                    <a:cubicBezTo>
                      <a:pt x="16" y="67"/>
                      <a:pt x="16" y="67"/>
                      <a:pt x="16" y="67"/>
                    </a:cubicBezTo>
                    <a:cubicBezTo>
                      <a:pt x="16" y="67"/>
                      <a:pt x="0" y="60"/>
                      <a:pt x="3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3" name="išḷíḍe">
                <a:extLst>
                  <a:ext uri="{FF2B5EF4-FFF2-40B4-BE49-F238E27FC236}">
                    <a16:creationId xmlns:a16="http://schemas.microsoft.com/office/drawing/2014/main" id="{7F476276-FE05-4EBA-9554-25580868476D}"/>
                  </a:ext>
                </a:extLst>
              </p:cNvPr>
              <p:cNvSpPr/>
              <p:nvPr/>
            </p:nvSpPr>
            <p:spPr bwMode="auto">
              <a:xfrm>
                <a:off x="5946775" y="3398838"/>
                <a:ext cx="96838" cy="100013"/>
              </a:xfrm>
              <a:custGeom>
                <a:avLst/>
                <a:gdLst>
                  <a:gd name="T0" fmla="*/ 0 w 29"/>
                  <a:gd name="T1" fmla="*/ 30 h 30"/>
                  <a:gd name="T2" fmla="*/ 14 w 29"/>
                  <a:gd name="T3" fmla="*/ 0 h 30"/>
                  <a:gd name="T4" fmla="*/ 29 w 29"/>
                  <a:gd name="T5" fmla="*/ 14 h 30"/>
                  <a:gd name="T6" fmla="*/ 0 w 29"/>
                  <a:gd name="T7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30">
                    <a:moveTo>
                      <a:pt x="0" y="3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9" y="14"/>
                      <a:pt x="9" y="29"/>
                      <a:pt x="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4" name="îṣḻîḓè">
                <a:extLst>
                  <a:ext uri="{FF2B5EF4-FFF2-40B4-BE49-F238E27FC236}">
                    <a16:creationId xmlns:a16="http://schemas.microsoft.com/office/drawing/2014/main" id="{ACC74B45-02FF-4F34-8E7E-F082B340D77C}"/>
                  </a:ext>
                </a:extLst>
              </p:cNvPr>
              <p:cNvSpPr/>
              <p:nvPr/>
            </p:nvSpPr>
            <p:spPr bwMode="auto">
              <a:xfrm>
                <a:off x="5722938" y="3419476"/>
                <a:ext cx="201613" cy="176213"/>
              </a:xfrm>
              <a:custGeom>
                <a:avLst/>
                <a:gdLst>
                  <a:gd name="T0" fmla="*/ 16 w 61"/>
                  <a:gd name="T1" fmla="*/ 38 h 53"/>
                  <a:gd name="T2" fmla="*/ 59 w 61"/>
                  <a:gd name="T3" fmla="*/ 0 h 53"/>
                  <a:gd name="T4" fmla="*/ 61 w 61"/>
                  <a:gd name="T5" fmla="*/ 4 h 53"/>
                  <a:gd name="T6" fmla="*/ 10 w 61"/>
                  <a:gd name="T7" fmla="*/ 53 h 53"/>
                  <a:gd name="T8" fmla="*/ 0 w 61"/>
                  <a:gd name="T9" fmla="*/ 41 h 53"/>
                  <a:gd name="T10" fmla="*/ 11 w 61"/>
                  <a:gd name="T11" fmla="*/ 8 h 53"/>
                  <a:gd name="T12" fmla="*/ 16 w 61"/>
                  <a:gd name="T13" fmla="*/ 38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1" h="53">
                    <a:moveTo>
                      <a:pt x="16" y="38"/>
                    </a:moveTo>
                    <a:cubicBezTo>
                      <a:pt x="59" y="0"/>
                      <a:pt x="59" y="0"/>
                      <a:pt x="59" y="0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4"/>
                      <a:pt x="40" y="40"/>
                      <a:pt x="10" y="53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1"/>
                      <a:pt x="11" y="18"/>
                      <a:pt x="11" y="8"/>
                    </a:cubicBezTo>
                    <a:cubicBezTo>
                      <a:pt x="11" y="8"/>
                      <a:pt x="27" y="6"/>
                      <a:pt x="16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iṣḷîḓé">
                <a:extLst>
                  <a:ext uri="{FF2B5EF4-FFF2-40B4-BE49-F238E27FC236}">
                    <a16:creationId xmlns:a16="http://schemas.microsoft.com/office/drawing/2014/main" id="{53C94A61-654E-4C9F-B270-BEE5DAF51C27}"/>
                  </a:ext>
                </a:extLst>
              </p:cNvPr>
              <p:cNvSpPr/>
              <p:nvPr/>
            </p:nvSpPr>
            <p:spPr bwMode="auto">
              <a:xfrm>
                <a:off x="5870575" y="3235326"/>
                <a:ext cx="60325" cy="177800"/>
              </a:xfrm>
              <a:custGeom>
                <a:avLst/>
                <a:gdLst>
                  <a:gd name="T0" fmla="*/ 0 w 18"/>
                  <a:gd name="T1" fmla="*/ 51 h 53"/>
                  <a:gd name="T2" fmla="*/ 1 w 18"/>
                  <a:gd name="T3" fmla="*/ 0 h 53"/>
                  <a:gd name="T4" fmla="*/ 15 w 18"/>
                  <a:gd name="T5" fmla="*/ 21 h 53"/>
                  <a:gd name="T6" fmla="*/ 0 w 18"/>
                  <a:gd name="T7" fmla="*/ 51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" h="53">
                    <a:moveTo>
                      <a:pt x="0" y="51"/>
                    </a:moveTo>
                    <a:cubicBezTo>
                      <a:pt x="0" y="51"/>
                      <a:pt x="8" y="16"/>
                      <a:pt x="1" y="0"/>
                    </a:cubicBezTo>
                    <a:cubicBezTo>
                      <a:pt x="1" y="0"/>
                      <a:pt x="18" y="4"/>
                      <a:pt x="15" y="21"/>
                    </a:cubicBezTo>
                    <a:cubicBezTo>
                      <a:pt x="11" y="39"/>
                      <a:pt x="11" y="53"/>
                      <a:pt x="0" y="5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8" name="ïṩ1îḑé">
              <a:extLst>
                <a:ext uri="{FF2B5EF4-FFF2-40B4-BE49-F238E27FC236}">
                  <a16:creationId xmlns:a16="http://schemas.microsoft.com/office/drawing/2014/main" id="{4CF24D40-3498-4DA2-8E14-09580AC415B4}"/>
                </a:ext>
              </a:extLst>
            </p:cNvPr>
            <p:cNvGrpSpPr/>
            <p:nvPr/>
          </p:nvGrpSpPr>
          <p:grpSpPr>
            <a:xfrm>
              <a:off x="5112548" y="4078070"/>
              <a:ext cx="4180976" cy="274494"/>
              <a:chOff x="5705475" y="3682999"/>
              <a:chExt cx="1666875" cy="109436"/>
            </a:xfrm>
            <a:grpFill/>
          </p:grpSpPr>
          <p:sp>
            <p:nvSpPr>
              <p:cNvPr id="19" name="îṣḷidê">
                <a:extLst>
                  <a:ext uri="{FF2B5EF4-FFF2-40B4-BE49-F238E27FC236}">
                    <a16:creationId xmlns:a16="http://schemas.microsoft.com/office/drawing/2014/main" id="{E6464D9B-1147-40C6-99A2-5C95750CB15A}"/>
                  </a:ext>
                </a:extLst>
              </p:cNvPr>
              <p:cNvSpPr/>
              <p:nvPr/>
            </p:nvSpPr>
            <p:spPr bwMode="auto">
              <a:xfrm>
                <a:off x="5705475" y="3683001"/>
                <a:ext cx="63500" cy="92075"/>
              </a:xfrm>
              <a:custGeom>
                <a:avLst/>
                <a:gdLst>
                  <a:gd name="T0" fmla="*/ 19 w 19"/>
                  <a:gd name="T1" fmla="*/ 20 h 28"/>
                  <a:gd name="T2" fmla="*/ 16 w 19"/>
                  <a:gd name="T3" fmla="*/ 25 h 28"/>
                  <a:gd name="T4" fmla="*/ 9 w 19"/>
                  <a:gd name="T5" fmla="*/ 28 h 28"/>
                  <a:gd name="T6" fmla="*/ 2 w 19"/>
                  <a:gd name="T7" fmla="*/ 25 h 28"/>
                  <a:gd name="T8" fmla="*/ 0 w 19"/>
                  <a:gd name="T9" fmla="*/ 20 h 28"/>
                  <a:gd name="T10" fmla="*/ 0 w 19"/>
                  <a:gd name="T11" fmla="*/ 19 h 28"/>
                  <a:gd name="T12" fmla="*/ 4 w 19"/>
                  <a:gd name="T13" fmla="*/ 19 h 28"/>
                  <a:gd name="T14" fmla="*/ 4 w 19"/>
                  <a:gd name="T15" fmla="*/ 20 h 28"/>
                  <a:gd name="T16" fmla="*/ 6 w 19"/>
                  <a:gd name="T17" fmla="*/ 23 h 28"/>
                  <a:gd name="T18" fmla="*/ 9 w 19"/>
                  <a:gd name="T19" fmla="*/ 24 h 28"/>
                  <a:gd name="T20" fmla="*/ 14 w 19"/>
                  <a:gd name="T21" fmla="*/ 23 h 28"/>
                  <a:gd name="T22" fmla="*/ 15 w 19"/>
                  <a:gd name="T23" fmla="*/ 20 h 28"/>
                  <a:gd name="T24" fmla="*/ 13 w 19"/>
                  <a:gd name="T25" fmla="*/ 17 h 28"/>
                  <a:gd name="T26" fmla="*/ 9 w 19"/>
                  <a:gd name="T27" fmla="*/ 14 h 28"/>
                  <a:gd name="T28" fmla="*/ 3 w 19"/>
                  <a:gd name="T29" fmla="*/ 11 h 28"/>
                  <a:gd name="T30" fmla="*/ 1 w 19"/>
                  <a:gd name="T31" fmla="*/ 7 h 28"/>
                  <a:gd name="T32" fmla="*/ 3 w 19"/>
                  <a:gd name="T33" fmla="*/ 2 h 28"/>
                  <a:gd name="T34" fmla="*/ 9 w 19"/>
                  <a:gd name="T35" fmla="*/ 0 h 28"/>
                  <a:gd name="T36" fmla="*/ 16 w 19"/>
                  <a:gd name="T37" fmla="*/ 2 h 28"/>
                  <a:gd name="T38" fmla="*/ 18 w 19"/>
                  <a:gd name="T39" fmla="*/ 7 h 28"/>
                  <a:gd name="T40" fmla="*/ 14 w 19"/>
                  <a:gd name="T41" fmla="*/ 7 h 28"/>
                  <a:gd name="T42" fmla="*/ 13 w 19"/>
                  <a:gd name="T43" fmla="*/ 4 h 28"/>
                  <a:gd name="T44" fmla="*/ 9 w 19"/>
                  <a:gd name="T45" fmla="*/ 3 h 28"/>
                  <a:gd name="T46" fmla="*/ 6 w 19"/>
                  <a:gd name="T47" fmla="*/ 4 h 28"/>
                  <a:gd name="T48" fmla="*/ 5 w 19"/>
                  <a:gd name="T49" fmla="*/ 7 h 28"/>
                  <a:gd name="T50" fmla="*/ 6 w 19"/>
                  <a:gd name="T51" fmla="*/ 9 h 28"/>
                  <a:gd name="T52" fmla="*/ 11 w 19"/>
                  <a:gd name="T53" fmla="*/ 12 h 28"/>
                  <a:gd name="T54" fmla="*/ 17 w 19"/>
                  <a:gd name="T55" fmla="*/ 15 h 28"/>
                  <a:gd name="T56" fmla="*/ 19 w 19"/>
                  <a:gd name="T57" fmla="*/ 2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9" h="28">
                    <a:moveTo>
                      <a:pt x="19" y="20"/>
                    </a:moveTo>
                    <a:cubicBezTo>
                      <a:pt x="19" y="22"/>
                      <a:pt x="18" y="24"/>
                      <a:pt x="16" y="25"/>
                    </a:cubicBezTo>
                    <a:cubicBezTo>
                      <a:pt x="15" y="27"/>
                      <a:pt x="12" y="28"/>
                      <a:pt x="9" y="28"/>
                    </a:cubicBezTo>
                    <a:cubicBezTo>
                      <a:pt x="6" y="28"/>
                      <a:pt x="4" y="27"/>
                      <a:pt x="2" y="25"/>
                    </a:cubicBezTo>
                    <a:cubicBezTo>
                      <a:pt x="1" y="24"/>
                      <a:pt x="0" y="22"/>
                      <a:pt x="0" y="20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4" y="21"/>
                      <a:pt x="5" y="22"/>
                      <a:pt x="6" y="23"/>
                    </a:cubicBezTo>
                    <a:cubicBezTo>
                      <a:pt x="7" y="24"/>
                      <a:pt x="8" y="24"/>
                      <a:pt x="9" y="24"/>
                    </a:cubicBezTo>
                    <a:cubicBezTo>
                      <a:pt x="11" y="24"/>
                      <a:pt x="13" y="24"/>
                      <a:pt x="14" y="23"/>
                    </a:cubicBezTo>
                    <a:cubicBezTo>
                      <a:pt x="15" y="22"/>
                      <a:pt x="15" y="21"/>
                      <a:pt x="15" y="20"/>
                    </a:cubicBezTo>
                    <a:cubicBezTo>
                      <a:pt x="15" y="19"/>
                      <a:pt x="14" y="18"/>
                      <a:pt x="13" y="17"/>
                    </a:cubicBezTo>
                    <a:cubicBezTo>
                      <a:pt x="12" y="16"/>
                      <a:pt x="11" y="15"/>
                      <a:pt x="9" y="14"/>
                    </a:cubicBezTo>
                    <a:cubicBezTo>
                      <a:pt x="6" y="13"/>
                      <a:pt x="4" y="12"/>
                      <a:pt x="3" y="11"/>
                    </a:cubicBezTo>
                    <a:cubicBezTo>
                      <a:pt x="1" y="10"/>
                      <a:pt x="1" y="9"/>
                      <a:pt x="1" y="7"/>
                    </a:cubicBezTo>
                    <a:cubicBezTo>
                      <a:pt x="1" y="5"/>
                      <a:pt x="2" y="3"/>
                      <a:pt x="3" y="2"/>
                    </a:cubicBezTo>
                    <a:cubicBezTo>
                      <a:pt x="5" y="0"/>
                      <a:pt x="7" y="0"/>
                      <a:pt x="9" y="0"/>
                    </a:cubicBezTo>
                    <a:cubicBezTo>
                      <a:pt x="13" y="0"/>
                      <a:pt x="15" y="0"/>
                      <a:pt x="16" y="2"/>
                    </a:cubicBezTo>
                    <a:cubicBezTo>
                      <a:pt x="17" y="4"/>
                      <a:pt x="18" y="5"/>
                      <a:pt x="18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6"/>
                      <a:pt x="14" y="5"/>
                      <a:pt x="13" y="4"/>
                    </a:cubicBezTo>
                    <a:cubicBezTo>
                      <a:pt x="12" y="3"/>
                      <a:pt x="11" y="3"/>
                      <a:pt x="9" y="3"/>
                    </a:cubicBezTo>
                    <a:cubicBezTo>
                      <a:pt x="8" y="3"/>
                      <a:pt x="7" y="3"/>
                      <a:pt x="6" y="4"/>
                    </a:cubicBezTo>
                    <a:cubicBezTo>
                      <a:pt x="5" y="5"/>
                      <a:pt x="5" y="5"/>
                      <a:pt x="5" y="7"/>
                    </a:cubicBezTo>
                    <a:cubicBezTo>
                      <a:pt x="5" y="8"/>
                      <a:pt x="5" y="8"/>
                      <a:pt x="6" y="9"/>
                    </a:cubicBezTo>
                    <a:cubicBezTo>
                      <a:pt x="6" y="10"/>
                      <a:pt x="8" y="11"/>
                      <a:pt x="11" y="12"/>
                    </a:cubicBezTo>
                    <a:cubicBezTo>
                      <a:pt x="13" y="13"/>
                      <a:pt x="15" y="14"/>
                      <a:pt x="17" y="15"/>
                    </a:cubicBezTo>
                    <a:cubicBezTo>
                      <a:pt x="18" y="16"/>
                      <a:pt x="19" y="18"/>
                      <a:pt x="19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0" name="íṣḻïḑè">
                <a:extLst>
                  <a:ext uri="{FF2B5EF4-FFF2-40B4-BE49-F238E27FC236}">
                    <a16:creationId xmlns:a16="http://schemas.microsoft.com/office/drawing/2014/main" id="{E44D0FD8-BA9E-49AA-AB64-A773F84B6898}"/>
                  </a:ext>
                </a:extLst>
              </p:cNvPr>
              <p:cNvSpPr/>
              <p:nvPr/>
            </p:nvSpPr>
            <p:spPr bwMode="auto">
              <a:xfrm>
                <a:off x="5799138" y="3683001"/>
                <a:ext cx="58738" cy="88900"/>
              </a:xfrm>
              <a:custGeom>
                <a:avLst/>
                <a:gdLst>
                  <a:gd name="T0" fmla="*/ 37 w 37"/>
                  <a:gd name="T1" fmla="*/ 56 h 56"/>
                  <a:gd name="T2" fmla="*/ 29 w 37"/>
                  <a:gd name="T3" fmla="*/ 56 h 56"/>
                  <a:gd name="T4" fmla="*/ 29 w 37"/>
                  <a:gd name="T5" fmla="*/ 29 h 56"/>
                  <a:gd name="T6" fmla="*/ 8 w 37"/>
                  <a:gd name="T7" fmla="*/ 29 h 56"/>
                  <a:gd name="T8" fmla="*/ 8 w 37"/>
                  <a:gd name="T9" fmla="*/ 56 h 56"/>
                  <a:gd name="T10" fmla="*/ 0 w 37"/>
                  <a:gd name="T11" fmla="*/ 56 h 56"/>
                  <a:gd name="T12" fmla="*/ 0 w 37"/>
                  <a:gd name="T13" fmla="*/ 0 h 56"/>
                  <a:gd name="T14" fmla="*/ 8 w 37"/>
                  <a:gd name="T15" fmla="*/ 0 h 56"/>
                  <a:gd name="T16" fmla="*/ 8 w 37"/>
                  <a:gd name="T17" fmla="*/ 23 h 56"/>
                  <a:gd name="T18" fmla="*/ 29 w 37"/>
                  <a:gd name="T19" fmla="*/ 23 h 56"/>
                  <a:gd name="T20" fmla="*/ 29 w 37"/>
                  <a:gd name="T21" fmla="*/ 0 h 56"/>
                  <a:gd name="T22" fmla="*/ 37 w 37"/>
                  <a:gd name="T23" fmla="*/ 0 h 56"/>
                  <a:gd name="T24" fmla="*/ 37 w 37"/>
                  <a:gd name="T25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7" h="56">
                    <a:moveTo>
                      <a:pt x="37" y="56"/>
                    </a:moveTo>
                    <a:lnTo>
                      <a:pt x="29" y="56"/>
                    </a:lnTo>
                    <a:lnTo>
                      <a:pt x="29" y="29"/>
                    </a:lnTo>
                    <a:lnTo>
                      <a:pt x="8" y="29"/>
                    </a:lnTo>
                    <a:lnTo>
                      <a:pt x="8" y="56"/>
                    </a:lnTo>
                    <a:lnTo>
                      <a:pt x="0" y="56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8" y="23"/>
                    </a:lnTo>
                    <a:lnTo>
                      <a:pt x="29" y="23"/>
                    </a:lnTo>
                    <a:lnTo>
                      <a:pt x="29" y="0"/>
                    </a:lnTo>
                    <a:lnTo>
                      <a:pt x="37" y="0"/>
                    </a:lnTo>
                    <a:lnTo>
                      <a:pt x="37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1" name="iṧľiḍe">
                <a:extLst>
                  <a:ext uri="{FF2B5EF4-FFF2-40B4-BE49-F238E27FC236}">
                    <a16:creationId xmlns:a16="http://schemas.microsoft.com/office/drawing/2014/main" id="{49DDBFDB-335B-4325-AF48-5124B9B83624}"/>
                  </a:ext>
                </a:extLst>
              </p:cNvPr>
              <p:cNvSpPr/>
              <p:nvPr/>
            </p:nvSpPr>
            <p:spPr bwMode="auto">
              <a:xfrm>
                <a:off x="5884863" y="3683001"/>
                <a:ext cx="68263" cy="88900"/>
              </a:xfrm>
              <a:custGeom>
                <a:avLst/>
                <a:gdLst>
                  <a:gd name="T0" fmla="*/ 43 w 43"/>
                  <a:gd name="T1" fmla="*/ 56 h 56"/>
                  <a:gd name="T2" fmla="*/ 35 w 43"/>
                  <a:gd name="T3" fmla="*/ 56 h 56"/>
                  <a:gd name="T4" fmla="*/ 29 w 43"/>
                  <a:gd name="T5" fmla="*/ 40 h 56"/>
                  <a:gd name="T6" fmla="*/ 14 w 43"/>
                  <a:gd name="T7" fmla="*/ 40 h 56"/>
                  <a:gd name="T8" fmla="*/ 8 w 43"/>
                  <a:gd name="T9" fmla="*/ 56 h 56"/>
                  <a:gd name="T10" fmla="*/ 0 w 43"/>
                  <a:gd name="T11" fmla="*/ 56 h 56"/>
                  <a:gd name="T12" fmla="*/ 18 w 43"/>
                  <a:gd name="T13" fmla="*/ 0 h 56"/>
                  <a:gd name="T14" fmla="*/ 25 w 43"/>
                  <a:gd name="T15" fmla="*/ 0 h 56"/>
                  <a:gd name="T16" fmla="*/ 43 w 43"/>
                  <a:gd name="T17" fmla="*/ 56 h 56"/>
                  <a:gd name="T18" fmla="*/ 43 w 43"/>
                  <a:gd name="T19" fmla="*/ 56 h 56"/>
                  <a:gd name="T20" fmla="*/ 27 w 43"/>
                  <a:gd name="T21" fmla="*/ 33 h 56"/>
                  <a:gd name="T22" fmla="*/ 23 w 43"/>
                  <a:gd name="T23" fmla="*/ 12 h 56"/>
                  <a:gd name="T24" fmla="*/ 21 w 43"/>
                  <a:gd name="T25" fmla="*/ 12 h 56"/>
                  <a:gd name="T26" fmla="*/ 14 w 43"/>
                  <a:gd name="T27" fmla="*/ 33 h 56"/>
                  <a:gd name="T28" fmla="*/ 27 w 43"/>
                  <a:gd name="T29" fmla="*/ 33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3" h="56">
                    <a:moveTo>
                      <a:pt x="43" y="56"/>
                    </a:moveTo>
                    <a:lnTo>
                      <a:pt x="35" y="56"/>
                    </a:lnTo>
                    <a:lnTo>
                      <a:pt x="29" y="40"/>
                    </a:lnTo>
                    <a:lnTo>
                      <a:pt x="14" y="40"/>
                    </a:lnTo>
                    <a:lnTo>
                      <a:pt x="8" y="56"/>
                    </a:lnTo>
                    <a:lnTo>
                      <a:pt x="0" y="56"/>
                    </a:lnTo>
                    <a:lnTo>
                      <a:pt x="18" y="0"/>
                    </a:lnTo>
                    <a:lnTo>
                      <a:pt x="25" y="0"/>
                    </a:lnTo>
                    <a:lnTo>
                      <a:pt x="43" y="56"/>
                    </a:lnTo>
                    <a:lnTo>
                      <a:pt x="43" y="56"/>
                    </a:lnTo>
                    <a:close/>
                    <a:moveTo>
                      <a:pt x="27" y="33"/>
                    </a:moveTo>
                    <a:lnTo>
                      <a:pt x="23" y="12"/>
                    </a:lnTo>
                    <a:lnTo>
                      <a:pt x="21" y="12"/>
                    </a:lnTo>
                    <a:lnTo>
                      <a:pt x="14" y="33"/>
                    </a:lnTo>
                    <a:lnTo>
                      <a:pt x="27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ïšliḓê">
                <a:extLst>
                  <a:ext uri="{FF2B5EF4-FFF2-40B4-BE49-F238E27FC236}">
                    <a16:creationId xmlns:a16="http://schemas.microsoft.com/office/drawing/2014/main" id="{5AFF4B30-CA81-40C2-8373-09C2BF4F3143}"/>
                  </a:ext>
                </a:extLst>
              </p:cNvPr>
              <p:cNvSpPr/>
              <p:nvPr/>
            </p:nvSpPr>
            <p:spPr bwMode="auto">
              <a:xfrm>
                <a:off x="5976938" y="3683001"/>
                <a:ext cx="63500" cy="88900"/>
              </a:xfrm>
              <a:custGeom>
                <a:avLst/>
                <a:gdLst>
                  <a:gd name="T0" fmla="*/ 40 w 40"/>
                  <a:gd name="T1" fmla="*/ 56 h 56"/>
                  <a:gd name="T2" fmla="*/ 29 w 40"/>
                  <a:gd name="T3" fmla="*/ 56 h 56"/>
                  <a:gd name="T4" fmla="*/ 10 w 40"/>
                  <a:gd name="T5" fmla="*/ 14 h 56"/>
                  <a:gd name="T6" fmla="*/ 8 w 40"/>
                  <a:gd name="T7" fmla="*/ 14 h 56"/>
                  <a:gd name="T8" fmla="*/ 8 w 40"/>
                  <a:gd name="T9" fmla="*/ 56 h 56"/>
                  <a:gd name="T10" fmla="*/ 0 w 40"/>
                  <a:gd name="T11" fmla="*/ 56 h 56"/>
                  <a:gd name="T12" fmla="*/ 0 w 40"/>
                  <a:gd name="T13" fmla="*/ 0 h 56"/>
                  <a:gd name="T14" fmla="*/ 10 w 40"/>
                  <a:gd name="T15" fmla="*/ 0 h 56"/>
                  <a:gd name="T16" fmla="*/ 31 w 40"/>
                  <a:gd name="T17" fmla="*/ 42 h 56"/>
                  <a:gd name="T18" fmla="*/ 31 w 40"/>
                  <a:gd name="T19" fmla="*/ 42 h 56"/>
                  <a:gd name="T20" fmla="*/ 31 w 40"/>
                  <a:gd name="T21" fmla="*/ 0 h 56"/>
                  <a:gd name="T22" fmla="*/ 40 w 40"/>
                  <a:gd name="T23" fmla="*/ 0 h 56"/>
                  <a:gd name="T24" fmla="*/ 40 w 40"/>
                  <a:gd name="T25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0" h="56">
                    <a:moveTo>
                      <a:pt x="40" y="56"/>
                    </a:moveTo>
                    <a:lnTo>
                      <a:pt x="29" y="56"/>
                    </a:lnTo>
                    <a:lnTo>
                      <a:pt x="10" y="14"/>
                    </a:lnTo>
                    <a:lnTo>
                      <a:pt x="8" y="14"/>
                    </a:lnTo>
                    <a:lnTo>
                      <a:pt x="8" y="56"/>
                    </a:lnTo>
                    <a:lnTo>
                      <a:pt x="0" y="56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31" y="42"/>
                    </a:lnTo>
                    <a:lnTo>
                      <a:pt x="31" y="42"/>
                    </a:lnTo>
                    <a:lnTo>
                      <a:pt x="31" y="0"/>
                    </a:lnTo>
                    <a:lnTo>
                      <a:pt x="40" y="0"/>
                    </a:lnTo>
                    <a:lnTo>
                      <a:pt x="40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3" name="îṥlïďé">
                <a:extLst>
                  <a:ext uri="{FF2B5EF4-FFF2-40B4-BE49-F238E27FC236}">
                    <a16:creationId xmlns:a16="http://schemas.microsoft.com/office/drawing/2014/main" id="{D7F513DE-5227-4385-913C-FD94A6A110D4}"/>
                  </a:ext>
                </a:extLst>
              </p:cNvPr>
              <p:cNvSpPr/>
              <p:nvPr/>
            </p:nvSpPr>
            <p:spPr bwMode="auto">
              <a:xfrm>
                <a:off x="6069014" y="3682999"/>
                <a:ext cx="95855" cy="109436"/>
              </a:xfrm>
              <a:custGeom>
                <a:avLst/>
                <a:gdLst>
                  <a:gd name="T0" fmla="*/ 19 w 19"/>
                  <a:gd name="T1" fmla="*/ 14 h 27"/>
                  <a:gd name="T2" fmla="*/ 15 w 19"/>
                  <a:gd name="T3" fmla="*/ 24 h 27"/>
                  <a:gd name="T4" fmla="*/ 6 w 19"/>
                  <a:gd name="T5" fmla="*/ 27 h 27"/>
                  <a:gd name="T6" fmla="*/ 0 w 19"/>
                  <a:gd name="T7" fmla="*/ 27 h 27"/>
                  <a:gd name="T8" fmla="*/ 0 w 19"/>
                  <a:gd name="T9" fmla="*/ 0 h 27"/>
                  <a:gd name="T10" fmla="*/ 6 w 19"/>
                  <a:gd name="T11" fmla="*/ 0 h 27"/>
                  <a:gd name="T12" fmla="*/ 16 w 19"/>
                  <a:gd name="T13" fmla="*/ 3 h 27"/>
                  <a:gd name="T14" fmla="*/ 19 w 19"/>
                  <a:gd name="T15" fmla="*/ 14 h 27"/>
                  <a:gd name="T16" fmla="*/ 15 w 19"/>
                  <a:gd name="T17" fmla="*/ 14 h 27"/>
                  <a:gd name="T18" fmla="*/ 12 w 19"/>
                  <a:gd name="T19" fmla="*/ 5 h 27"/>
                  <a:gd name="T20" fmla="*/ 6 w 19"/>
                  <a:gd name="T21" fmla="*/ 3 h 27"/>
                  <a:gd name="T22" fmla="*/ 4 w 19"/>
                  <a:gd name="T23" fmla="*/ 3 h 27"/>
                  <a:gd name="T24" fmla="*/ 4 w 19"/>
                  <a:gd name="T25" fmla="*/ 24 h 27"/>
                  <a:gd name="T26" fmla="*/ 6 w 19"/>
                  <a:gd name="T27" fmla="*/ 24 h 27"/>
                  <a:gd name="T28" fmla="*/ 12 w 19"/>
                  <a:gd name="T29" fmla="*/ 22 h 27"/>
                  <a:gd name="T30" fmla="*/ 15 w 19"/>
                  <a:gd name="T3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9" h="27">
                    <a:moveTo>
                      <a:pt x="19" y="14"/>
                    </a:moveTo>
                    <a:cubicBezTo>
                      <a:pt x="19" y="19"/>
                      <a:pt x="18" y="22"/>
                      <a:pt x="15" y="24"/>
                    </a:cubicBezTo>
                    <a:cubicBezTo>
                      <a:pt x="13" y="26"/>
                      <a:pt x="10" y="27"/>
                      <a:pt x="6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10" y="0"/>
                      <a:pt x="14" y="1"/>
                      <a:pt x="16" y="3"/>
                    </a:cubicBezTo>
                    <a:cubicBezTo>
                      <a:pt x="18" y="5"/>
                      <a:pt x="19" y="9"/>
                      <a:pt x="19" y="14"/>
                    </a:cubicBezTo>
                    <a:close/>
                    <a:moveTo>
                      <a:pt x="15" y="14"/>
                    </a:moveTo>
                    <a:cubicBezTo>
                      <a:pt x="15" y="10"/>
                      <a:pt x="14" y="7"/>
                      <a:pt x="12" y="5"/>
                    </a:cubicBezTo>
                    <a:cubicBezTo>
                      <a:pt x="11" y="4"/>
                      <a:pt x="9" y="3"/>
                      <a:pt x="6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9" y="24"/>
                      <a:pt x="11" y="23"/>
                      <a:pt x="12" y="22"/>
                    </a:cubicBezTo>
                    <a:cubicBezTo>
                      <a:pt x="14" y="20"/>
                      <a:pt x="15" y="18"/>
                      <a:pt x="15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ï$ľîḋè">
                <a:extLst>
                  <a:ext uri="{FF2B5EF4-FFF2-40B4-BE49-F238E27FC236}">
                    <a16:creationId xmlns:a16="http://schemas.microsoft.com/office/drawing/2014/main" id="{2E2CDD4D-8BA3-4E03-AC3E-820CD74F1660}"/>
                  </a:ext>
                </a:extLst>
              </p:cNvPr>
              <p:cNvSpPr/>
              <p:nvPr/>
            </p:nvSpPr>
            <p:spPr bwMode="auto">
              <a:xfrm>
                <a:off x="6157913" y="3683001"/>
                <a:ext cx="66675" cy="92075"/>
              </a:xfrm>
              <a:custGeom>
                <a:avLst/>
                <a:gdLst>
                  <a:gd name="T0" fmla="*/ 20 w 20"/>
                  <a:gd name="T1" fmla="*/ 13 h 28"/>
                  <a:gd name="T2" fmla="*/ 17 w 20"/>
                  <a:gd name="T3" fmla="*/ 24 h 28"/>
                  <a:gd name="T4" fmla="*/ 10 w 20"/>
                  <a:gd name="T5" fmla="*/ 28 h 28"/>
                  <a:gd name="T6" fmla="*/ 2 w 20"/>
                  <a:gd name="T7" fmla="*/ 24 h 28"/>
                  <a:gd name="T8" fmla="*/ 0 w 20"/>
                  <a:gd name="T9" fmla="*/ 13 h 28"/>
                  <a:gd name="T10" fmla="*/ 2 w 20"/>
                  <a:gd name="T11" fmla="*/ 3 h 28"/>
                  <a:gd name="T12" fmla="*/ 10 w 20"/>
                  <a:gd name="T13" fmla="*/ 0 h 28"/>
                  <a:gd name="T14" fmla="*/ 17 w 20"/>
                  <a:gd name="T15" fmla="*/ 3 h 28"/>
                  <a:gd name="T16" fmla="*/ 20 w 20"/>
                  <a:gd name="T17" fmla="*/ 13 h 28"/>
                  <a:gd name="T18" fmla="*/ 15 w 20"/>
                  <a:gd name="T19" fmla="*/ 13 h 28"/>
                  <a:gd name="T20" fmla="*/ 14 w 20"/>
                  <a:gd name="T21" fmla="*/ 5 h 28"/>
                  <a:gd name="T22" fmla="*/ 10 w 20"/>
                  <a:gd name="T23" fmla="*/ 3 h 28"/>
                  <a:gd name="T24" fmla="*/ 6 w 20"/>
                  <a:gd name="T25" fmla="*/ 5 h 28"/>
                  <a:gd name="T26" fmla="*/ 4 w 20"/>
                  <a:gd name="T27" fmla="*/ 13 h 28"/>
                  <a:gd name="T28" fmla="*/ 6 w 20"/>
                  <a:gd name="T29" fmla="*/ 22 h 28"/>
                  <a:gd name="T30" fmla="*/ 10 w 20"/>
                  <a:gd name="T31" fmla="*/ 24 h 28"/>
                  <a:gd name="T32" fmla="*/ 14 w 20"/>
                  <a:gd name="T33" fmla="*/ 22 h 28"/>
                  <a:gd name="T34" fmla="*/ 15 w 20"/>
                  <a:gd name="T35" fmla="*/ 13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0" h="28">
                    <a:moveTo>
                      <a:pt x="20" y="13"/>
                    </a:moveTo>
                    <a:cubicBezTo>
                      <a:pt x="20" y="18"/>
                      <a:pt x="19" y="22"/>
                      <a:pt x="17" y="24"/>
                    </a:cubicBezTo>
                    <a:cubicBezTo>
                      <a:pt x="15" y="26"/>
                      <a:pt x="13" y="28"/>
                      <a:pt x="10" y="28"/>
                    </a:cubicBezTo>
                    <a:cubicBezTo>
                      <a:pt x="7" y="28"/>
                      <a:pt x="4" y="26"/>
                      <a:pt x="2" y="24"/>
                    </a:cubicBezTo>
                    <a:cubicBezTo>
                      <a:pt x="1" y="22"/>
                      <a:pt x="0" y="18"/>
                      <a:pt x="0" y="13"/>
                    </a:cubicBezTo>
                    <a:cubicBezTo>
                      <a:pt x="0" y="8"/>
                      <a:pt x="1" y="5"/>
                      <a:pt x="2" y="3"/>
                    </a:cubicBezTo>
                    <a:cubicBezTo>
                      <a:pt x="4" y="1"/>
                      <a:pt x="7" y="0"/>
                      <a:pt x="10" y="0"/>
                    </a:cubicBezTo>
                    <a:cubicBezTo>
                      <a:pt x="13" y="0"/>
                      <a:pt x="15" y="1"/>
                      <a:pt x="17" y="3"/>
                    </a:cubicBezTo>
                    <a:cubicBezTo>
                      <a:pt x="19" y="5"/>
                      <a:pt x="20" y="8"/>
                      <a:pt x="20" y="13"/>
                    </a:cubicBezTo>
                    <a:close/>
                    <a:moveTo>
                      <a:pt x="15" y="13"/>
                    </a:moveTo>
                    <a:cubicBezTo>
                      <a:pt x="15" y="9"/>
                      <a:pt x="15" y="6"/>
                      <a:pt x="14" y="5"/>
                    </a:cubicBezTo>
                    <a:cubicBezTo>
                      <a:pt x="13" y="3"/>
                      <a:pt x="11" y="3"/>
                      <a:pt x="10" y="3"/>
                    </a:cubicBezTo>
                    <a:cubicBezTo>
                      <a:pt x="8" y="3"/>
                      <a:pt x="7" y="3"/>
                      <a:pt x="6" y="5"/>
                    </a:cubicBezTo>
                    <a:cubicBezTo>
                      <a:pt x="5" y="6"/>
                      <a:pt x="4" y="9"/>
                      <a:pt x="4" y="13"/>
                    </a:cubicBezTo>
                    <a:cubicBezTo>
                      <a:pt x="4" y="18"/>
                      <a:pt x="5" y="21"/>
                      <a:pt x="6" y="22"/>
                    </a:cubicBezTo>
                    <a:cubicBezTo>
                      <a:pt x="7" y="24"/>
                      <a:pt x="8" y="24"/>
                      <a:pt x="10" y="24"/>
                    </a:cubicBezTo>
                    <a:cubicBezTo>
                      <a:pt x="11" y="24"/>
                      <a:pt x="13" y="24"/>
                      <a:pt x="14" y="22"/>
                    </a:cubicBezTo>
                    <a:cubicBezTo>
                      <a:pt x="15" y="21"/>
                      <a:pt x="15" y="18"/>
                      <a:pt x="1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išḷîďê">
                <a:extLst>
                  <a:ext uri="{FF2B5EF4-FFF2-40B4-BE49-F238E27FC236}">
                    <a16:creationId xmlns:a16="http://schemas.microsoft.com/office/drawing/2014/main" id="{8A1CCE4A-15DD-4C42-8513-D9535FDDF03C}"/>
                  </a:ext>
                </a:extLst>
              </p:cNvPr>
              <p:cNvSpPr/>
              <p:nvPr/>
            </p:nvSpPr>
            <p:spPr bwMode="auto">
              <a:xfrm>
                <a:off x="6251575" y="3683001"/>
                <a:ext cx="58738" cy="88900"/>
              </a:xfrm>
              <a:custGeom>
                <a:avLst/>
                <a:gdLst>
                  <a:gd name="T0" fmla="*/ 37 w 37"/>
                  <a:gd name="T1" fmla="*/ 56 h 56"/>
                  <a:gd name="T2" fmla="*/ 29 w 37"/>
                  <a:gd name="T3" fmla="*/ 56 h 56"/>
                  <a:gd name="T4" fmla="*/ 8 w 37"/>
                  <a:gd name="T5" fmla="*/ 14 h 56"/>
                  <a:gd name="T6" fmla="*/ 8 w 37"/>
                  <a:gd name="T7" fmla="*/ 14 h 56"/>
                  <a:gd name="T8" fmla="*/ 8 w 37"/>
                  <a:gd name="T9" fmla="*/ 56 h 56"/>
                  <a:gd name="T10" fmla="*/ 0 w 37"/>
                  <a:gd name="T11" fmla="*/ 56 h 56"/>
                  <a:gd name="T12" fmla="*/ 0 w 37"/>
                  <a:gd name="T13" fmla="*/ 0 h 56"/>
                  <a:gd name="T14" fmla="*/ 8 w 37"/>
                  <a:gd name="T15" fmla="*/ 0 h 56"/>
                  <a:gd name="T16" fmla="*/ 29 w 37"/>
                  <a:gd name="T17" fmla="*/ 42 h 56"/>
                  <a:gd name="T18" fmla="*/ 29 w 37"/>
                  <a:gd name="T19" fmla="*/ 42 h 56"/>
                  <a:gd name="T20" fmla="*/ 29 w 37"/>
                  <a:gd name="T21" fmla="*/ 0 h 56"/>
                  <a:gd name="T22" fmla="*/ 37 w 37"/>
                  <a:gd name="T23" fmla="*/ 0 h 56"/>
                  <a:gd name="T24" fmla="*/ 37 w 37"/>
                  <a:gd name="T25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7" h="56">
                    <a:moveTo>
                      <a:pt x="37" y="56"/>
                    </a:moveTo>
                    <a:lnTo>
                      <a:pt x="29" y="56"/>
                    </a:lnTo>
                    <a:lnTo>
                      <a:pt x="8" y="14"/>
                    </a:lnTo>
                    <a:lnTo>
                      <a:pt x="8" y="14"/>
                    </a:lnTo>
                    <a:lnTo>
                      <a:pt x="8" y="56"/>
                    </a:lnTo>
                    <a:lnTo>
                      <a:pt x="0" y="56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29" y="42"/>
                    </a:lnTo>
                    <a:lnTo>
                      <a:pt x="29" y="42"/>
                    </a:lnTo>
                    <a:lnTo>
                      <a:pt x="29" y="0"/>
                    </a:lnTo>
                    <a:lnTo>
                      <a:pt x="37" y="0"/>
                    </a:lnTo>
                    <a:lnTo>
                      <a:pt x="37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íŝḻîḑê">
                <a:extLst>
                  <a:ext uri="{FF2B5EF4-FFF2-40B4-BE49-F238E27FC236}">
                    <a16:creationId xmlns:a16="http://schemas.microsoft.com/office/drawing/2014/main" id="{971CEEAB-A34D-47A0-AD83-73613FE91380}"/>
                  </a:ext>
                </a:extLst>
              </p:cNvPr>
              <p:cNvSpPr/>
              <p:nvPr/>
            </p:nvSpPr>
            <p:spPr bwMode="auto">
              <a:xfrm>
                <a:off x="6340475" y="3683001"/>
                <a:ext cx="63500" cy="92075"/>
              </a:xfrm>
              <a:custGeom>
                <a:avLst/>
                <a:gdLst>
                  <a:gd name="T0" fmla="*/ 19 w 19"/>
                  <a:gd name="T1" fmla="*/ 28 h 28"/>
                  <a:gd name="T2" fmla="*/ 16 w 19"/>
                  <a:gd name="T3" fmla="*/ 28 h 28"/>
                  <a:gd name="T4" fmla="*/ 15 w 19"/>
                  <a:gd name="T5" fmla="*/ 25 h 28"/>
                  <a:gd name="T6" fmla="*/ 13 w 19"/>
                  <a:gd name="T7" fmla="*/ 27 h 28"/>
                  <a:gd name="T8" fmla="*/ 10 w 19"/>
                  <a:gd name="T9" fmla="*/ 28 h 28"/>
                  <a:gd name="T10" fmla="*/ 3 w 19"/>
                  <a:gd name="T11" fmla="*/ 24 h 28"/>
                  <a:gd name="T12" fmla="*/ 0 w 19"/>
                  <a:gd name="T13" fmla="*/ 14 h 28"/>
                  <a:gd name="T14" fmla="*/ 3 w 19"/>
                  <a:gd name="T15" fmla="*/ 3 h 28"/>
                  <a:gd name="T16" fmla="*/ 10 w 19"/>
                  <a:gd name="T17" fmla="*/ 0 h 28"/>
                  <a:gd name="T18" fmla="*/ 16 w 19"/>
                  <a:gd name="T19" fmla="*/ 2 h 28"/>
                  <a:gd name="T20" fmla="*/ 19 w 19"/>
                  <a:gd name="T21" fmla="*/ 9 h 28"/>
                  <a:gd name="T22" fmla="*/ 15 w 19"/>
                  <a:gd name="T23" fmla="*/ 9 h 28"/>
                  <a:gd name="T24" fmla="*/ 13 w 19"/>
                  <a:gd name="T25" fmla="*/ 4 h 28"/>
                  <a:gd name="T26" fmla="*/ 10 w 19"/>
                  <a:gd name="T27" fmla="*/ 3 h 28"/>
                  <a:gd name="T28" fmla="*/ 6 w 19"/>
                  <a:gd name="T29" fmla="*/ 5 h 28"/>
                  <a:gd name="T30" fmla="*/ 4 w 19"/>
                  <a:gd name="T31" fmla="*/ 14 h 28"/>
                  <a:gd name="T32" fmla="*/ 6 w 19"/>
                  <a:gd name="T33" fmla="*/ 22 h 28"/>
                  <a:gd name="T34" fmla="*/ 10 w 19"/>
                  <a:gd name="T35" fmla="*/ 24 h 28"/>
                  <a:gd name="T36" fmla="*/ 14 w 19"/>
                  <a:gd name="T37" fmla="*/ 23 h 28"/>
                  <a:gd name="T38" fmla="*/ 15 w 19"/>
                  <a:gd name="T39" fmla="*/ 18 h 28"/>
                  <a:gd name="T40" fmla="*/ 15 w 19"/>
                  <a:gd name="T41" fmla="*/ 17 h 28"/>
                  <a:gd name="T42" fmla="*/ 10 w 19"/>
                  <a:gd name="T43" fmla="*/ 17 h 28"/>
                  <a:gd name="T44" fmla="*/ 10 w 19"/>
                  <a:gd name="T45" fmla="*/ 13 h 28"/>
                  <a:gd name="T46" fmla="*/ 19 w 19"/>
                  <a:gd name="T47" fmla="*/ 13 h 28"/>
                  <a:gd name="T48" fmla="*/ 19 w 19"/>
                  <a:gd name="T49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9" h="28">
                    <a:moveTo>
                      <a:pt x="19" y="28"/>
                    </a:moveTo>
                    <a:cubicBezTo>
                      <a:pt x="16" y="28"/>
                      <a:pt x="16" y="28"/>
                      <a:pt x="16" y="28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5" y="26"/>
                      <a:pt x="14" y="26"/>
                      <a:pt x="13" y="27"/>
                    </a:cubicBezTo>
                    <a:cubicBezTo>
                      <a:pt x="12" y="27"/>
                      <a:pt x="11" y="28"/>
                      <a:pt x="10" y="28"/>
                    </a:cubicBezTo>
                    <a:cubicBezTo>
                      <a:pt x="7" y="28"/>
                      <a:pt x="5" y="26"/>
                      <a:pt x="3" y="24"/>
                    </a:cubicBezTo>
                    <a:cubicBezTo>
                      <a:pt x="1" y="22"/>
                      <a:pt x="0" y="19"/>
                      <a:pt x="0" y="14"/>
                    </a:cubicBezTo>
                    <a:cubicBezTo>
                      <a:pt x="0" y="9"/>
                      <a:pt x="1" y="6"/>
                      <a:pt x="3" y="3"/>
                    </a:cubicBezTo>
                    <a:cubicBezTo>
                      <a:pt x="4" y="1"/>
                      <a:pt x="7" y="0"/>
                      <a:pt x="10" y="0"/>
                    </a:cubicBezTo>
                    <a:cubicBezTo>
                      <a:pt x="13" y="0"/>
                      <a:pt x="15" y="1"/>
                      <a:pt x="16" y="2"/>
                    </a:cubicBezTo>
                    <a:cubicBezTo>
                      <a:pt x="18" y="4"/>
                      <a:pt x="19" y="6"/>
                      <a:pt x="19" y="9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5" y="7"/>
                      <a:pt x="14" y="5"/>
                      <a:pt x="13" y="4"/>
                    </a:cubicBezTo>
                    <a:cubicBezTo>
                      <a:pt x="13" y="3"/>
                      <a:pt x="11" y="3"/>
                      <a:pt x="10" y="3"/>
                    </a:cubicBezTo>
                    <a:cubicBezTo>
                      <a:pt x="8" y="3"/>
                      <a:pt x="7" y="4"/>
                      <a:pt x="6" y="5"/>
                    </a:cubicBezTo>
                    <a:cubicBezTo>
                      <a:pt x="5" y="7"/>
                      <a:pt x="4" y="10"/>
                      <a:pt x="4" y="14"/>
                    </a:cubicBezTo>
                    <a:cubicBezTo>
                      <a:pt x="4" y="18"/>
                      <a:pt x="5" y="21"/>
                      <a:pt x="6" y="22"/>
                    </a:cubicBezTo>
                    <a:cubicBezTo>
                      <a:pt x="7" y="24"/>
                      <a:pt x="9" y="24"/>
                      <a:pt x="10" y="24"/>
                    </a:cubicBezTo>
                    <a:cubicBezTo>
                      <a:pt x="12" y="24"/>
                      <a:pt x="13" y="24"/>
                      <a:pt x="14" y="23"/>
                    </a:cubicBezTo>
                    <a:cubicBezTo>
                      <a:pt x="15" y="22"/>
                      <a:pt x="15" y="20"/>
                      <a:pt x="15" y="18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9" y="13"/>
                      <a:pt x="19" y="13"/>
                      <a:pt x="19" y="13"/>
                    </a:cubicBezTo>
                    <a:lnTo>
                      <a:pt x="19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ïs1îḓê">
                <a:extLst>
                  <a:ext uri="{FF2B5EF4-FFF2-40B4-BE49-F238E27FC236}">
                    <a16:creationId xmlns:a16="http://schemas.microsoft.com/office/drawing/2014/main" id="{E9E026E9-AC15-4251-9F53-9B3A3D2120D2}"/>
                  </a:ext>
                </a:extLst>
              </p:cNvPr>
              <p:cNvSpPr/>
              <p:nvPr/>
            </p:nvSpPr>
            <p:spPr bwMode="auto">
              <a:xfrm>
                <a:off x="6492875" y="3683001"/>
                <a:ext cx="58738" cy="92075"/>
              </a:xfrm>
              <a:custGeom>
                <a:avLst/>
                <a:gdLst>
                  <a:gd name="T0" fmla="*/ 18 w 18"/>
                  <a:gd name="T1" fmla="*/ 19 h 28"/>
                  <a:gd name="T2" fmla="*/ 16 w 18"/>
                  <a:gd name="T3" fmla="*/ 25 h 28"/>
                  <a:gd name="T4" fmla="*/ 9 w 18"/>
                  <a:gd name="T5" fmla="*/ 28 h 28"/>
                  <a:gd name="T6" fmla="*/ 2 w 18"/>
                  <a:gd name="T7" fmla="*/ 25 h 28"/>
                  <a:gd name="T8" fmla="*/ 0 w 18"/>
                  <a:gd name="T9" fmla="*/ 19 h 28"/>
                  <a:gd name="T10" fmla="*/ 0 w 18"/>
                  <a:gd name="T11" fmla="*/ 0 h 28"/>
                  <a:gd name="T12" fmla="*/ 4 w 18"/>
                  <a:gd name="T13" fmla="*/ 0 h 28"/>
                  <a:gd name="T14" fmla="*/ 4 w 18"/>
                  <a:gd name="T15" fmla="*/ 19 h 28"/>
                  <a:gd name="T16" fmla="*/ 5 w 18"/>
                  <a:gd name="T17" fmla="*/ 23 h 28"/>
                  <a:gd name="T18" fmla="*/ 9 w 18"/>
                  <a:gd name="T19" fmla="*/ 24 h 28"/>
                  <a:gd name="T20" fmla="*/ 13 w 18"/>
                  <a:gd name="T21" fmla="*/ 23 h 28"/>
                  <a:gd name="T22" fmla="*/ 14 w 18"/>
                  <a:gd name="T23" fmla="*/ 19 h 28"/>
                  <a:gd name="T24" fmla="*/ 14 w 18"/>
                  <a:gd name="T25" fmla="*/ 0 h 28"/>
                  <a:gd name="T26" fmla="*/ 18 w 18"/>
                  <a:gd name="T27" fmla="*/ 0 h 28"/>
                  <a:gd name="T28" fmla="*/ 18 w 18"/>
                  <a:gd name="T29" fmla="*/ 19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8" h="28">
                    <a:moveTo>
                      <a:pt x="18" y="19"/>
                    </a:moveTo>
                    <a:cubicBezTo>
                      <a:pt x="18" y="22"/>
                      <a:pt x="18" y="24"/>
                      <a:pt x="16" y="25"/>
                    </a:cubicBezTo>
                    <a:cubicBezTo>
                      <a:pt x="15" y="27"/>
                      <a:pt x="12" y="28"/>
                      <a:pt x="9" y="28"/>
                    </a:cubicBezTo>
                    <a:cubicBezTo>
                      <a:pt x="6" y="28"/>
                      <a:pt x="4" y="27"/>
                      <a:pt x="2" y="25"/>
                    </a:cubicBezTo>
                    <a:cubicBezTo>
                      <a:pt x="1" y="24"/>
                      <a:pt x="0" y="22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21"/>
                      <a:pt x="5" y="22"/>
                      <a:pt x="5" y="23"/>
                    </a:cubicBezTo>
                    <a:cubicBezTo>
                      <a:pt x="6" y="24"/>
                      <a:pt x="8" y="24"/>
                      <a:pt x="9" y="24"/>
                    </a:cubicBezTo>
                    <a:cubicBezTo>
                      <a:pt x="11" y="24"/>
                      <a:pt x="12" y="24"/>
                      <a:pt x="13" y="23"/>
                    </a:cubicBezTo>
                    <a:cubicBezTo>
                      <a:pt x="14" y="22"/>
                      <a:pt x="14" y="21"/>
                      <a:pt x="14" y="19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8" y="0"/>
                      <a:pt x="18" y="0"/>
                      <a:pt x="18" y="0"/>
                    </a:cubicBezTo>
                    <a:lnTo>
                      <a:pt x="18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îṩḷídè">
                <a:extLst>
                  <a:ext uri="{FF2B5EF4-FFF2-40B4-BE49-F238E27FC236}">
                    <a16:creationId xmlns:a16="http://schemas.microsoft.com/office/drawing/2014/main" id="{8D719820-5EE2-44CB-ADE7-FBF794D06C97}"/>
                  </a:ext>
                </a:extLst>
              </p:cNvPr>
              <p:cNvSpPr/>
              <p:nvPr/>
            </p:nvSpPr>
            <p:spPr bwMode="auto">
              <a:xfrm>
                <a:off x="6697663" y="3683001"/>
                <a:ext cx="12700" cy="889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0" name="ïśľiďé">
                <a:extLst>
                  <a:ext uri="{FF2B5EF4-FFF2-40B4-BE49-F238E27FC236}">
                    <a16:creationId xmlns:a16="http://schemas.microsoft.com/office/drawing/2014/main" id="{F1A537BC-8CE6-4592-B04D-5C3F51F74AAA}"/>
                  </a:ext>
                </a:extLst>
              </p:cNvPr>
              <p:cNvSpPr/>
              <p:nvPr/>
            </p:nvSpPr>
            <p:spPr bwMode="auto">
              <a:xfrm>
                <a:off x="6759575" y="3683001"/>
                <a:ext cx="69850" cy="92075"/>
              </a:xfrm>
              <a:custGeom>
                <a:avLst/>
                <a:gdLst>
                  <a:gd name="T0" fmla="*/ 44 w 44"/>
                  <a:gd name="T1" fmla="*/ 0 h 58"/>
                  <a:gd name="T2" fmla="*/ 25 w 44"/>
                  <a:gd name="T3" fmla="*/ 58 h 58"/>
                  <a:gd name="T4" fmla="*/ 19 w 44"/>
                  <a:gd name="T5" fmla="*/ 58 h 58"/>
                  <a:gd name="T6" fmla="*/ 0 w 44"/>
                  <a:gd name="T7" fmla="*/ 0 h 58"/>
                  <a:gd name="T8" fmla="*/ 9 w 44"/>
                  <a:gd name="T9" fmla="*/ 0 h 58"/>
                  <a:gd name="T10" fmla="*/ 21 w 44"/>
                  <a:gd name="T11" fmla="*/ 44 h 58"/>
                  <a:gd name="T12" fmla="*/ 21 w 44"/>
                  <a:gd name="T13" fmla="*/ 44 h 58"/>
                  <a:gd name="T14" fmla="*/ 36 w 44"/>
                  <a:gd name="T15" fmla="*/ 0 h 58"/>
                  <a:gd name="T16" fmla="*/ 44 w 44"/>
                  <a:gd name="T17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4" h="58">
                    <a:moveTo>
                      <a:pt x="44" y="0"/>
                    </a:moveTo>
                    <a:lnTo>
                      <a:pt x="25" y="58"/>
                    </a:lnTo>
                    <a:lnTo>
                      <a:pt x="19" y="58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21" y="44"/>
                    </a:lnTo>
                    <a:lnTo>
                      <a:pt x="21" y="44"/>
                    </a:lnTo>
                    <a:lnTo>
                      <a:pt x="36" y="0"/>
                    </a:lnTo>
                    <a:lnTo>
                      <a:pt x="4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í$ḻíďe">
                <a:extLst>
                  <a:ext uri="{FF2B5EF4-FFF2-40B4-BE49-F238E27FC236}">
                    <a16:creationId xmlns:a16="http://schemas.microsoft.com/office/drawing/2014/main" id="{1F055E10-2CFA-402D-B4BE-6C484B6F726F}"/>
                  </a:ext>
                </a:extLst>
              </p:cNvPr>
              <p:cNvSpPr/>
              <p:nvPr/>
            </p:nvSpPr>
            <p:spPr bwMode="auto">
              <a:xfrm>
                <a:off x="6856413" y="3683001"/>
                <a:ext cx="58738" cy="88900"/>
              </a:xfrm>
              <a:custGeom>
                <a:avLst/>
                <a:gdLst>
                  <a:gd name="T0" fmla="*/ 37 w 37"/>
                  <a:gd name="T1" fmla="*/ 56 h 56"/>
                  <a:gd name="T2" fmla="*/ 0 w 37"/>
                  <a:gd name="T3" fmla="*/ 56 h 56"/>
                  <a:gd name="T4" fmla="*/ 0 w 37"/>
                  <a:gd name="T5" fmla="*/ 0 h 56"/>
                  <a:gd name="T6" fmla="*/ 35 w 37"/>
                  <a:gd name="T7" fmla="*/ 0 h 56"/>
                  <a:gd name="T8" fmla="*/ 35 w 37"/>
                  <a:gd name="T9" fmla="*/ 6 h 56"/>
                  <a:gd name="T10" fmla="*/ 8 w 37"/>
                  <a:gd name="T11" fmla="*/ 6 h 56"/>
                  <a:gd name="T12" fmla="*/ 8 w 37"/>
                  <a:gd name="T13" fmla="*/ 23 h 56"/>
                  <a:gd name="T14" fmla="*/ 33 w 37"/>
                  <a:gd name="T15" fmla="*/ 23 h 56"/>
                  <a:gd name="T16" fmla="*/ 33 w 37"/>
                  <a:gd name="T17" fmla="*/ 29 h 56"/>
                  <a:gd name="T18" fmla="*/ 8 w 37"/>
                  <a:gd name="T19" fmla="*/ 29 h 56"/>
                  <a:gd name="T20" fmla="*/ 8 w 37"/>
                  <a:gd name="T21" fmla="*/ 50 h 56"/>
                  <a:gd name="T22" fmla="*/ 37 w 37"/>
                  <a:gd name="T23" fmla="*/ 50 h 56"/>
                  <a:gd name="T24" fmla="*/ 37 w 37"/>
                  <a:gd name="T25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7" h="56">
                    <a:moveTo>
                      <a:pt x="37" y="56"/>
                    </a:moveTo>
                    <a:lnTo>
                      <a:pt x="0" y="56"/>
                    </a:lnTo>
                    <a:lnTo>
                      <a:pt x="0" y="0"/>
                    </a:lnTo>
                    <a:lnTo>
                      <a:pt x="35" y="0"/>
                    </a:lnTo>
                    <a:lnTo>
                      <a:pt x="35" y="6"/>
                    </a:lnTo>
                    <a:lnTo>
                      <a:pt x="8" y="6"/>
                    </a:lnTo>
                    <a:lnTo>
                      <a:pt x="8" y="23"/>
                    </a:lnTo>
                    <a:lnTo>
                      <a:pt x="33" y="23"/>
                    </a:lnTo>
                    <a:lnTo>
                      <a:pt x="33" y="29"/>
                    </a:lnTo>
                    <a:lnTo>
                      <a:pt x="8" y="29"/>
                    </a:lnTo>
                    <a:lnTo>
                      <a:pt x="8" y="50"/>
                    </a:lnTo>
                    <a:lnTo>
                      <a:pt x="37" y="50"/>
                    </a:lnTo>
                    <a:lnTo>
                      <a:pt x="37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ïs1ídê">
                <a:extLst>
                  <a:ext uri="{FF2B5EF4-FFF2-40B4-BE49-F238E27FC236}">
                    <a16:creationId xmlns:a16="http://schemas.microsoft.com/office/drawing/2014/main" id="{C087F13B-04DA-4831-9592-B08E3C555064}"/>
                  </a:ext>
                </a:extLst>
              </p:cNvPr>
              <p:cNvSpPr/>
              <p:nvPr/>
            </p:nvSpPr>
            <p:spPr bwMode="auto">
              <a:xfrm>
                <a:off x="6945313" y="3683001"/>
                <a:ext cx="63500" cy="88900"/>
              </a:xfrm>
              <a:custGeom>
                <a:avLst/>
                <a:gdLst>
                  <a:gd name="T0" fmla="*/ 19 w 19"/>
                  <a:gd name="T1" fmla="*/ 27 h 27"/>
                  <a:gd name="T2" fmla="*/ 15 w 19"/>
                  <a:gd name="T3" fmla="*/ 27 h 27"/>
                  <a:gd name="T4" fmla="*/ 9 w 19"/>
                  <a:gd name="T5" fmla="*/ 15 h 27"/>
                  <a:gd name="T6" fmla="*/ 4 w 19"/>
                  <a:gd name="T7" fmla="*/ 15 h 27"/>
                  <a:gd name="T8" fmla="*/ 4 w 19"/>
                  <a:gd name="T9" fmla="*/ 27 h 27"/>
                  <a:gd name="T10" fmla="*/ 0 w 19"/>
                  <a:gd name="T11" fmla="*/ 27 h 27"/>
                  <a:gd name="T12" fmla="*/ 0 w 19"/>
                  <a:gd name="T13" fmla="*/ 0 h 27"/>
                  <a:gd name="T14" fmla="*/ 9 w 19"/>
                  <a:gd name="T15" fmla="*/ 0 h 27"/>
                  <a:gd name="T16" fmla="*/ 16 w 19"/>
                  <a:gd name="T17" fmla="*/ 2 h 27"/>
                  <a:gd name="T18" fmla="*/ 19 w 19"/>
                  <a:gd name="T19" fmla="*/ 8 h 27"/>
                  <a:gd name="T20" fmla="*/ 17 w 19"/>
                  <a:gd name="T21" fmla="*/ 13 h 27"/>
                  <a:gd name="T22" fmla="*/ 13 w 19"/>
                  <a:gd name="T23" fmla="*/ 15 h 27"/>
                  <a:gd name="T24" fmla="*/ 19 w 19"/>
                  <a:gd name="T25" fmla="*/ 27 h 27"/>
                  <a:gd name="T26" fmla="*/ 14 w 19"/>
                  <a:gd name="T27" fmla="*/ 8 h 27"/>
                  <a:gd name="T28" fmla="*/ 13 w 19"/>
                  <a:gd name="T29" fmla="*/ 4 h 27"/>
                  <a:gd name="T30" fmla="*/ 8 w 19"/>
                  <a:gd name="T31" fmla="*/ 3 h 27"/>
                  <a:gd name="T32" fmla="*/ 4 w 19"/>
                  <a:gd name="T33" fmla="*/ 3 h 27"/>
                  <a:gd name="T34" fmla="*/ 4 w 19"/>
                  <a:gd name="T35" fmla="*/ 12 h 27"/>
                  <a:gd name="T36" fmla="*/ 9 w 19"/>
                  <a:gd name="T37" fmla="*/ 12 h 27"/>
                  <a:gd name="T38" fmla="*/ 13 w 19"/>
                  <a:gd name="T39" fmla="*/ 11 h 27"/>
                  <a:gd name="T40" fmla="*/ 14 w 19"/>
                  <a:gd name="T41" fmla="*/ 8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9" h="27">
                    <a:moveTo>
                      <a:pt x="19" y="27"/>
                    </a:moveTo>
                    <a:cubicBezTo>
                      <a:pt x="15" y="27"/>
                      <a:pt x="15" y="27"/>
                      <a:pt x="15" y="27"/>
                    </a:cubicBezTo>
                    <a:cubicBezTo>
                      <a:pt x="9" y="15"/>
                      <a:pt x="9" y="15"/>
                      <a:pt x="9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12" y="0"/>
                      <a:pt x="14" y="1"/>
                      <a:pt x="16" y="2"/>
                    </a:cubicBezTo>
                    <a:cubicBezTo>
                      <a:pt x="18" y="3"/>
                      <a:pt x="19" y="5"/>
                      <a:pt x="19" y="8"/>
                    </a:cubicBezTo>
                    <a:cubicBezTo>
                      <a:pt x="19" y="10"/>
                      <a:pt x="18" y="12"/>
                      <a:pt x="17" y="13"/>
                    </a:cubicBezTo>
                    <a:cubicBezTo>
                      <a:pt x="16" y="14"/>
                      <a:pt x="14" y="15"/>
                      <a:pt x="13" y="15"/>
                    </a:cubicBezTo>
                    <a:cubicBezTo>
                      <a:pt x="19" y="27"/>
                      <a:pt x="19" y="27"/>
                      <a:pt x="19" y="27"/>
                    </a:cubicBezTo>
                    <a:close/>
                    <a:moveTo>
                      <a:pt x="14" y="8"/>
                    </a:moveTo>
                    <a:cubicBezTo>
                      <a:pt x="14" y="6"/>
                      <a:pt x="14" y="5"/>
                      <a:pt x="13" y="4"/>
                    </a:cubicBezTo>
                    <a:cubicBezTo>
                      <a:pt x="12" y="3"/>
                      <a:pt x="10" y="3"/>
                      <a:pt x="8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11" y="12"/>
                      <a:pt x="12" y="12"/>
                      <a:pt x="13" y="11"/>
                    </a:cubicBezTo>
                    <a:cubicBezTo>
                      <a:pt x="14" y="11"/>
                      <a:pt x="14" y="9"/>
                      <a:pt x="14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í$ļíḋê">
                <a:extLst>
                  <a:ext uri="{FF2B5EF4-FFF2-40B4-BE49-F238E27FC236}">
                    <a16:creationId xmlns:a16="http://schemas.microsoft.com/office/drawing/2014/main" id="{898E2424-A94E-4BE8-B296-4E14EF6AAAEF}"/>
                  </a:ext>
                </a:extLst>
              </p:cNvPr>
              <p:cNvSpPr/>
              <p:nvPr/>
            </p:nvSpPr>
            <p:spPr bwMode="auto">
              <a:xfrm>
                <a:off x="7034213" y="3683001"/>
                <a:ext cx="63500" cy="92075"/>
              </a:xfrm>
              <a:custGeom>
                <a:avLst/>
                <a:gdLst>
                  <a:gd name="T0" fmla="*/ 19 w 19"/>
                  <a:gd name="T1" fmla="*/ 20 h 28"/>
                  <a:gd name="T2" fmla="*/ 17 w 19"/>
                  <a:gd name="T3" fmla="*/ 25 h 28"/>
                  <a:gd name="T4" fmla="*/ 10 w 19"/>
                  <a:gd name="T5" fmla="*/ 28 h 28"/>
                  <a:gd name="T6" fmla="*/ 3 w 19"/>
                  <a:gd name="T7" fmla="*/ 25 h 28"/>
                  <a:gd name="T8" fmla="*/ 0 w 19"/>
                  <a:gd name="T9" fmla="*/ 20 h 28"/>
                  <a:gd name="T10" fmla="*/ 0 w 19"/>
                  <a:gd name="T11" fmla="*/ 19 h 28"/>
                  <a:gd name="T12" fmla="*/ 4 w 19"/>
                  <a:gd name="T13" fmla="*/ 19 h 28"/>
                  <a:gd name="T14" fmla="*/ 4 w 19"/>
                  <a:gd name="T15" fmla="*/ 20 h 28"/>
                  <a:gd name="T16" fmla="*/ 6 w 19"/>
                  <a:gd name="T17" fmla="*/ 23 h 28"/>
                  <a:gd name="T18" fmla="*/ 10 w 19"/>
                  <a:gd name="T19" fmla="*/ 24 h 28"/>
                  <a:gd name="T20" fmla="*/ 14 w 19"/>
                  <a:gd name="T21" fmla="*/ 23 h 28"/>
                  <a:gd name="T22" fmla="*/ 15 w 19"/>
                  <a:gd name="T23" fmla="*/ 20 h 28"/>
                  <a:gd name="T24" fmla="*/ 13 w 19"/>
                  <a:gd name="T25" fmla="*/ 17 h 28"/>
                  <a:gd name="T26" fmla="*/ 9 w 19"/>
                  <a:gd name="T27" fmla="*/ 14 h 28"/>
                  <a:gd name="T28" fmla="*/ 3 w 19"/>
                  <a:gd name="T29" fmla="*/ 11 h 28"/>
                  <a:gd name="T30" fmla="*/ 1 w 19"/>
                  <a:gd name="T31" fmla="*/ 7 h 28"/>
                  <a:gd name="T32" fmla="*/ 3 w 19"/>
                  <a:gd name="T33" fmla="*/ 2 h 28"/>
                  <a:gd name="T34" fmla="*/ 10 w 19"/>
                  <a:gd name="T35" fmla="*/ 0 h 28"/>
                  <a:gd name="T36" fmla="*/ 16 w 19"/>
                  <a:gd name="T37" fmla="*/ 2 h 28"/>
                  <a:gd name="T38" fmla="*/ 18 w 19"/>
                  <a:gd name="T39" fmla="*/ 7 h 28"/>
                  <a:gd name="T40" fmla="*/ 14 w 19"/>
                  <a:gd name="T41" fmla="*/ 7 h 28"/>
                  <a:gd name="T42" fmla="*/ 13 w 19"/>
                  <a:gd name="T43" fmla="*/ 4 h 28"/>
                  <a:gd name="T44" fmla="*/ 10 w 19"/>
                  <a:gd name="T45" fmla="*/ 3 h 28"/>
                  <a:gd name="T46" fmla="*/ 6 w 19"/>
                  <a:gd name="T47" fmla="*/ 4 h 28"/>
                  <a:gd name="T48" fmla="*/ 5 w 19"/>
                  <a:gd name="T49" fmla="*/ 7 h 28"/>
                  <a:gd name="T50" fmla="*/ 6 w 19"/>
                  <a:gd name="T51" fmla="*/ 9 h 28"/>
                  <a:gd name="T52" fmla="*/ 11 w 19"/>
                  <a:gd name="T53" fmla="*/ 12 h 28"/>
                  <a:gd name="T54" fmla="*/ 17 w 19"/>
                  <a:gd name="T55" fmla="*/ 15 h 28"/>
                  <a:gd name="T56" fmla="*/ 19 w 19"/>
                  <a:gd name="T57" fmla="*/ 2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9" h="28">
                    <a:moveTo>
                      <a:pt x="19" y="20"/>
                    </a:moveTo>
                    <a:cubicBezTo>
                      <a:pt x="19" y="22"/>
                      <a:pt x="18" y="24"/>
                      <a:pt x="17" y="25"/>
                    </a:cubicBezTo>
                    <a:cubicBezTo>
                      <a:pt x="15" y="27"/>
                      <a:pt x="13" y="28"/>
                      <a:pt x="10" y="28"/>
                    </a:cubicBezTo>
                    <a:cubicBezTo>
                      <a:pt x="7" y="28"/>
                      <a:pt x="4" y="27"/>
                      <a:pt x="3" y="25"/>
                    </a:cubicBezTo>
                    <a:cubicBezTo>
                      <a:pt x="1" y="24"/>
                      <a:pt x="0" y="22"/>
                      <a:pt x="0" y="20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4" y="21"/>
                      <a:pt x="5" y="22"/>
                      <a:pt x="6" y="23"/>
                    </a:cubicBezTo>
                    <a:cubicBezTo>
                      <a:pt x="7" y="24"/>
                      <a:pt x="8" y="24"/>
                      <a:pt x="10" y="24"/>
                    </a:cubicBezTo>
                    <a:cubicBezTo>
                      <a:pt x="11" y="24"/>
                      <a:pt x="13" y="24"/>
                      <a:pt x="14" y="23"/>
                    </a:cubicBezTo>
                    <a:cubicBezTo>
                      <a:pt x="15" y="22"/>
                      <a:pt x="15" y="21"/>
                      <a:pt x="15" y="20"/>
                    </a:cubicBezTo>
                    <a:cubicBezTo>
                      <a:pt x="15" y="19"/>
                      <a:pt x="15" y="18"/>
                      <a:pt x="13" y="17"/>
                    </a:cubicBezTo>
                    <a:cubicBezTo>
                      <a:pt x="12" y="16"/>
                      <a:pt x="11" y="15"/>
                      <a:pt x="9" y="14"/>
                    </a:cubicBezTo>
                    <a:cubicBezTo>
                      <a:pt x="6" y="13"/>
                      <a:pt x="4" y="12"/>
                      <a:pt x="3" y="11"/>
                    </a:cubicBezTo>
                    <a:cubicBezTo>
                      <a:pt x="1" y="10"/>
                      <a:pt x="1" y="9"/>
                      <a:pt x="1" y="7"/>
                    </a:cubicBezTo>
                    <a:cubicBezTo>
                      <a:pt x="1" y="5"/>
                      <a:pt x="2" y="3"/>
                      <a:pt x="3" y="2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3" y="0"/>
                      <a:pt x="15" y="0"/>
                      <a:pt x="16" y="2"/>
                    </a:cubicBezTo>
                    <a:cubicBezTo>
                      <a:pt x="18" y="4"/>
                      <a:pt x="18" y="5"/>
                      <a:pt x="18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6"/>
                      <a:pt x="14" y="5"/>
                      <a:pt x="13" y="4"/>
                    </a:cubicBezTo>
                    <a:cubicBezTo>
                      <a:pt x="12" y="3"/>
                      <a:pt x="11" y="3"/>
                      <a:pt x="10" y="3"/>
                    </a:cubicBezTo>
                    <a:cubicBezTo>
                      <a:pt x="8" y="3"/>
                      <a:pt x="7" y="3"/>
                      <a:pt x="6" y="4"/>
                    </a:cubicBezTo>
                    <a:cubicBezTo>
                      <a:pt x="5" y="5"/>
                      <a:pt x="5" y="5"/>
                      <a:pt x="5" y="7"/>
                    </a:cubicBezTo>
                    <a:cubicBezTo>
                      <a:pt x="5" y="8"/>
                      <a:pt x="5" y="8"/>
                      <a:pt x="6" y="9"/>
                    </a:cubicBezTo>
                    <a:cubicBezTo>
                      <a:pt x="7" y="10"/>
                      <a:pt x="8" y="11"/>
                      <a:pt x="11" y="12"/>
                    </a:cubicBezTo>
                    <a:cubicBezTo>
                      <a:pt x="14" y="13"/>
                      <a:pt x="16" y="14"/>
                      <a:pt x="17" y="15"/>
                    </a:cubicBezTo>
                    <a:cubicBezTo>
                      <a:pt x="18" y="16"/>
                      <a:pt x="19" y="18"/>
                      <a:pt x="19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îśľídè">
                <a:extLst>
                  <a:ext uri="{FF2B5EF4-FFF2-40B4-BE49-F238E27FC236}">
                    <a16:creationId xmlns:a16="http://schemas.microsoft.com/office/drawing/2014/main" id="{31B755ED-55A4-45AC-9B0C-70B67F6A3BDD}"/>
                  </a:ext>
                </a:extLst>
              </p:cNvPr>
              <p:cNvSpPr/>
              <p:nvPr/>
            </p:nvSpPr>
            <p:spPr bwMode="auto">
              <a:xfrm>
                <a:off x="7150100" y="3683001"/>
                <a:ext cx="12700" cy="889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işḷîḑe">
                <a:extLst>
                  <a:ext uri="{FF2B5EF4-FFF2-40B4-BE49-F238E27FC236}">
                    <a16:creationId xmlns:a16="http://schemas.microsoft.com/office/drawing/2014/main" id="{3DCBB421-CBF5-4685-84E4-AEBDF3B265CC}"/>
                  </a:ext>
                </a:extLst>
              </p:cNvPr>
              <p:cNvSpPr/>
              <p:nvPr/>
            </p:nvSpPr>
            <p:spPr bwMode="auto">
              <a:xfrm>
                <a:off x="7216775" y="3683001"/>
                <a:ext cx="61913" cy="88900"/>
              </a:xfrm>
              <a:custGeom>
                <a:avLst/>
                <a:gdLst>
                  <a:gd name="T0" fmla="*/ 39 w 39"/>
                  <a:gd name="T1" fmla="*/ 6 h 56"/>
                  <a:gd name="T2" fmla="*/ 25 w 39"/>
                  <a:gd name="T3" fmla="*/ 6 h 56"/>
                  <a:gd name="T4" fmla="*/ 25 w 39"/>
                  <a:gd name="T5" fmla="*/ 56 h 56"/>
                  <a:gd name="T6" fmla="*/ 14 w 39"/>
                  <a:gd name="T7" fmla="*/ 56 h 56"/>
                  <a:gd name="T8" fmla="*/ 14 w 39"/>
                  <a:gd name="T9" fmla="*/ 6 h 56"/>
                  <a:gd name="T10" fmla="*/ 0 w 39"/>
                  <a:gd name="T11" fmla="*/ 6 h 56"/>
                  <a:gd name="T12" fmla="*/ 0 w 39"/>
                  <a:gd name="T13" fmla="*/ 0 h 56"/>
                  <a:gd name="T14" fmla="*/ 39 w 39"/>
                  <a:gd name="T15" fmla="*/ 0 h 56"/>
                  <a:gd name="T16" fmla="*/ 39 w 39"/>
                  <a:gd name="T17" fmla="*/ 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9" h="56">
                    <a:moveTo>
                      <a:pt x="39" y="6"/>
                    </a:moveTo>
                    <a:lnTo>
                      <a:pt x="25" y="6"/>
                    </a:lnTo>
                    <a:lnTo>
                      <a:pt x="25" y="56"/>
                    </a:lnTo>
                    <a:lnTo>
                      <a:pt x="14" y="56"/>
                    </a:lnTo>
                    <a:lnTo>
                      <a:pt x="14" y="6"/>
                    </a:lnTo>
                    <a:lnTo>
                      <a:pt x="0" y="6"/>
                    </a:lnTo>
                    <a:lnTo>
                      <a:pt x="0" y="0"/>
                    </a:lnTo>
                    <a:lnTo>
                      <a:pt x="39" y="0"/>
                    </a:lnTo>
                    <a:lnTo>
                      <a:pt x="39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íṧlîḍé">
                <a:extLst>
                  <a:ext uri="{FF2B5EF4-FFF2-40B4-BE49-F238E27FC236}">
                    <a16:creationId xmlns:a16="http://schemas.microsoft.com/office/drawing/2014/main" id="{63B6AFD3-88CC-4304-B96B-B18132DD2423}"/>
                  </a:ext>
                </a:extLst>
              </p:cNvPr>
              <p:cNvSpPr/>
              <p:nvPr/>
            </p:nvSpPr>
            <p:spPr bwMode="auto">
              <a:xfrm>
                <a:off x="7302500" y="3683001"/>
                <a:ext cx="69850" cy="88900"/>
              </a:xfrm>
              <a:custGeom>
                <a:avLst/>
                <a:gdLst>
                  <a:gd name="T0" fmla="*/ 44 w 44"/>
                  <a:gd name="T1" fmla="*/ 0 h 56"/>
                  <a:gd name="T2" fmla="*/ 27 w 44"/>
                  <a:gd name="T3" fmla="*/ 31 h 56"/>
                  <a:gd name="T4" fmla="*/ 27 w 44"/>
                  <a:gd name="T5" fmla="*/ 56 h 56"/>
                  <a:gd name="T6" fmla="*/ 19 w 44"/>
                  <a:gd name="T7" fmla="*/ 56 h 56"/>
                  <a:gd name="T8" fmla="*/ 19 w 44"/>
                  <a:gd name="T9" fmla="*/ 31 h 56"/>
                  <a:gd name="T10" fmla="*/ 0 w 44"/>
                  <a:gd name="T11" fmla="*/ 0 h 56"/>
                  <a:gd name="T12" fmla="*/ 10 w 44"/>
                  <a:gd name="T13" fmla="*/ 0 h 56"/>
                  <a:gd name="T14" fmla="*/ 23 w 44"/>
                  <a:gd name="T15" fmla="*/ 25 h 56"/>
                  <a:gd name="T16" fmla="*/ 23 w 44"/>
                  <a:gd name="T17" fmla="*/ 25 h 56"/>
                  <a:gd name="T18" fmla="*/ 35 w 44"/>
                  <a:gd name="T19" fmla="*/ 0 h 56"/>
                  <a:gd name="T20" fmla="*/ 44 w 44"/>
                  <a:gd name="T21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4" h="56">
                    <a:moveTo>
                      <a:pt x="44" y="0"/>
                    </a:moveTo>
                    <a:lnTo>
                      <a:pt x="27" y="31"/>
                    </a:lnTo>
                    <a:lnTo>
                      <a:pt x="27" y="56"/>
                    </a:lnTo>
                    <a:lnTo>
                      <a:pt x="19" y="56"/>
                    </a:lnTo>
                    <a:lnTo>
                      <a:pt x="19" y="31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23" y="25"/>
                    </a:lnTo>
                    <a:lnTo>
                      <a:pt x="23" y="25"/>
                    </a:lnTo>
                    <a:lnTo>
                      <a:pt x="35" y="0"/>
                    </a:lnTo>
                    <a:lnTo>
                      <a:pt x="4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79" name="椭圆 78">
            <a:extLst>
              <a:ext uri="{FF2B5EF4-FFF2-40B4-BE49-F238E27FC236}">
                <a16:creationId xmlns:a16="http://schemas.microsoft.com/office/drawing/2014/main" id="{17A0839A-F82F-4AF3-BE0C-B059F11A609F}"/>
              </a:ext>
            </a:extLst>
          </p:cNvPr>
          <p:cNvSpPr/>
          <p:nvPr/>
        </p:nvSpPr>
        <p:spPr>
          <a:xfrm>
            <a:off x="1977651" y="4001128"/>
            <a:ext cx="915754" cy="927974"/>
          </a:xfrm>
          <a:prstGeom prst="ellipse">
            <a:avLst/>
          </a:prstGeom>
          <a:solidFill>
            <a:srgbClr val="F04049"/>
          </a:solidFill>
          <a:ln>
            <a:noFill/>
          </a:ln>
          <a:effectLst>
            <a:outerShdw blurRad="101600" dist="38100" dir="5400000" algn="t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zh-CN" sz="5400" b="1" dirty="0">
                <a:solidFill>
                  <a:schemeClr val="bg1"/>
                </a:solidFill>
                <a:effectLst>
                  <a:innerShdw blurRad="127000">
                    <a:schemeClr val="bg1">
                      <a:lumMod val="50000"/>
                      <a:alpha val="85000"/>
                    </a:schemeClr>
                  </a:innerShdw>
                </a:effectLst>
                <a:cs typeface="+mn-ea"/>
                <a:sym typeface="+mn-lt"/>
              </a:rPr>
              <a:t>6</a:t>
            </a:r>
            <a:endParaRPr lang="zh-CN" altLang="en-US" sz="5400" b="1" dirty="0">
              <a:solidFill>
                <a:schemeClr val="bg1"/>
              </a:solidFill>
              <a:effectLst>
                <a:innerShdw blurRad="127000">
                  <a:schemeClr val="bg1">
                    <a:lumMod val="50000"/>
                    <a:alpha val="85000"/>
                  </a:schemeClr>
                </a:innerShdw>
              </a:effectLst>
              <a:cs typeface="+mn-ea"/>
              <a:sym typeface="+mn-lt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AD6D6B3-BCF0-4E7E-9E0F-696945C0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86074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AAB6BC10-45DD-4477-83AF-883480AFB742}"/>
              </a:ext>
            </a:extLst>
          </p:cNvPr>
          <p:cNvGrpSpPr/>
          <p:nvPr/>
        </p:nvGrpSpPr>
        <p:grpSpPr>
          <a:xfrm>
            <a:off x="182880" y="480847"/>
            <a:ext cx="7410450" cy="523220"/>
            <a:chOff x="190500" y="383560"/>
            <a:chExt cx="7410450" cy="523220"/>
          </a:xfrm>
        </p:grpSpPr>
        <p:sp>
          <p:nvSpPr>
            <p:cNvPr id="36" name="平行四边形 35">
              <a:extLst>
                <a:ext uri="{FF2B5EF4-FFF2-40B4-BE49-F238E27FC236}">
                  <a16:creationId xmlns:a16="http://schemas.microsoft.com/office/drawing/2014/main" id="{F40A7694-6484-44E1-99C7-EDE95D900592}"/>
                </a:ext>
              </a:extLst>
            </p:cNvPr>
            <p:cNvSpPr/>
            <p:nvPr/>
          </p:nvSpPr>
          <p:spPr>
            <a:xfrm>
              <a:off x="190500" y="533400"/>
              <a:ext cx="845820" cy="373380"/>
            </a:xfrm>
            <a:prstGeom prst="parallelogram">
              <a:avLst/>
            </a:prstGeom>
            <a:solidFill>
              <a:srgbClr val="F04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FDB29133-41AD-4B3B-906E-5DEE9B7FE047}"/>
                </a:ext>
              </a:extLst>
            </p:cNvPr>
            <p:cNvSpPr txBox="1"/>
            <p:nvPr/>
          </p:nvSpPr>
          <p:spPr>
            <a:xfrm>
              <a:off x="506730" y="383560"/>
              <a:ext cx="70942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</a:t>
              </a:r>
              <a:r>
                <a:rPr lang="en-US" altLang="zh-CN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讲解</a:t>
              </a:r>
              <a:endPara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E5B60183-BC48-4A9B-803F-FE5CBF31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29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占位符 2">
                <a:extLst>
                  <a:ext uri="{FF2B5EF4-FFF2-40B4-BE49-F238E27FC236}">
                    <a16:creationId xmlns:a16="http://schemas.microsoft.com/office/drawing/2014/main" id="{59C70B2F-93BC-924C-853C-4D759827F989}"/>
                  </a:ext>
                </a:extLst>
              </p:cNvPr>
              <p:cNvSpPr/>
              <p:nvPr/>
            </p:nvSpPr>
            <p:spPr>
              <a:xfrm>
                <a:off x="628650" y="1232603"/>
                <a:ext cx="7702480" cy="51237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101600" tIns="0" rIns="82550" bIns="0" numCol="1" anchor="t" anchorCtr="0" compatLnSpc="1">
                <a:normAutofit/>
              </a:bodyPr>
              <a:lstStyle>
                <a:lvl1pPr marL="2286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1pPr>
                <a:lvl2pPr marL="6858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2pPr>
                <a:lvl3pPr marL="11430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3pPr>
                <a:lvl4pPr marL="16002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4pPr>
                <a:lvl5pPr marL="20574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题意</a:t>
                </a: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现需要用红、蓝、绿、黄四种颜色对 </a:t>
                </a:r>
                <a:r>
                  <a:rPr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n</a:t>
                </a: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 个连续格子染色</a:t>
                </a: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询问满足红色、绿色格子数量同时为偶数的染色方案有多少种？（</a:t>
                </a:r>
                <a:r>
                  <a:rPr lang="en-US" altLang="zh-CN" dirty="0">
                    <a:ea typeface="Microsoft YaHei" panose="020B0503020204020204" pitchFamily="34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1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≤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𝑛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≤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+mn-ea"/>
                          </a:rPr>
                          <m:t>10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+mn-ea"/>
                          </a:rPr>
                          <m:t>9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 </m:t>
                    </m:r>
                  </m:oMath>
                </a14:m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）</a:t>
                </a: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最终答案 </a:t>
                </a:r>
                <a:r>
                  <a:rPr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%</a:t>
                </a: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 </a:t>
                </a:r>
                <a:r>
                  <a:rPr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10007</a:t>
                </a:r>
              </a:p>
              <a:p>
                <a:pPr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举例</a:t>
                </a: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Input: 2</a:t>
                </a: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Output: 6</a:t>
                </a:r>
              </a:p>
              <a:p>
                <a:pPr lvl="2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[ </a:t>
                </a: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红红、绿绿、蓝蓝、黄黄、蓝黄、黄蓝</a:t>
                </a:r>
                <a:r>
                  <a:rPr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 ]</a:t>
                </a: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</p:txBody>
          </p:sp>
        </mc:Choice>
        <mc:Fallback xmlns="">
          <p:sp>
            <p:nvSpPr>
              <p:cNvPr id="9" name="文本占位符 2">
                <a:extLst>
                  <a:ext uri="{FF2B5EF4-FFF2-40B4-BE49-F238E27FC236}">
                    <a16:creationId xmlns:a16="http://schemas.microsoft.com/office/drawing/2014/main" id="{59C70B2F-93BC-924C-853C-4D759827F9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232603"/>
                <a:ext cx="7702480" cy="5123748"/>
              </a:xfrm>
              <a:prstGeom prst="rect">
                <a:avLst/>
              </a:prstGeom>
              <a:blipFill>
                <a:blip r:embed="rId3"/>
                <a:stretch>
                  <a:fillRect l="-494" t="-247" r="-82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矩形 29">
            <a:extLst>
              <a:ext uri="{FF2B5EF4-FFF2-40B4-BE49-F238E27FC236}">
                <a16:creationId xmlns:a16="http://schemas.microsoft.com/office/drawing/2014/main" id="{B84FC6DA-8100-724D-BAFE-9FDAB4C80832}"/>
              </a:ext>
            </a:extLst>
          </p:cNvPr>
          <p:cNvSpPr/>
          <p:nvPr/>
        </p:nvSpPr>
        <p:spPr>
          <a:xfrm>
            <a:off x="0" y="0"/>
            <a:ext cx="9144000" cy="243840"/>
          </a:xfrm>
          <a:prstGeom prst="rect">
            <a:avLst/>
          </a:prstGeom>
          <a:solidFill>
            <a:srgbClr val="F040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课程脉络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矩阵乘法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求解线性递推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矩阵快速幂优化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035601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AAB6BC10-45DD-4477-83AF-883480AFB742}"/>
              </a:ext>
            </a:extLst>
          </p:cNvPr>
          <p:cNvGrpSpPr/>
          <p:nvPr/>
        </p:nvGrpSpPr>
        <p:grpSpPr>
          <a:xfrm>
            <a:off x="182880" y="480847"/>
            <a:ext cx="7410450" cy="523220"/>
            <a:chOff x="190500" y="383560"/>
            <a:chExt cx="7410450" cy="523220"/>
          </a:xfrm>
        </p:grpSpPr>
        <p:sp>
          <p:nvSpPr>
            <p:cNvPr id="36" name="平行四边形 35">
              <a:extLst>
                <a:ext uri="{FF2B5EF4-FFF2-40B4-BE49-F238E27FC236}">
                  <a16:creationId xmlns:a16="http://schemas.microsoft.com/office/drawing/2014/main" id="{F40A7694-6484-44E1-99C7-EDE95D900592}"/>
                </a:ext>
              </a:extLst>
            </p:cNvPr>
            <p:cNvSpPr/>
            <p:nvPr/>
          </p:nvSpPr>
          <p:spPr>
            <a:xfrm>
              <a:off x="190500" y="533400"/>
              <a:ext cx="845820" cy="373380"/>
            </a:xfrm>
            <a:prstGeom prst="parallelogram">
              <a:avLst/>
            </a:prstGeom>
            <a:solidFill>
              <a:srgbClr val="F04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FDB29133-41AD-4B3B-906E-5DEE9B7FE047}"/>
                </a:ext>
              </a:extLst>
            </p:cNvPr>
            <p:cNvSpPr txBox="1"/>
            <p:nvPr/>
          </p:nvSpPr>
          <p:spPr>
            <a:xfrm>
              <a:off x="506730" y="383560"/>
              <a:ext cx="70942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</a:t>
              </a:r>
              <a:r>
                <a:rPr lang="en-US" altLang="zh-CN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讲解</a:t>
              </a:r>
              <a:endPara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E5B60183-BC48-4A9B-803F-FE5CBF31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30</a:t>
            </a:fld>
            <a:endParaRPr lang="zh-CN" altLang="en-US" dirty="0"/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59C70B2F-93BC-924C-853C-4D759827F989}"/>
              </a:ext>
            </a:extLst>
          </p:cNvPr>
          <p:cNvSpPr/>
          <p:nvPr/>
        </p:nvSpPr>
        <p:spPr>
          <a:xfrm>
            <a:off x="628650" y="1232603"/>
            <a:ext cx="7702480" cy="1712478"/>
          </a:xfrm>
          <a:prstGeom prst="rect">
            <a:avLst/>
          </a:prstGeom>
          <a:noFill/>
          <a:ln>
            <a:noFill/>
          </a:ln>
        </p:spPr>
        <p:txBody>
          <a:bodyPr vert="horz" wrap="square" lIns="101600" tIns="0" rIns="82550" bIns="0" numCol="1" anchor="t" anchorCtr="0" compatLnSpc="1">
            <a:normAutofit/>
          </a:bodyPr>
          <a:lstStyle>
            <a:lvl1pPr marL="228600" indent="-228600" algn="l" rtl="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000" kern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rtl="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2000" kern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rtl="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2000" kern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rtl="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2000" kern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rtl="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2000" kern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算法判断？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 lvl="1"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连续格子染色，很明显有子结构的性质，可以考虑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DP</a:t>
            </a:r>
          </a:p>
          <a:p>
            <a:pPr lvl="1"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但是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n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 很大，因此考虑矩阵快速幂优化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DP</a:t>
            </a:r>
          </a:p>
          <a:p>
            <a:pPr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53CDDEB3-2959-5A4D-8BD9-D85AF191AD56}"/>
              </a:ext>
            </a:extLst>
          </p:cNvPr>
          <p:cNvSpPr/>
          <p:nvPr/>
        </p:nvSpPr>
        <p:spPr>
          <a:xfrm>
            <a:off x="605790" y="3173617"/>
            <a:ext cx="7702480" cy="1712478"/>
          </a:xfrm>
          <a:prstGeom prst="rect">
            <a:avLst/>
          </a:prstGeom>
          <a:noFill/>
          <a:ln>
            <a:noFill/>
          </a:ln>
        </p:spPr>
        <p:txBody>
          <a:bodyPr vert="horz" wrap="square" lIns="101600" tIns="0" rIns="82550" bIns="0" numCol="1" anchor="t" anchorCtr="0" compatLnSpc="1">
            <a:normAutofit/>
          </a:bodyPr>
          <a:lstStyle>
            <a:lvl1pPr marL="228600" indent="-228600" algn="l" rtl="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000" kern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rtl="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2000" kern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rtl="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2000" kern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rtl="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2000" kern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rtl="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2000" kern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DP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 思考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 lvl="1"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DP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 状态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 lvl="1"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DP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 转移方程（线性递推式）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A0BD2A8-198A-2C4D-ABB5-90A6AE5B2320}"/>
              </a:ext>
            </a:extLst>
          </p:cNvPr>
          <p:cNvSpPr/>
          <p:nvPr/>
        </p:nvSpPr>
        <p:spPr>
          <a:xfrm>
            <a:off x="0" y="0"/>
            <a:ext cx="9144000" cy="243840"/>
          </a:xfrm>
          <a:prstGeom prst="rect">
            <a:avLst/>
          </a:prstGeom>
          <a:solidFill>
            <a:srgbClr val="F040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课程脉络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矩阵乘法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求解线性递推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矩阵快速幂优化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0346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AAB6BC10-45DD-4477-83AF-883480AFB742}"/>
              </a:ext>
            </a:extLst>
          </p:cNvPr>
          <p:cNvGrpSpPr/>
          <p:nvPr/>
        </p:nvGrpSpPr>
        <p:grpSpPr>
          <a:xfrm>
            <a:off x="182880" y="480847"/>
            <a:ext cx="7410450" cy="523220"/>
            <a:chOff x="190500" y="383560"/>
            <a:chExt cx="7410450" cy="523220"/>
          </a:xfrm>
        </p:grpSpPr>
        <p:sp>
          <p:nvSpPr>
            <p:cNvPr id="36" name="平行四边形 35">
              <a:extLst>
                <a:ext uri="{FF2B5EF4-FFF2-40B4-BE49-F238E27FC236}">
                  <a16:creationId xmlns:a16="http://schemas.microsoft.com/office/drawing/2014/main" id="{F40A7694-6484-44E1-99C7-EDE95D900592}"/>
                </a:ext>
              </a:extLst>
            </p:cNvPr>
            <p:cNvSpPr/>
            <p:nvPr/>
          </p:nvSpPr>
          <p:spPr>
            <a:xfrm>
              <a:off x="190500" y="533400"/>
              <a:ext cx="845820" cy="373380"/>
            </a:xfrm>
            <a:prstGeom prst="parallelogram">
              <a:avLst/>
            </a:prstGeom>
            <a:solidFill>
              <a:srgbClr val="F04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FDB29133-41AD-4B3B-906E-5DEE9B7FE047}"/>
                </a:ext>
              </a:extLst>
            </p:cNvPr>
            <p:cNvSpPr txBox="1"/>
            <p:nvPr/>
          </p:nvSpPr>
          <p:spPr>
            <a:xfrm>
              <a:off x="506730" y="383560"/>
              <a:ext cx="70942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</a:t>
              </a:r>
              <a:r>
                <a:rPr lang="en-US" altLang="zh-CN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讲解</a:t>
              </a:r>
              <a:endPara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E5B60183-BC48-4A9B-803F-FE5CBF31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31</a:t>
            </a:fld>
            <a:endParaRPr lang="zh-CN" altLang="en-US" dirty="0"/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59C70B2F-93BC-924C-853C-4D759827F989}"/>
              </a:ext>
            </a:extLst>
          </p:cNvPr>
          <p:cNvSpPr/>
          <p:nvPr/>
        </p:nvSpPr>
        <p:spPr>
          <a:xfrm>
            <a:off x="628650" y="1232603"/>
            <a:ext cx="7702480" cy="2196398"/>
          </a:xfrm>
          <a:prstGeom prst="rect">
            <a:avLst/>
          </a:prstGeom>
          <a:noFill/>
          <a:ln>
            <a:noFill/>
          </a:ln>
        </p:spPr>
        <p:txBody>
          <a:bodyPr vert="horz" wrap="square" lIns="101600" tIns="0" rIns="82550" bIns="0" numCol="1" anchor="t" anchorCtr="0" compatLnSpc="1">
            <a:normAutofit/>
          </a:bodyPr>
          <a:lstStyle>
            <a:lvl1pPr marL="228600" indent="-228600" algn="l" rtl="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000" kern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rtl="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2000" kern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rtl="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2000" kern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rtl="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2000" kern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rtl="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2000" kern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DP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 状态思考？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 lvl="1"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题目问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n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 个格子，红绿均为偶数的染色方案数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 lvl="1"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因此令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A[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i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]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表示 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i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 个格子，红绿均为偶数的染色方案数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 lvl="1"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只有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A[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i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]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是否足够？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 lvl="1"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  <p:sp>
        <p:nvSpPr>
          <p:cNvPr id="10" name="文本占位符 2">
            <a:extLst>
              <a:ext uri="{FF2B5EF4-FFF2-40B4-BE49-F238E27FC236}">
                <a16:creationId xmlns:a16="http://schemas.microsoft.com/office/drawing/2014/main" id="{1E325EF8-5284-B141-AD06-56953829BCC5}"/>
              </a:ext>
            </a:extLst>
          </p:cNvPr>
          <p:cNvSpPr/>
          <p:nvPr/>
        </p:nvSpPr>
        <p:spPr>
          <a:xfrm>
            <a:off x="628650" y="3428999"/>
            <a:ext cx="7702480" cy="2927352"/>
          </a:xfrm>
          <a:prstGeom prst="rect">
            <a:avLst/>
          </a:prstGeom>
          <a:noFill/>
          <a:ln>
            <a:noFill/>
          </a:ln>
        </p:spPr>
        <p:txBody>
          <a:bodyPr vert="horz" wrap="square" lIns="101600" tIns="0" rIns="82550" bIns="0" numCol="1" anchor="t" anchorCtr="0" compatLnSpc="1">
            <a:normAutofit/>
          </a:bodyPr>
          <a:lstStyle>
            <a:lvl1pPr marL="228600" indent="-228600" algn="l" rtl="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000" kern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rtl="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2000" kern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rtl="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2000" kern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rtl="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2000" kern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rtl="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2000" kern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DP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 状态添加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 lvl="1"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偶数需要从奇数转移而来，这一点在思考转移方程的时候可以发现，因此我们进行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DP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 状态添加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 lvl="1"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B[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i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]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表示 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i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 个格子，红绿均为奇数的染色方案数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 lvl="1"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C[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i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] 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表示 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i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 个格子，红绿有一个为偶数的染色方案数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18A4729-CAF3-5944-8E08-C26B692297DD}"/>
              </a:ext>
            </a:extLst>
          </p:cNvPr>
          <p:cNvSpPr/>
          <p:nvPr/>
        </p:nvSpPr>
        <p:spPr>
          <a:xfrm>
            <a:off x="0" y="0"/>
            <a:ext cx="9144000" cy="243840"/>
          </a:xfrm>
          <a:prstGeom prst="rect">
            <a:avLst/>
          </a:prstGeom>
          <a:solidFill>
            <a:srgbClr val="F040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课程脉络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矩阵乘法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求解线性递推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矩阵快速幂优化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73474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AAB6BC10-45DD-4477-83AF-883480AFB742}"/>
              </a:ext>
            </a:extLst>
          </p:cNvPr>
          <p:cNvGrpSpPr/>
          <p:nvPr/>
        </p:nvGrpSpPr>
        <p:grpSpPr>
          <a:xfrm>
            <a:off x="182880" y="480847"/>
            <a:ext cx="7410450" cy="523220"/>
            <a:chOff x="190500" y="383560"/>
            <a:chExt cx="7410450" cy="523220"/>
          </a:xfrm>
        </p:grpSpPr>
        <p:sp>
          <p:nvSpPr>
            <p:cNvPr id="36" name="平行四边形 35">
              <a:extLst>
                <a:ext uri="{FF2B5EF4-FFF2-40B4-BE49-F238E27FC236}">
                  <a16:creationId xmlns:a16="http://schemas.microsoft.com/office/drawing/2014/main" id="{F40A7694-6484-44E1-99C7-EDE95D900592}"/>
                </a:ext>
              </a:extLst>
            </p:cNvPr>
            <p:cNvSpPr/>
            <p:nvPr/>
          </p:nvSpPr>
          <p:spPr>
            <a:xfrm>
              <a:off x="190500" y="533400"/>
              <a:ext cx="845820" cy="373380"/>
            </a:xfrm>
            <a:prstGeom prst="parallelogram">
              <a:avLst/>
            </a:prstGeom>
            <a:solidFill>
              <a:srgbClr val="F04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FDB29133-41AD-4B3B-906E-5DEE9B7FE047}"/>
                </a:ext>
              </a:extLst>
            </p:cNvPr>
            <p:cNvSpPr txBox="1"/>
            <p:nvPr/>
          </p:nvSpPr>
          <p:spPr>
            <a:xfrm>
              <a:off x="506730" y="383560"/>
              <a:ext cx="70942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</a:t>
              </a:r>
              <a:r>
                <a:rPr lang="en-US" altLang="zh-CN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讲解</a:t>
              </a:r>
              <a:endPara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E5B60183-BC48-4A9B-803F-FE5CBF31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32</a:t>
            </a:fld>
            <a:endParaRPr lang="zh-CN" altLang="en-US" dirty="0"/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59C70B2F-93BC-924C-853C-4D759827F989}"/>
              </a:ext>
            </a:extLst>
          </p:cNvPr>
          <p:cNvSpPr/>
          <p:nvPr/>
        </p:nvSpPr>
        <p:spPr>
          <a:xfrm>
            <a:off x="628650" y="1232603"/>
            <a:ext cx="7702480" cy="2733756"/>
          </a:xfrm>
          <a:prstGeom prst="rect">
            <a:avLst/>
          </a:prstGeom>
          <a:noFill/>
          <a:ln>
            <a:noFill/>
          </a:ln>
        </p:spPr>
        <p:txBody>
          <a:bodyPr vert="horz" wrap="square" lIns="101600" tIns="0" rIns="82550" bIns="0" numCol="1" anchor="t" anchorCtr="0" compatLnSpc="1">
            <a:normAutofit/>
          </a:bodyPr>
          <a:lstStyle>
            <a:lvl1pPr marL="228600" indent="-228600" algn="l" rtl="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000" kern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rtl="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2000" kern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rtl="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2000" kern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rtl="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2000" kern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rtl="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2000" kern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DP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 转移方程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 lvl="1"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根据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DP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 状态，仔细思考转移情况即可得到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 lvl="1"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A[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i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] = 2 * A[i-1] + C[i-1]</a:t>
            </a:r>
          </a:p>
          <a:p>
            <a:pPr lvl="1"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B[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i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] = 2 * B[i-1] + C[i-1]</a:t>
            </a:r>
          </a:p>
          <a:p>
            <a:pPr lvl="1"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C[</a:t>
            </a:r>
            <a:r>
              <a:rPr lang="en-US" altLang="zh-CN" dirty="0" err="1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i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] = 2 * A[i-1] + 2 * B[i-1] + 2 * C[i-1]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18A4729-CAF3-5944-8E08-C26B692297DD}"/>
              </a:ext>
            </a:extLst>
          </p:cNvPr>
          <p:cNvSpPr/>
          <p:nvPr/>
        </p:nvSpPr>
        <p:spPr>
          <a:xfrm>
            <a:off x="0" y="0"/>
            <a:ext cx="9144000" cy="243840"/>
          </a:xfrm>
          <a:prstGeom prst="rect">
            <a:avLst/>
          </a:prstGeom>
          <a:solidFill>
            <a:srgbClr val="F040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课程脉络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矩阵乘法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求解线性递推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矩阵快速幂优化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占位符 2">
                <a:extLst>
                  <a:ext uri="{FF2B5EF4-FFF2-40B4-BE49-F238E27FC236}">
                    <a16:creationId xmlns:a16="http://schemas.microsoft.com/office/drawing/2014/main" id="{7FB21638-F96C-284F-ACE4-0A43D5F6ED22}"/>
                  </a:ext>
                </a:extLst>
              </p:cNvPr>
              <p:cNvSpPr/>
              <p:nvPr/>
            </p:nvSpPr>
            <p:spPr>
              <a:xfrm>
                <a:off x="605790" y="3966359"/>
                <a:ext cx="7702480" cy="273375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101600" tIns="0" rIns="82550" bIns="0" numCol="1" anchor="t" anchorCtr="0" compatLnSpc="1">
                <a:normAutofit/>
              </a:bodyPr>
              <a:lstStyle>
                <a:lvl1pPr marL="2286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1pPr>
                <a:lvl2pPr marL="6858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2pPr>
                <a:lvl3pPr marL="11430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3pPr>
                <a:lvl4pPr marL="16002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4pPr>
                <a:lvl5pPr marL="20574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矩阵快速幂</a:t>
                </a: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复杂度：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𝑂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  <m:t>3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log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log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⁡(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))</m:t>
                    </m:r>
                  </m:oMath>
                </a14:m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</p:txBody>
          </p:sp>
        </mc:Choice>
        <mc:Fallback xmlns="">
          <p:sp>
            <p:nvSpPr>
              <p:cNvPr id="12" name="文本占位符 2">
                <a:extLst>
                  <a:ext uri="{FF2B5EF4-FFF2-40B4-BE49-F238E27FC236}">
                    <a16:creationId xmlns:a16="http://schemas.microsoft.com/office/drawing/2014/main" id="{7FB21638-F96C-284F-ACE4-0A43D5F6ED2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790" y="3966359"/>
                <a:ext cx="7702480" cy="2733756"/>
              </a:xfrm>
              <a:prstGeom prst="rect">
                <a:avLst/>
              </a:prstGeom>
              <a:blipFill>
                <a:blip r:embed="rId3"/>
                <a:stretch>
                  <a:fillRect l="-660" t="-9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>
            <a:extLst>
              <a:ext uri="{FF2B5EF4-FFF2-40B4-BE49-F238E27FC236}">
                <a16:creationId xmlns:a16="http://schemas.microsoft.com/office/drawing/2014/main" id="{A8DA9C10-673B-9A46-8254-E2B94EDB83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4129" y="4365394"/>
            <a:ext cx="5767944" cy="1544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44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7DE26F64-9017-6D4D-BC46-F364DEBDA606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6178" y="-54237"/>
            <a:ext cx="9180812" cy="3483237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461007BA-07C3-4DD8-8798-7D3173F7E471}"/>
              </a:ext>
            </a:extLst>
          </p:cNvPr>
          <p:cNvGrpSpPr/>
          <p:nvPr/>
        </p:nvGrpSpPr>
        <p:grpSpPr>
          <a:xfrm>
            <a:off x="802881" y="3220887"/>
            <a:ext cx="7648586" cy="2501388"/>
            <a:chOff x="1200150" y="3107981"/>
            <a:chExt cx="9791700" cy="328917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3F9A6B05-7ED5-4F7C-AA64-18A3F997F137}"/>
                </a:ext>
              </a:extLst>
            </p:cNvPr>
            <p:cNvSpPr/>
            <p:nvPr/>
          </p:nvSpPr>
          <p:spPr>
            <a:xfrm>
              <a:off x="1664486" y="3107981"/>
              <a:ext cx="8945408" cy="3174172"/>
            </a:xfrm>
            <a:prstGeom prst="roundRect">
              <a:avLst>
                <a:gd name="adj" fmla="val 3205"/>
              </a:avLst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C09A6EA4-4FF5-4E8E-AB8F-7349BE02CD5E}"/>
                </a:ext>
              </a:extLst>
            </p:cNvPr>
            <p:cNvSpPr/>
            <p:nvPr/>
          </p:nvSpPr>
          <p:spPr>
            <a:xfrm>
              <a:off x="1463942" y="3222979"/>
              <a:ext cx="9346497" cy="3174172"/>
            </a:xfrm>
            <a:prstGeom prst="roundRect">
              <a:avLst>
                <a:gd name="adj" fmla="val 3205"/>
              </a:avLst>
            </a:prstGeom>
            <a:solidFill>
              <a:schemeClr val="bg1">
                <a:alpha val="94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BA5C651A-F6BF-4D75-A3D1-DDEB8CCADD03}"/>
                </a:ext>
              </a:extLst>
            </p:cNvPr>
            <p:cNvSpPr/>
            <p:nvPr/>
          </p:nvSpPr>
          <p:spPr>
            <a:xfrm>
              <a:off x="1200150" y="3365257"/>
              <a:ext cx="9791700" cy="2757614"/>
            </a:xfrm>
            <a:prstGeom prst="roundRect">
              <a:avLst>
                <a:gd name="adj" fmla="val 3205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rgbClr val="F8F8F8"/>
                </a:gs>
              </a:gsLst>
              <a:lin ang="5400000" scaled="1"/>
              <a:tileRect/>
            </a:gradFill>
            <a:ln>
              <a:noFill/>
            </a:ln>
            <a:effectLst>
              <a:outerShdw blurRad="317500" sx="102000" sy="1020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540000" tIns="72000" rIns="540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indent="457167">
                <a:lnSpc>
                  <a:spcPct val="120000"/>
                </a:lnSpc>
              </a:pPr>
              <a:endParaRPr lang="zh-CN" altLang="en-US" sz="24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9" name="标题 74">
            <a:extLst>
              <a:ext uri="{FF2B5EF4-FFF2-40B4-BE49-F238E27FC236}">
                <a16:creationId xmlns:a16="http://schemas.microsoft.com/office/drawing/2014/main" id="{FE4E37FF-6DE5-4CC8-8FB8-6127CB98D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8169" y="4161391"/>
            <a:ext cx="3044051" cy="670536"/>
          </a:xfrm>
        </p:spPr>
        <p:txBody>
          <a:bodyPr>
            <a:normAutofit fontScale="90000"/>
          </a:bodyPr>
          <a:lstStyle/>
          <a:p>
            <a:pPr algn="dist"/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讲解</a:t>
            </a:r>
            <a:b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220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 Example 4</a:t>
            </a:r>
            <a:endParaRPr lang="zh-CN" altLang="en-US" sz="3600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0" name="图表 9">
            <a:extLst>
              <a:ext uri="{FF2B5EF4-FFF2-40B4-BE49-F238E27FC236}">
                <a16:creationId xmlns:a16="http://schemas.microsoft.com/office/drawing/2014/main" id="{C2A16DD7-7E56-46E8-99BC-6C95E446C457}"/>
              </a:ext>
            </a:extLst>
          </p:cNvPr>
          <p:cNvGraphicFramePr/>
          <p:nvPr/>
        </p:nvGraphicFramePr>
        <p:xfrm>
          <a:off x="1381564" y="3754945"/>
          <a:ext cx="2179863" cy="12728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12" name="ba3e13bc-cc22-40db-8abb-361298693e2c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4872306A-C0C4-4EAA-A0CE-7D3D08B3D35A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7823002" y="73858"/>
            <a:ext cx="1228130" cy="313031"/>
            <a:chOff x="2866708" y="2481344"/>
            <a:chExt cx="6458593" cy="1879440"/>
          </a:xfrm>
          <a:solidFill>
            <a:schemeClr val="bg1"/>
          </a:solidFill>
        </p:grpSpPr>
        <p:grpSp>
          <p:nvGrpSpPr>
            <p:cNvPr id="16" name="ïSļïdè">
              <a:extLst>
                <a:ext uri="{FF2B5EF4-FFF2-40B4-BE49-F238E27FC236}">
                  <a16:creationId xmlns:a16="http://schemas.microsoft.com/office/drawing/2014/main" id="{FDADEC7D-9C4A-4753-B76D-1E0C37349221}"/>
                </a:ext>
              </a:extLst>
            </p:cNvPr>
            <p:cNvGrpSpPr/>
            <p:nvPr/>
          </p:nvGrpSpPr>
          <p:grpSpPr>
            <a:xfrm>
              <a:off x="2866708" y="2604783"/>
              <a:ext cx="1724148" cy="1756001"/>
              <a:chOff x="4810125" y="3095626"/>
              <a:chExt cx="687388" cy="700088"/>
            </a:xfrm>
            <a:grpFill/>
          </p:grpSpPr>
          <p:sp>
            <p:nvSpPr>
              <p:cNvPr id="46" name="íşḷidê">
                <a:extLst>
                  <a:ext uri="{FF2B5EF4-FFF2-40B4-BE49-F238E27FC236}">
                    <a16:creationId xmlns:a16="http://schemas.microsoft.com/office/drawing/2014/main" id="{D98EF6A1-CCEA-404A-AA7F-81F96F9A12C2}"/>
                  </a:ext>
                </a:extLst>
              </p:cNvPr>
              <p:cNvSpPr/>
              <p:nvPr/>
            </p:nvSpPr>
            <p:spPr bwMode="auto">
              <a:xfrm>
                <a:off x="4810125" y="3095626"/>
                <a:ext cx="687388" cy="700088"/>
              </a:xfrm>
              <a:custGeom>
                <a:avLst/>
                <a:gdLst>
                  <a:gd name="T0" fmla="*/ 104 w 208"/>
                  <a:gd name="T1" fmla="*/ 207 h 210"/>
                  <a:gd name="T2" fmla="*/ 4 w 208"/>
                  <a:gd name="T3" fmla="*/ 105 h 210"/>
                  <a:gd name="T4" fmla="*/ 104 w 208"/>
                  <a:gd name="T5" fmla="*/ 4 h 210"/>
                  <a:gd name="T6" fmla="*/ 204 w 208"/>
                  <a:gd name="T7" fmla="*/ 105 h 210"/>
                  <a:gd name="T8" fmla="*/ 104 w 208"/>
                  <a:gd name="T9" fmla="*/ 207 h 210"/>
                  <a:gd name="T10" fmla="*/ 104 w 208"/>
                  <a:gd name="T11" fmla="*/ 0 h 210"/>
                  <a:gd name="T12" fmla="*/ 0 w 208"/>
                  <a:gd name="T13" fmla="*/ 105 h 210"/>
                  <a:gd name="T14" fmla="*/ 104 w 208"/>
                  <a:gd name="T15" fmla="*/ 210 h 210"/>
                  <a:gd name="T16" fmla="*/ 208 w 208"/>
                  <a:gd name="T17" fmla="*/ 105 h 210"/>
                  <a:gd name="T18" fmla="*/ 104 w 208"/>
                  <a:gd name="T19" fmla="*/ 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8" h="210">
                    <a:moveTo>
                      <a:pt x="104" y="207"/>
                    </a:moveTo>
                    <a:cubicBezTo>
                      <a:pt x="49" y="207"/>
                      <a:pt x="4" y="161"/>
                      <a:pt x="4" y="105"/>
                    </a:cubicBezTo>
                    <a:cubicBezTo>
                      <a:pt x="4" y="49"/>
                      <a:pt x="49" y="4"/>
                      <a:pt x="104" y="4"/>
                    </a:cubicBezTo>
                    <a:cubicBezTo>
                      <a:pt x="159" y="4"/>
                      <a:pt x="204" y="49"/>
                      <a:pt x="204" y="105"/>
                    </a:cubicBezTo>
                    <a:cubicBezTo>
                      <a:pt x="204" y="161"/>
                      <a:pt x="159" y="207"/>
                      <a:pt x="104" y="207"/>
                    </a:cubicBezTo>
                    <a:close/>
                    <a:moveTo>
                      <a:pt x="104" y="0"/>
                    </a:moveTo>
                    <a:cubicBezTo>
                      <a:pt x="47" y="0"/>
                      <a:pt x="0" y="47"/>
                      <a:pt x="0" y="105"/>
                    </a:cubicBezTo>
                    <a:cubicBezTo>
                      <a:pt x="0" y="163"/>
                      <a:pt x="47" y="210"/>
                      <a:pt x="104" y="210"/>
                    </a:cubicBezTo>
                    <a:cubicBezTo>
                      <a:pt x="161" y="210"/>
                      <a:pt x="208" y="163"/>
                      <a:pt x="208" y="105"/>
                    </a:cubicBezTo>
                    <a:cubicBezTo>
                      <a:pt x="208" y="47"/>
                      <a:pt x="161" y="0"/>
                      <a:pt x="104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7" name="íSľïdé">
                <a:extLst>
                  <a:ext uri="{FF2B5EF4-FFF2-40B4-BE49-F238E27FC236}">
                    <a16:creationId xmlns:a16="http://schemas.microsoft.com/office/drawing/2014/main" id="{F254EC13-E0AC-4092-BAFE-B9D379CB19EC}"/>
                  </a:ext>
                </a:extLst>
              </p:cNvPr>
              <p:cNvSpPr/>
              <p:nvPr/>
            </p:nvSpPr>
            <p:spPr bwMode="auto">
              <a:xfrm>
                <a:off x="5384800" y="3559176"/>
                <a:ext cx="46038" cy="30163"/>
              </a:xfrm>
              <a:custGeom>
                <a:avLst/>
                <a:gdLst>
                  <a:gd name="T0" fmla="*/ 29 w 29"/>
                  <a:gd name="T1" fmla="*/ 13 h 19"/>
                  <a:gd name="T2" fmla="*/ 27 w 29"/>
                  <a:gd name="T3" fmla="*/ 19 h 19"/>
                  <a:gd name="T4" fmla="*/ 0 w 29"/>
                  <a:gd name="T5" fmla="*/ 6 h 19"/>
                  <a:gd name="T6" fmla="*/ 4 w 29"/>
                  <a:gd name="T7" fmla="*/ 0 h 19"/>
                  <a:gd name="T8" fmla="*/ 29 w 29"/>
                  <a:gd name="T9" fmla="*/ 13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9" h="19">
                    <a:moveTo>
                      <a:pt x="29" y="13"/>
                    </a:moveTo>
                    <a:lnTo>
                      <a:pt x="27" y="19"/>
                    </a:lnTo>
                    <a:lnTo>
                      <a:pt x="0" y="6"/>
                    </a:lnTo>
                    <a:lnTo>
                      <a:pt x="4" y="0"/>
                    </a:lnTo>
                    <a:lnTo>
                      <a:pt x="29" y="1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8" name="ïslíḋê">
                <a:extLst>
                  <a:ext uri="{FF2B5EF4-FFF2-40B4-BE49-F238E27FC236}">
                    <a16:creationId xmlns:a16="http://schemas.microsoft.com/office/drawing/2014/main" id="{CD9A8FD7-138F-4F51-8F50-1A7F398595E5}"/>
                  </a:ext>
                </a:extLst>
              </p:cNvPr>
              <p:cNvSpPr/>
              <p:nvPr/>
            </p:nvSpPr>
            <p:spPr bwMode="auto">
              <a:xfrm>
                <a:off x="5405438" y="3479801"/>
                <a:ext cx="49213" cy="42863"/>
              </a:xfrm>
              <a:custGeom>
                <a:avLst/>
                <a:gdLst>
                  <a:gd name="T0" fmla="*/ 31 w 31"/>
                  <a:gd name="T1" fmla="*/ 14 h 27"/>
                  <a:gd name="T2" fmla="*/ 29 w 31"/>
                  <a:gd name="T3" fmla="*/ 21 h 27"/>
                  <a:gd name="T4" fmla="*/ 19 w 31"/>
                  <a:gd name="T5" fmla="*/ 18 h 27"/>
                  <a:gd name="T6" fmla="*/ 0 w 31"/>
                  <a:gd name="T7" fmla="*/ 27 h 27"/>
                  <a:gd name="T8" fmla="*/ 2 w 31"/>
                  <a:gd name="T9" fmla="*/ 18 h 27"/>
                  <a:gd name="T10" fmla="*/ 14 w 31"/>
                  <a:gd name="T11" fmla="*/ 14 h 27"/>
                  <a:gd name="T12" fmla="*/ 4 w 31"/>
                  <a:gd name="T13" fmla="*/ 6 h 27"/>
                  <a:gd name="T14" fmla="*/ 4 w 31"/>
                  <a:gd name="T15" fmla="*/ 0 h 27"/>
                  <a:gd name="T16" fmla="*/ 19 w 31"/>
                  <a:gd name="T17" fmla="*/ 12 h 27"/>
                  <a:gd name="T18" fmla="*/ 31 w 31"/>
                  <a:gd name="T19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31" h="27">
                    <a:moveTo>
                      <a:pt x="31" y="14"/>
                    </a:moveTo>
                    <a:lnTo>
                      <a:pt x="29" y="21"/>
                    </a:lnTo>
                    <a:lnTo>
                      <a:pt x="19" y="18"/>
                    </a:lnTo>
                    <a:lnTo>
                      <a:pt x="0" y="27"/>
                    </a:lnTo>
                    <a:lnTo>
                      <a:pt x="2" y="18"/>
                    </a:lnTo>
                    <a:lnTo>
                      <a:pt x="14" y="14"/>
                    </a:lnTo>
                    <a:lnTo>
                      <a:pt x="4" y="6"/>
                    </a:lnTo>
                    <a:lnTo>
                      <a:pt x="4" y="0"/>
                    </a:lnTo>
                    <a:lnTo>
                      <a:pt x="19" y="12"/>
                    </a:lnTo>
                    <a:lnTo>
                      <a:pt x="31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9" name="işļïḍè">
                <a:extLst>
                  <a:ext uri="{FF2B5EF4-FFF2-40B4-BE49-F238E27FC236}">
                    <a16:creationId xmlns:a16="http://schemas.microsoft.com/office/drawing/2014/main" id="{4830FFCB-3E89-4192-8203-0AAB5A627595}"/>
                  </a:ext>
                </a:extLst>
              </p:cNvPr>
              <p:cNvSpPr/>
              <p:nvPr/>
            </p:nvSpPr>
            <p:spPr bwMode="auto">
              <a:xfrm>
                <a:off x="5391150" y="3522663"/>
                <a:ext cx="50800" cy="36513"/>
              </a:xfrm>
              <a:custGeom>
                <a:avLst/>
                <a:gdLst>
                  <a:gd name="T0" fmla="*/ 32 w 32"/>
                  <a:gd name="T1" fmla="*/ 17 h 23"/>
                  <a:gd name="T2" fmla="*/ 32 w 32"/>
                  <a:gd name="T3" fmla="*/ 23 h 23"/>
                  <a:gd name="T4" fmla="*/ 9 w 32"/>
                  <a:gd name="T5" fmla="*/ 15 h 23"/>
                  <a:gd name="T6" fmla="*/ 7 w 32"/>
                  <a:gd name="T7" fmla="*/ 23 h 23"/>
                  <a:gd name="T8" fmla="*/ 0 w 32"/>
                  <a:gd name="T9" fmla="*/ 21 h 23"/>
                  <a:gd name="T10" fmla="*/ 9 w 32"/>
                  <a:gd name="T11" fmla="*/ 0 h 23"/>
                  <a:gd name="T12" fmla="*/ 13 w 32"/>
                  <a:gd name="T13" fmla="*/ 2 h 23"/>
                  <a:gd name="T14" fmla="*/ 11 w 32"/>
                  <a:gd name="T15" fmla="*/ 8 h 23"/>
                  <a:gd name="T16" fmla="*/ 32 w 32"/>
                  <a:gd name="T17" fmla="*/ 17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2" h="23">
                    <a:moveTo>
                      <a:pt x="32" y="17"/>
                    </a:moveTo>
                    <a:lnTo>
                      <a:pt x="32" y="23"/>
                    </a:lnTo>
                    <a:lnTo>
                      <a:pt x="9" y="15"/>
                    </a:lnTo>
                    <a:lnTo>
                      <a:pt x="7" y="23"/>
                    </a:lnTo>
                    <a:lnTo>
                      <a:pt x="0" y="21"/>
                    </a:lnTo>
                    <a:lnTo>
                      <a:pt x="9" y="0"/>
                    </a:lnTo>
                    <a:lnTo>
                      <a:pt x="13" y="2"/>
                    </a:lnTo>
                    <a:lnTo>
                      <a:pt x="11" y="8"/>
                    </a:lnTo>
                    <a:lnTo>
                      <a:pt x="32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0" name="í$ļîḓé">
                <a:extLst>
                  <a:ext uri="{FF2B5EF4-FFF2-40B4-BE49-F238E27FC236}">
                    <a16:creationId xmlns:a16="http://schemas.microsoft.com/office/drawing/2014/main" id="{EF860E45-7BB8-4BAE-8E76-FF26B80DC424}"/>
                  </a:ext>
                </a:extLst>
              </p:cNvPr>
              <p:cNvSpPr/>
              <p:nvPr/>
            </p:nvSpPr>
            <p:spPr bwMode="auto">
              <a:xfrm>
                <a:off x="5368925" y="3579813"/>
                <a:ext cx="46038" cy="46038"/>
              </a:xfrm>
              <a:custGeom>
                <a:avLst/>
                <a:gdLst>
                  <a:gd name="T0" fmla="*/ 0 w 14"/>
                  <a:gd name="T1" fmla="*/ 6 h 14"/>
                  <a:gd name="T2" fmla="*/ 1 w 14"/>
                  <a:gd name="T3" fmla="*/ 3 h 14"/>
                  <a:gd name="T4" fmla="*/ 4 w 14"/>
                  <a:gd name="T5" fmla="*/ 1 h 14"/>
                  <a:gd name="T6" fmla="*/ 8 w 14"/>
                  <a:gd name="T7" fmla="*/ 1 h 14"/>
                  <a:gd name="T8" fmla="*/ 6 w 14"/>
                  <a:gd name="T9" fmla="*/ 4 h 14"/>
                  <a:gd name="T10" fmla="*/ 5 w 14"/>
                  <a:gd name="T11" fmla="*/ 3 h 14"/>
                  <a:gd name="T12" fmla="*/ 3 w 14"/>
                  <a:gd name="T13" fmla="*/ 5 h 14"/>
                  <a:gd name="T14" fmla="*/ 3 w 14"/>
                  <a:gd name="T15" fmla="*/ 6 h 14"/>
                  <a:gd name="T16" fmla="*/ 3 w 14"/>
                  <a:gd name="T17" fmla="*/ 7 h 14"/>
                  <a:gd name="T18" fmla="*/ 4 w 14"/>
                  <a:gd name="T19" fmla="*/ 7 h 14"/>
                  <a:gd name="T20" fmla="*/ 6 w 14"/>
                  <a:gd name="T21" fmla="*/ 6 h 14"/>
                  <a:gd name="T22" fmla="*/ 9 w 14"/>
                  <a:gd name="T23" fmla="*/ 4 h 14"/>
                  <a:gd name="T24" fmla="*/ 11 w 14"/>
                  <a:gd name="T25" fmla="*/ 3 h 14"/>
                  <a:gd name="T26" fmla="*/ 13 w 14"/>
                  <a:gd name="T27" fmla="*/ 4 h 14"/>
                  <a:gd name="T28" fmla="*/ 14 w 14"/>
                  <a:gd name="T29" fmla="*/ 6 h 14"/>
                  <a:gd name="T30" fmla="*/ 14 w 14"/>
                  <a:gd name="T31" fmla="*/ 8 h 14"/>
                  <a:gd name="T32" fmla="*/ 13 w 14"/>
                  <a:gd name="T33" fmla="*/ 11 h 14"/>
                  <a:gd name="T34" fmla="*/ 10 w 14"/>
                  <a:gd name="T35" fmla="*/ 14 h 14"/>
                  <a:gd name="T36" fmla="*/ 6 w 14"/>
                  <a:gd name="T37" fmla="*/ 13 h 14"/>
                  <a:gd name="T38" fmla="*/ 7 w 14"/>
                  <a:gd name="T39" fmla="*/ 11 h 14"/>
                  <a:gd name="T40" fmla="*/ 10 w 14"/>
                  <a:gd name="T41" fmla="*/ 11 h 14"/>
                  <a:gd name="T42" fmla="*/ 11 w 14"/>
                  <a:gd name="T43" fmla="*/ 10 h 14"/>
                  <a:gd name="T44" fmla="*/ 12 w 14"/>
                  <a:gd name="T45" fmla="*/ 8 h 14"/>
                  <a:gd name="T46" fmla="*/ 11 w 14"/>
                  <a:gd name="T47" fmla="*/ 6 h 14"/>
                  <a:gd name="T48" fmla="*/ 10 w 14"/>
                  <a:gd name="T49" fmla="*/ 6 h 14"/>
                  <a:gd name="T50" fmla="*/ 9 w 14"/>
                  <a:gd name="T51" fmla="*/ 7 h 14"/>
                  <a:gd name="T52" fmla="*/ 7 w 14"/>
                  <a:gd name="T53" fmla="*/ 8 h 14"/>
                  <a:gd name="T54" fmla="*/ 5 w 14"/>
                  <a:gd name="T55" fmla="*/ 10 h 14"/>
                  <a:gd name="T56" fmla="*/ 2 w 14"/>
                  <a:gd name="T57" fmla="*/ 9 h 14"/>
                  <a:gd name="T58" fmla="*/ 0 w 14"/>
                  <a:gd name="T59" fmla="*/ 8 h 14"/>
                  <a:gd name="T60" fmla="*/ 0 w 14"/>
                  <a:gd name="T61" fmla="*/ 6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4" h="14">
                    <a:moveTo>
                      <a:pt x="0" y="6"/>
                    </a:moveTo>
                    <a:cubicBezTo>
                      <a:pt x="0" y="5"/>
                      <a:pt x="1" y="4"/>
                      <a:pt x="1" y="3"/>
                    </a:cubicBezTo>
                    <a:cubicBezTo>
                      <a:pt x="2" y="2"/>
                      <a:pt x="3" y="1"/>
                      <a:pt x="4" y="1"/>
                    </a:cubicBezTo>
                    <a:cubicBezTo>
                      <a:pt x="5" y="0"/>
                      <a:pt x="7" y="1"/>
                      <a:pt x="8" y="1"/>
                    </a:cubicBezTo>
                    <a:cubicBezTo>
                      <a:pt x="6" y="4"/>
                      <a:pt x="6" y="4"/>
                      <a:pt x="6" y="4"/>
                    </a:cubicBezTo>
                    <a:cubicBezTo>
                      <a:pt x="6" y="3"/>
                      <a:pt x="5" y="3"/>
                      <a:pt x="5" y="3"/>
                    </a:cubicBezTo>
                    <a:cubicBezTo>
                      <a:pt x="4" y="4"/>
                      <a:pt x="4" y="4"/>
                      <a:pt x="3" y="5"/>
                    </a:cubicBezTo>
                    <a:cubicBezTo>
                      <a:pt x="3" y="5"/>
                      <a:pt x="2" y="6"/>
                      <a:pt x="3" y="6"/>
                    </a:cubicBezTo>
                    <a:cubicBezTo>
                      <a:pt x="3" y="7"/>
                      <a:pt x="3" y="7"/>
                      <a:pt x="3" y="7"/>
                    </a:cubicBezTo>
                    <a:cubicBezTo>
                      <a:pt x="3" y="7"/>
                      <a:pt x="4" y="7"/>
                      <a:pt x="4" y="7"/>
                    </a:cubicBezTo>
                    <a:cubicBezTo>
                      <a:pt x="4" y="7"/>
                      <a:pt x="5" y="7"/>
                      <a:pt x="6" y="6"/>
                    </a:cubicBezTo>
                    <a:cubicBezTo>
                      <a:pt x="7" y="5"/>
                      <a:pt x="8" y="4"/>
                      <a:pt x="9" y="4"/>
                    </a:cubicBezTo>
                    <a:cubicBezTo>
                      <a:pt x="9" y="4"/>
                      <a:pt x="10" y="3"/>
                      <a:pt x="11" y="3"/>
                    </a:cubicBezTo>
                    <a:cubicBezTo>
                      <a:pt x="11" y="3"/>
                      <a:pt x="12" y="4"/>
                      <a:pt x="13" y="4"/>
                    </a:cubicBezTo>
                    <a:cubicBezTo>
                      <a:pt x="13" y="5"/>
                      <a:pt x="14" y="5"/>
                      <a:pt x="14" y="6"/>
                    </a:cubicBezTo>
                    <a:cubicBezTo>
                      <a:pt x="14" y="7"/>
                      <a:pt x="14" y="7"/>
                      <a:pt x="14" y="8"/>
                    </a:cubicBezTo>
                    <a:cubicBezTo>
                      <a:pt x="14" y="9"/>
                      <a:pt x="14" y="10"/>
                      <a:pt x="13" y="11"/>
                    </a:cubicBezTo>
                    <a:cubicBezTo>
                      <a:pt x="12" y="12"/>
                      <a:pt x="11" y="13"/>
                      <a:pt x="10" y="14"/>
                    </a:cubicBezTo>
                    <a:cubicBezTo>
                      <a:pt x="9" y="14"/>
                      <a:pt x="7" y="14"/>
                      <a:pt x="6" y="13"/>
                    </a:cubicBezTo>
                    <a:cubicBezTo>
                      <a:pt x="7" y="11"/>
                      <a:pt x="7" y="11"/>
                      <a:pt x="7" y="11"/>
                    </a:cubicBezTo>
                    <a:cubicBezTo>
                      <a:pt x="8" y="11"/>
                      <a:pt x="9" y="11"/>
                      <a:pt x="10" y="11"/>
                    </a:cubicBezTo>
                    <a:cubicBezTo>
                      <a:pt x="10" y="11"/>
                      <a:pt x="11" y="10"/>
                      <a:pt x="11" y="10"/>
                    </a:cubicBezTo>
                    <a:cubicBezTo>
                      <a:pt x="12" y="9"/>
                      <a:pt x="12" y="8"/>
                      <a:pt x="12" y="8"/>
                    </a:cubicBezTo>
                    <a:cubicBezTo>
                      <a:pt x="12" y="7"/>
                      <a:pt x="12" y="7"/>
                      <a:pt x="11" y="6"/>
                    </a:cubicBezTo>
                    <a:cubicBezTo>
                      <a:pt x="11" y="6"/>
                      <a:pt x="11" y="6"/>
                      <a:pt x="10" y="6"/>
                    </a:cubicBezTo>
                    <a:cubicBezTo>
                      <a:pt x="10" y="6"/>
                      <a:pt x="10" y="6"/>
                      <a:pt x="9" y="7"/>
                    </a:cubicBezTo>
                    <a:cubicBezTo>
                      <a:pt x="9" y="7"/>
                      <a:pt x="8" y="7"/>
                      <a:pt x="7" y="8"/>
                    </a:cubicBezTo>
                    <a:cubicBezTo>
                      <a:pt x="6" y="9"/>
                      <a:pt x="5" y="10"/>
                      <a:pt x="5" y="10"/>
                    </a:cubicBezTo>
                    <a:cubicBezTo>
                      <a:pt x="4" y="10"/>
                      <a:pt x="3" y="10"/>
                      <a:pt x="2" y="9"/>
                    </a:cubicBezTo>
                    <a:cubicBezTo>
                      <a:pt x="1" y="9"/>
                      <a:pt x="1" y="9"/>
                      <a:pt x="0" y="8"/>
                    </a:cubicBezTo>
                    <a:cubicBezTo>
                      <a:pt x="0" y="7"/>
                      <a:pt x="0" y="7"/>
                      <a:pt x="0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1" name="íşļíḑè">
                <a:extLst>
                  <a:ext uri="{FF2B5EF4-FFF2-40B4-BE49-F238E27FC236}">
                    <a16:creationId xmlns:a16="http://schemas.microsoft.com/office/drawing/2014/main" id="{47A905E5-018C-47A3-9365-F9BA3A00BA5E}"/>
                  </a:ext>
                </a:extLst>
              </p:cNvPr>
              <p:cNvSpPr/>
              <p:nvPr/>
            </p:nvSpPr>
            <p:spPr bwMode="auto">
              <a:xfrm>
                <a:off x="5335588" y="3616326"/>
                <a:ext cx="60325" cy="52388"/>
              </a:xfrm>
              <a:custGeom>
                <a:avLst/>
                <a:gdLst>
                  <a:gd name="T0" fmla="*/ 12 w 18"/>
                  <a:gd name="T1" fmla="*/ 9 h 16"/>
                  <a:gd name="T2" fmla="*/ 10 w 18"/>
                  <a:gd name="T3" fmla="*/ 8 h 16"/>
                  <a:gd name="T4" fmla="*/ 9 w 18"/>
                  <a:gd name="T5" fmla="*/ 9 h 16"/>
                  <a:gd name="T6" fmla="*/ 8 w 18"/>
                  <a:gd name="T7" fmla="*/ 9 h 16"/>
                  <a:gd name="T8" fmla="*/ 8 w 18"/>
                  <a:gd name="T9" fmla="*/ 10 h 16"/>
                  <a:gd name="T10" fmla="*/ 12 w 18"/>
                  <a:gd name="T11" fmla="*/ 14 h 16"/>
                  <a:gd name="T12" fmla="*/ 10 w 18"/>
                  <a:gd name="T13" fmla="*/ 16 h 16"/>
                  <a:gd name="T14" fmla="*/ 0 w 18"/>
                  <a:gd name="T15" fmla="*/ 7 h 16"/>
                  <a:gd name="T16" fmla="*/ 4 w 18"/>
                  <a:gd name="T17" fmla="*/ 2 h 16"/>
                  <a:gd name="T18" fmla="*/ 6 w 18"/>
                  <a:gd name="T19" fmla="*/ 0 h 16"/>
                  <a:gd name="T20" fmla="*/ 8 w 18"/>
                  <a:gd name="T21" fmla="*/ 0 h 16"/>
                  <a:gd name="T22" fmla="*/ 10 w 18"/>
                  <a:gd name="T23" fmla="*/ 1 h 16"/>
                  <a:gd name="T24" fmla="*/ 12 w 18"/>
                  <a:gd name="T25" fmla="*/ 3 h 16"/>
                  <a:gd name="T26" fmla="*/ 11 w 18"/>
                  <a:gd name="T27" fmla="*/ 6 h 16"/>
                  <a:gd name="T28" fmla="*/ 12 w 18"/>
                  <a:gd name="T29" fmla="*/ 6 h 16"/>
                  <a:gd name="T30" fmla="*/ 15 w 18"/>
                  <a:gd name="T31" fmla="*/ 6 h 16"/>
                  <a:gd name="T32" fmla="*/ 18 w 18"/>
                  <a:gd name="T33" fmla="*/ 7 h 16"/>
                  <a:gd name="T34" fmla="*/ 16 w 18"/>
                  <a:gd name="T35" fmla="*/ 9 h 16"/>
                  <a:gd name="T36" fmla="*/ 12 w 18"/>
                  <a:gd name="T37" fmla="*/ 9 h 16"/>
                  <a:gd name="T38" fmla="*/ 9 w 18"/>
                  <a:gd name="T39" fmla="*/ 5 h 16"/>
                  <a:gd name="T40" fmla="*/ 9 w 18"/>
                  <a:gd name="T41" fmla="*/ 4 h 16"/>
                  <a:gd name="T42" fmla="*/ 8 w 18"/>
                  <a:gd name="T43" fmla="*/ 3 h 16"/>
                  <a:gd name="T44" fmla="*/ 7 w 18"/>
                  <a:gd name="T45" fmla="*/ 3 h 16"/>
                  <a:gd name="T46" fmla="*/ 6 w 18"/>
                  <a:gd name="T47" fmla="*/ 3 h 16"/>
                  <a:gd name="T48" fmla="*/ 5 w 18"/>
                  <a:gd name="T49" fmla="*/ 5 h 16"/>
                  <a:gd name="T50" fmla="*/ 3 w 18"/>
                  <a:gd name="T51" fmla="*/ 6 h 16"/>
                  <a:gd name="T52" fmla="*/ 6 w 18"/>
                  <a:gd name="T53" fmla="*/ 8 h 16"/>
                  <a:gd name="T54" fmla="*/ 7 w 18"/>
                  <a:gd name="T55" fmla="*/ 7 h 16"/>
                  <a:gd name="T56" fmla="*/ 9 w 18"/>
                  <a:gd name="T57" fmla="*/ 5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8" h="16">
                    <a:moveTo>
                      <a:pt x="12" y="9"/>
                    </a:moveTo>
                    <a:cubicBezTo>
                      <a:pt x="11" y="8"/>
                      <a:pt x="10" y="8"/>
                      <a:pt x="10" y="8"/>
                    </a:cubicBezTo>
                    <a:cubicBezTo>
                      <a:pt x="10" y="8"/>
                      <a:pt x="9" y="8"/>
                      <a:pt x="9" y="9"/>
                    </a:cubicBezTo>
                    <a:cubicBezTo>
                      <a:pt x="9" y="9"/>
                      <a:pt x="8" y="9"/>
                      <a:pt x="8" y="9"/>
                    </a:cubicBezTo>
                    <a:cubicBezTo>
                      <a:pt x="8" y="10"/>
                      <a:pt x="8" y="10"/>
                      <a:pt x="8" y="10"/>
                    </a:cubicBezTo>
                    <a:cubicBezTo>
                      <a:pt x="12" y="14"/>
                      <a:pt x="12" y="14"/>
                      <a:pt x="12" y="14"/>
                    </a:cubicBezTo>
                    <a:cubicBezTo>
                      <a:pt x="10" y="16"/>
                      <a:pt x="10" y="16"/>
                      <a:pt x="10" y="16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1"/>
                      <a:pt x="6" y="1"/>
                      <a:pt x="6" y="0"/>
                    </a:cubicBezTo>
                    <a:cubicBezTo>
                      <a:pt x="7" y="0"/>
                      <a:pt x="8" y="0"/>
                      <a:pt x="8" y="0"/>
                    </a:cubicBezTo>
                    <a:cubicBezTo>
                      <a:pt x="9" y="0"/>
                      <a:pt x="10" y="1"/>
                      <a:pt x="10" y="1"/>
                    </a:cubicBezTo>
                    <a:cubicBezTo>
                      <a:pt x="11" y="2"/>
                      <a:pt x="11" y="3"/>
                      <a:pt x="12" y="3"/>
                    </a:cubicBezTo>
                    <a:cubicBezTo>
                      <a:pt x="12" y="4"/>
                      <a:pt x="11" y="5"/>
                      <a:pt x="11" y="6"/>
                    </a:cubicBezTo>
                    <a:cubicBezTo>
                      <a:pt x="11" y="6"/>
                      <a:pt x="12" y="6"/>
                      <a:pt x="12" y="6"/>
                    </a:cubicBezTo>
                    <a:cubicBezTo>
                      <a:pt x="13" y="6"/>
                      <a:pt x="14" y="6"/>
                      <a:pt x="15" y="6"/>
                    </a:cubicBezTo>
                    <a:cubicBezTo>
                      <a:pt x="18" y="7"/>
                      <a:pt x="18" y="7"/>
                      <a:pt x="18" y="7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2" y="9"/>
                      <a:pt x="12" y="9"/>
                      <a:pt x="12" y="9"/>
                    </a:cubicBezTo>
                    <a:close/>
                    <a:moveTo>
                      <a:pt x="9" y="5"/>
                    </a:moveTo>
                    <a:cubicBezTo>
                      <a:pt x="9" y="5"/>
                      <a:pt x="9" y="4"/>
                      <a:pt x="9" y="4"/>
                    </a:cubicBezTo>
                    <a:cubicBezTo>
                      <a:pt x="9" y="4"/>
                      <a:pt x="9" y="4"/>
                      <a:pt x="8" y="3"/>
                    </a:cubicBezTo>
                    <a:cubicBezTo>
                      <a:pt x="8" y="3"/>
                      <a:pt x="8" y="3"/>
                      <a:pt x="7" y="3"/>
                    </a:cubicBezTo>
                    <a:cubicBezTo>
                      <a:pt x="7" y="3"/>
                      <a:pt x="7" y="3"/>
                      <a:pt x="6" y="3"/>
                    </a:cubicBezTo>
                    <a:cubicBezTo>
                      <a:pt x="6" y="3"/>
                      <a:pt x="6" y="4"/>
                      <a:pt x="5" y="5"/>
                    </a:cubicBezTo>
                    <a:cubicBezTo>
                      <a:pt x="3" y="6"/>
                      <a:pt x="3" y="6"/>
                      <a:pt x="3" y="6"/>
                    </a:cubicBezTo>
                    <a:cubicBezTo>
                      <a:pt x="6" y="8"/>
                      <a:pt x="6" y="8"/>
                      <a:pt x="6" y="8"/>
                    </a:cubicBezTo>
                    <a:cubicBezTo>
                      <a:pt x="7" y="7"/>
                      <a:pt x="7" y="7"/>
                      <a:pt x="7" y="7"/>
                    </a:cubicBezTo>
                    <a:cubicBezTo>
                      <a:pt x="8" y="6"/>
                      <a:pt x="9" y="5"/>
                      <a:pt x="9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2" name="î$1îḋé">
                <a:extLst>
                  <a:ext uri="{FF2B5EF4-FFF2-40B4-BE49-F238E27FC236}">
                    <a16:creationId xmlns:a16="http://schemas.microsoft.com/office/drawing/2014/main" id="{B3C50769-1FD6-4599-9F0F-E27B386FCB4E}"/>
                  </a:ext>
                </a:extLst>
              </p:cNvPr>
              <p:cNvSpPr/>
              <p:nvPr/>
            </p:nvSpPr>
            <p:spPr bwMode="auto">
              <a:xfrm>
                <a:off x="5302250" y="3641726"/>
                <a:ext cx="57150" cy="57150"/>
              </a:xfrm>
              <a:custGeom>
                <a:avLst/>
                <a:gdLst>
                  <a:gd name="T0" fmla="*/ 19 w 36"/>
                  <a:gd name="T1" fmla="*/ 36 h 36"/>
                  <a:gd name="T2" fmla="*/ 0 w 36"/>
                  <a:gd name="T3" fmla="*/ 15 h 36"/>
                  <a:gd name="T4" fmla="*/ 17 w 36"/>
                  <a:gd name="T5" fmla="*/ 0 h 36"/>
                  <a:gd name="T6" fmla="*/ 19 w 36"/>
                  <a:gd name="T7" fmla="*/ 5 h 36"/>
                  <a:gd name="T8" fmla="*/ 9 w 36"/>
                  <a:gd name="T9" fmla="*/ 15 h 36"/>
                  <a:gd name="T10" fmla="*/ 13 w 36"/>
                  <a:gd name="T11" fmla="*/ 19 h 36"/>
                  <a:gd name="T12" fmla="*/ 23 w 36"/>
                  <a:gd name="T13" fmla="*/ 11 h 36"/>
                  <a:gd name="T14" fmla="*/ 25 w 36"/>
                  <a:gd name="T15" fmla="*/ 15 h 36"/>
                  <a:gd name="T16" fmla="*/ 15 w 36"/>
                  <a:gd name="T17" fmla="*/ 24 h 36"/>
                  <a:gd name="T18" fmla="*/ 19 w 36"/>
                  <a:gd name="T19" fmla="*/ 30 h 36"/>
                  <a:gd name="T20" fmla="*/ 31 w 36"/>
                  <a:gd name="T21" fmla="*/ 19 h 36"/>
                  <a:gd name="T22" fmla="*/ 36 w 36"/>
                  <a:gd name="T23" fmla="*/ 24 h 36"/>
                  <a:gd name="T24" fmla="*/ 19 w 36"/>
                  <a:gd name="T25" fmla="*/ 36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6" h="36">
                    <a:moveTo>
                      <a:pt x="19" y="36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19" y="5"/>
                    </a:lnTo>
                    <a:lnTo>
                      <a:pt x="9" y="15"/>
                    </a:lnTo>
                    <a:lnTo>
                      <a:pt x="13" y="19"/>
                    </a:lnTo>
                    <a:lnTo>
                      <a:pt x="23" y="11"/>
                    </a:lnTo>
                    <a:lnTo>
                      <a:pt x="25" y="15"/>
                    </a:lnTo>
                    <a:lnTo>
                      <a:pt x="15" y="24"/>
                    </a:lnTo>
                    <a:lnTo>
                      <a:pt x="19" y="30"/>
                    </a:lnTo>
                    <a:lnTo>
                      <a:pt x="31" y="19"/>
                    </a:lnTo>
                    <a:lnTo>
                      <a:pt x="36" y="24"/>
                    </a:lnTo>
                    <a:lnTo>
                      <a:pt x="19" y="3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3" name="isļiḋê">
                <a:extLst>
                  <a:ext uri="{FF2B5EF4-FFF2-40B4-BE49-F238E27FC236}">
                    <a16:creationId xmlns:a16="http://schemas.microsoft.com/office/drawing/2014/main" id="{DF39C0CD-F391-4B36-8104-CF10B1316DDB}"/>
                  </a:ext>
                </a:extLst>
              </p:cNvPr>
              <p:cNvSpPr/>
              <p:nvPr/>
            </p:nvSpPr>
            <p:spPr bwMode="auto">
              <a:xfrm>
                <a:off x="5262563" y="3665538"/>
                <a:ext cx="46038" cy="53975"/>
              </a:xfrm>
              <a:custGeom>
                <a:avLst/>
                <a:gdLst>
                  <a:gd name="T0" fmla="*/ 23 w 29"/>
                  <a:gd name="T1" fmla="*/ 0 h 34"/>
                  <a:gd name="T2" fmla="*/ 29 w 29"/>
                  <a:gd name="T3" fmla="*/ 30 h 34"/>
                  <a:gd name="T4" fmla="*/ 23 w 29"/>
                  <a:gd name="T5" fmla="*/ 34 h 34"/>
                  <a:gd name="T6" fmla="*/ 0 w 29"/>
                  <a:gd name="T7" fmla="*/ 15 h 34"/>
                  <a:gd name="T8" fmla="*/ 7 w 29"/>
                  <a:gd name="T9" fmla="*/ 11 h 34"/>
                  <a:gd name="T10" fmla="*/ 23 w 29"/>
                  <a:gd name="T11" fmla="*/ 25 h 34"/>
                  <a:gd name="T12" fmla="*/ 19 w 29"/>
                  <a:gd name="T13" fmla="*/ 4 h 34"/>
                  <a:gd name="T14" fmla="*/ 23 w 29"/>
                  <a:gd name="T15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9" h="34">
                    <a:moveTo>
                      <a:pt x="23" y="0"/>
                    </a:moveTo>
                    <a:lnTo>
                      <a:pt x="29" y="30"/>
                    </a:lnTo>
                    <a:lnTo>
                      <a:pt x="23" y="34"/>
                    </a:lnTo>
                    <a:lnTo>
                      <a:pt x="0" y="15"/>
                    </a:lnTo>
                    <a:lnTo>
                      <a:pt x="7" y="11"/>
                    </a:lnTo>
                    <a:lnTo>
                      <a:pt x="23" y="25"/>
                    </a:lnTo>
                    <a:lnTo>
                      <a:pt x="19" y="4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4" name="íşḷíďè">
                <a:extLst>
                  <a:ext uri="{FF2B5EF4-FFF2-40B4-BE49-F238E27FC236}">
                    <a16:creationId xmlns:a16="http://schemas.microsoft.com/office/drawing/2014/main" id="{E3313441-9841-486D-9E6A-3820D270968E}"/>
                  </a:ext>
                </a:extLst>
              </p:cNvPr>
              <p:cNvSpPr/>
              <p:nvPr/>
            </p:nvSpPr>
            <p:spPr bwMode="auto">
              <a:xfrm>
                <a:off x="5249863" y="3689351"/>
                <a:ext cx="26988" cy="42863"/>
              </a:xfrm>
              <a:custGeom>
                <a:avLst/>
                <a:gdLst>
                  <a:gd name="T0" fmla="*/ 17 w 17"/>
                  <a:gd name="T1" fmla="*/ 25 h 27"/>
                  <a:gd name="T2" fmla="*/ 12 w 17"/>
                  <a:gd name="T3" fmla="*/ 27 h 27"/>
                  <a:gd name="T4" fmla="*/ 0 w 17"/>
                  <a:gd name="T5" fmla="*/ 2 h 27"/>
                  <a:gd name="T6" fmla="*/ 6 w 17"/>
                  <a:gd name="T7" fmla="*/ 0 h 27"/>
                  <a:gd name="T8" fmla="*/ 17 w 17"/>
                  <a:gd name="T9" fmla="*/ 25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" h="27">
                    <a:moveTo>
                      <a:pt x="17" y="25"/>
                    </a:moveTo>
                    <a:lnTo>
                      <a:pt x="12" y="27"/>
                    </a:lnTo>
                    <a:lnTo>
                      <a:pt x="0" y="2"/>
                    </a:lnTo>
                    <a:lnTo>
                      <a:pt x="6" y="0"/>
                    </a:lnTo>
                    <a:lnTo>
                      <a:pt x="17" y="2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5" name="ïṩľíḓê">
                <a:extLst>
                  <a:ext uri="{FF2B5EF4-FFF2-40B4-BE49-F238E27FC236}">
                    <a16:creationId xmlns:a16="http://schemas.microsoft.com/office/drawing/2014/main" id="{F55D3F91-D03F-475E-BCF7-B3EEAC951C17}"/>
                  </a:ext>
                </a:extLst>
              </p:cNvPr>
              <p:cNvSpPr/>
              <p:nvPr/>
            </p:nvSpPr>
            <p:spPr bwMode="auto">
              <a:xfrm>
                <a:off x="5207000" y="3695701"/>
                <a:ext cx="46038" cy="53975"/>
              </a:xfrm>
              <a:custGeom>
                <a:avLst/>
                <a:gdLst>
                  <a:gd name="T0" fmla="*/ 23 w 29"/>
                  <a:gd name="T1" fmla="*/ 0 h 34"/>
                  <a:gd name="T2" fmla="*/ 29 w 29"/>
                  <a:gd name="T3" fmla="*/ 27 h 34"/>
                  <a:gd name="T4" fmla="*/ 25 w 29"/>
                  <a:gd name="T5" fmla="*/ 29 h 34"/>
                  <a:gd name="T6" fmla="*/ 8 w 29"/>
                  <a:gd name="T7" fmla="*/ 15 h 34"/>
                  <a:gd name="T8" fmla="*/ 12 w 29"/>
                  <a:gd name="T9" fmla="*/ 32 h 34"/>
                  <a:gd name="T10" fmla="*/ 8 w 29"/>
                  <a:gd name="T11" fmla="*/ 34 h 34"/>
                  <a:gd name="T12" fmla="*/ 0 w 29"/>
                  <a:gd name="T13" fmla="*/ 6 h 34"/>
                  <a:gd name="T14" fmla="*/ 6 w 29"/>
                  <a:gd name="T15" fmla="*/ 4 h 34"/>
                  <a:gd name="T16" fmla="*/ 23 w 29"/>
                  <a:gd name="T17" fmla="*/ 19 h 34"/>
                  <a:gd name="T18" fmla="*/ 17 w 29"/>
                  <a:gd name="T19" fmla="*/ 2 h 34"/>
                  <a:gd name="T20" fmla="*/ 23 w 29"/>
                  <a:gd name="T21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9" h="34">
                    <a:moveTo>
                      <a:pt x="23" y="0"/>
                    </a:moveTo>
                    <a:lnTo>
                      <a:pt x="29" y="27"/>
                    </a:lnTo>
                    <a:lnTo>
                      <a:pt x="25" y="29"/>
                    </a:lnTo>
                    <a:lnTo>
                      <a:pt x="8" y="15"/>
                    </a:lnTo>
                    <a:lnTo>
                      <a:pt x="12" y="32"/>
                    </a:lnTo>
                    <a:lnTo>
                      <a:pt x="8" y="34"/>
                    </a:lnTo>
                    <a:lnTo>
                      <a:pt x="0" y="6"/>
                    </a:lnTo>
                    <a:lnTo>
                      <a:pt x="6" y="4"/>
                    </a:lnTo>
                    <a:lnTo>
                      <a:pt x="23" y="19"/>
                    </a:lnTo>
                    <a:lnTo>
                      <a:pt x="17" y="2"/>
                    </a:lnTo>
                    <a:lnTo>
                      <a:pt x="23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6" name="íšlïḑe">
                <a:extLst>
                  <a:ext uri="{FF2B5EF4-FFF2-40B4-BE49-F238E27FC236}">
                    <a16:creationId xmlns:a16="http://schemas.microsoft.com/office/drawing/2014/main" id="{63DA53E3-4A5C-4ECF-A17F-7855ECDFA9E2}"/>
                  </a:ext>
                </a:extLst>
              </p:cNvPr>
              <p:cNvSpPr/>
              <p:nvPr/>
            </p:nvSpPr>
            <p:spPr bwMode="auto">
              <a:xfrm>
                <a:off x="5164138" y="3705226"/>
                <a:ext cx="36513" cy="50800"/>
              </a:xfrm>
              <a:custGeom>
                <a:avLst/>
                <a:gdLst>
                  <a:gd name="T0" fmla="*/ 9 w 11"/>
                  <a:gd name="T1" fmla="*/ 8 h 15"/>
                  <a:gd name="T2" fmla="*/ 8 w 11"/>
                  <a:gd name="T3" fmla="*/ 1 h 15"/>
                  <a:gd name="T4" fmla="*/ 11 w 11"/>
                  <a:gd name="T5" fmla="*/ 0 h 15"/>
                  <a:gd name="T6" fmla="*/ 11 w 11"/>
                  <a:gd name="T7" fmla="*/ 7 h 15"/>
                  <a:gd name="T8" fmla="*/ 11 w 11"/>
                  <a:gd name="T9" fmla="*/ 11 h 15"/>
                  <a:gd name="T10" fmla="*/ 11 w 11"/>
                  <a:gd name="T11" fmla="*/ 13 h 15"/>
                  <a:gd name="T12" fmla="*/ 9 w 11"/>
                  <a:gd name="T13" fmla="*/ 14 h 15"/>
                  <a:gd name="T14" fmla="*/ 7 w 11"/>
                  <a:gd name="T15" fmla="*/ 14 h 15"/>
                  <a:gd name="T16" fmla="*/ 4 w 11"/>
                  <a:gd name="T17" fmla="*/ 14 h 15"/>
                  <a:gd name="T18" fmla="*/ 2 w 11"/>
                  <a:gd name="T19" fmla="*/ 13 h 15"/>
                  <a:gd name="T20" fmla="*/ 1 w 11"/>
                  <a:gd name="T21" fmla="*/ 12 h 15"/>
                  <a:gd name="T22" fmla="*/ 1 w 11"/>
                  <a:gd name="T23" fmla="*/ 8 h 15"/>
                  <a:gd name="T24" fmla="*/ 0 w 11"/>
                  <a:gd name="T25" fmla="*/ 1 h 15"/>
                  <a:gd name="T26" fmla="*/ 3 w 11"/>
                  <a:gd name="T27" fmla="*/ 1 h 15"/>
                  <a:gd name="T28" fmla="*/ 3 w 11"/>
                  <a:gd name="T29" fmla="*/ 8 h 15"/>
                  <a:gd name="T30" fmla="*/ 4 w 11"/>
                  <a:gd name="T31" fmla="*/ 11 h 15"/>
                  <a:gd name="T32" fmla="*/ 4 w 11"/>
                  <a:gd name="T33" fmla="*/ 12 h 15"/>
                  <a:gd name="T34" fmla="*/ 6 w 11"/>
                  <a:gd name="T35" fmla="*/ 12 h 15"/>
                  <a:gd name="T36" fmla="*/ 8 w 11"/>
                  <a:gd name="T37" fmla="*/ 12 h 15"/>
                  <a:gd name="T38" fmla="*/ 9 w 11"/>
                  <a:gd name="T39" fmla="*/ 10 h 15"/>
                  <a:gd name="T40" fmla="*/ 9 w 11"/>
                  <a:gd name="T41" fmla="*/ 8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1" h="15">
                    <a:moveTo>
                      <a:pt x="9" y="8"/>
                    </a:moveTo>
                    <a:cubicBezTo>
                      <a:pt x="8" y="1"/>
                      <a:pt x="8" y="1"/>
                      <a:pt x="8" y="1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1" y="9"/>
                      <a:pt x="11" y="10"/>
                      <a:pt x="11" y="11"/>
                    </a:cubicBezTo>
                    <a:cubicBezTo>
                      <a:pt x="11" y="12"/>
                      <a:pt x="11" y="12"/>
                      <a:pt x="11" y="13"/>
                    </a:cubicBezTo>
                    <a:cubicBezTo>
                      <a:pt x="10" y="13"/>
                      <a:pt x="10" y="14"/>
                      <a:pt x="9" y="14"/>
                    </a:cubicBezTo>
                    <a:cubicBezTo>
                      <a:pt x="9" y="14"/>
                      <a:pt x="8" y="14"/>
                      <a:pt x="7" y="14"/>
                    </a:cubicBezTo>
                    <a:cubicBezTo>
                      <a:pt x="5" y="15"/>
                      <a:pt x="4" y="15"/>
                      <a:pt x="4" y="14"/>
                    </a:cubicBezTo>
                    <a:cubicBezTo>
                      <a:pt x="3" y="14"/>
                      <a:pt x="2" y="14"/>
                      <a:pt x="2" y="13"/>
                    </a:cubicBezTo>
                    <a:cubicBezTo>
                      <a:pt x="2" y="13"/>
                      <a:pt x="1" y="12"/>
                      <a:pt x="1" y="12"/>
                    </a:cubicBezTo>
                    <a:cubicBezTo>
                      <a:pt x="1" y="11"/>
                      <a:pt x="1" y="10"/>
                      <a:pt x="1" y="8"/>
                    </a:cubicBezTo>
                    <a:cubicBezTo>
                      <a:pt x="0" y="1"/>
                      <a:pt x="0" y="1"/>
                      <a:pt x="0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8"/>
                      <a:pt x="3" y="8"/>
                      <a:pt x="3" y="8"/>
                    </a:cubicBezTo>
                    <a:cubicBezTo>
                      <a:pt x="3" y="9"/>
                      <a:pt x="3" y="10"/>
                      <a:pt x="4" y="11"/>
                    </a:cubicBezTo>
                    <a:cubicBezTo>
                      <a:pt x="4" y="11"/>
                      <a:pt x="4" y="12"/>
                      <a:pt x="4" y="12"/>
                    </a:cubicBezTo>
                    <a:cubicBezTo>
                      <a:pt x="5" y="12"/>
                      <a:pt x="6" y="12"/>
                      <a:pt x="6" y="12"/>
                    </a:cubicBezTo>
                    <a:cubicBezTo>
                      <a:pt x="7" y="12"/>
                      <a:pt x="8" y="12"/>
                      <a:pt x="8" y="12"/>
                    </a:cubicBezTo>
                    <a:cubicBezTo>
                      <a:pt x="8" y="11"/>
                      <a:pt x="9" y="11"/>
                      <a:pt x="9" y="10"/>
                    </a:cubicBezTo>
                    <a:cubicBezTo>
                      <a:pt x="9" y="10"/>
                      <a:pt x="9" y="9"/>
                      <a:pt x="9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7" name="iṥļïḓê">
                <a:extLst>
                  <a:ext uri="{FF2B5EF4-FFF2-40B4-BE49-F238E27FC236}">
                    <a16:creationId xmlns:a16="http://schemas.microsoft.com/office/drawing/2014/main" id="{BBFF4709-8B5F-4C3A-A192-3FB0E46EF4CC}"/>
                  </a:ext>
                </a:extLst>
              </p:cNvPr>
              <p:cNvSpPr/>
              <p:nvPr/>
            </p:nvSpPr>
            <p:spPr bwMode="auto">
              <a:xfrm>
                <a:off x="5091113" y="3705226"/>
                <a:ext cx="42863" cy="47625"/>
              </a:xfrm>
              <a:custGeom>
                <a:avLst/>
                <a:gdLst>
                  <a:gd name="T0" fmla="*/ 9 w 13"/>
                  <a:gd name="T1" fmla="*/ 11 h 14"/>
                  <a:gd name="T2" fmla="*/ 10 w 13"/>
                  <a:gd name="T3" fmla="*/ 9 h 14"/>
                  <a:gd name="T4" fmla="*/ 7 w 13"/>
                  <a:gd name="T5" fmla="*/ 9 h 14"/>
                  <a:gd name="T6" fmla="*/ 7 w 13"/>
                  <a:gd name="T7" fmla="*/ 6 h 14"/>
                  <a:gd name="T8" fmla="*/ 13 w 13"/>
                  <a:gd name="T9" fmla="*/ 7 h 14"/>
                  <a:gd name="T10" fmla="*/ 12 w 13"/>
                  <a:gd name="T11" fmla="*/ 13 h 14"/>
                  <a:gd name="T12" fmla="*/ 9 w 13"/>
                  <a:gd name="T13" fmla="*/ 14 h 14"/>
                  <a:gd name="T14" fmla="*/ 6 w 13"/>
                  <a:gd name="T15" fmla="*/ 14 h 14"/>
                  <a:gd name="T16" fmla="*/ 2 w 13"/>
                  <a:gd name="T17" fmla="*/ 12 h 14"/>
                  <a:gd name="T18" fmla="*/ 0 w 13"/>
                  <a:gd name="T19" fmla="*/ 9 h 14"/>
                  <a:gd name="T20" fmla="*/ 0 w 13"/>
                  <a:gd name="T21" fmla="*/ 6 h 14"/>
                  <a:gd name="T22" fmla="*/ 2 w 13"/>
                  <a:gd name="T23" fmla="*/ 2 h 14"/>
                  <a:gd name="T24" fmla="*/ 5 w 13"/>
                  <a:gd name="T25" fmla="*/ 0 h 14"/>
                  <a:gd name="T26" fmla="*/ 8 w 13"/>
                  <a:gd name="T27" fmla="*/ 0 h 14"/>
                  <a:gd name="T28" fmla="*/ 12 w 13"/>
                  <a:gd name="T29" fmla="*/ 2 h 14"/>
                  <a:gd name="T30" fmla="*/ 13 w 13"/>
                  <a:gd name="T31" fmla="*/ 5 h 14"/>
                  <a:gd name="T32" fmla="*/ 10 w 13"/>
                  <a:gd name="T33" fmla="*/ 5 h 14"/>
                  <a:gd name="T34" fmla="*/ 9 w 13"/>
                  <a:gd name="T35" fmla="*/ 3 h 14"/>
                  <a:gd name="T36" fmla="*/ 8 w 13"/>
                  <a:gd name="T37" fmla="*/ 2 h 14"/>
                  <a:gd name="T38" fmla="*/ 5 w 13"/>
                  <a:gd name="T39" fmla="*/ 3 h 14"/>
                  <a:gd name="T40" fmla="*/ 3 w 13"/>
                  <a:gd name="T41" fmla="*/ 6 h 14"/>
                  <a:gd name="T42" fmla="*/ 4 w 13"/>
                  <a:gd name="T43" fmla="*/ 10 h 14"/>
                  <a:gd name="T44" fmla="*/ 6 w 13"/>
                  <a:gd name="T45" fmla="*/ 11 h 14"/>
                  <a:gd name="T46" fmla="*/ 8 w 13"/>
                  <a:gd name="T47" fmla="*/ 11 h 14"/>
                  <a:gd name="T48" fmla="*/ 9 w 13"/>
                  <a:gd name="T49" fmla="*/ 11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3" h="14">
                    <a:moveTo>
                      <a:pt x="9" y="11"/>
                    </a:moveTo>
                    <a:cubicBezTo>
                      <a:pt x="10" y="9"/>
                      <a:pt x="10" y="9"/>
                      <a:pt x="10" y="9"/>
                    </a:cubicBezTo>
                    <a:cubicBezTo>
                      <a:pt x="7" y="9"/>
                      <a:pt x="7" y="9"/>
                      <a:pt x="7" y="9"/>
                    </a:cubicBezTo>
                    <a:cubicBezTo>
                      <a:pt x="7" y="6"/>
                      <a:pt x="7" y="6"/>
                      <a:pt x="7" y="6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2" y="13"/>
                      <a:pt x="12" y="13"/>
                      <a:pt x="12" y="13"/>
                    </a:cubicBezTo>
                    <a:cubicBezTo>
                      <a:pt x="11" y="13"/>
                      <a:pt x="10" y="13"/>
                      <a:pt x="9" y="14"/>
                    </a:cubicBezTo>
                    <a:cubicBezTo>
                      <a:pt x="8" y="14"/>
                      <a:pt x="7" y="14"/>
                      <a:pt x="6" y="14"/>
                    </a:cubicBezTo>
                    <a:cubicBezTo>
                      <a:pt x="5" y="14"/>
                      <a:pt x="3" y="13"/>
                      <a:pt x="2" y="12"/>
                    </a:cubicBezTo>
                    <a:cubicBezTo>
                      <a:pt x="1" y="12"/>
                      <a:pt x="1" y="11"/>
                      <a:pt x="0" y="9"/>
                    </a:cubicBezTo>
                    <a:cubicBezTo>
                      <a:pt x="0" y="8"/>
                      <a:pt x="0" y="7"/>
                      <a:pt x="0" y="6"/>
                    </a:cubicBezTo>
                    <a:cubicBezTo>
                      <a:pt x="0" y="4"/>
                      <a:pt x="1" y="3"/>
                      <a:pt x="2" y="2"/>
                    </a:cubicBezTo>
                    <a:cubicBezTo>
                      <a:pt x="2" y="1"/>
                      <a:pt x="3" y="1"/>
                      <a:pt x="5" y="0"/>
                    </a:cubicBezTo>
                    <a:cubicBezTo>
                      <a:pt x="6" y="0"/>
                      <a:pt x="7" y="0"/>
                      <a:pt x="8" y="0"/>
                    </a:cubicBezTo>
                    <a:cubicBezTo>
                      <a:pt x="10" y="0"/>
                      <a:pt x="11" y="1"/>
                      <a:pt x="12" y="2"/>
                    </a:cubicBezTo>
                    <a:cubicBezTo>
                      <a:pt x="13" y="2"/>
                      <a:pt x="13" y="3"/>
                      <a:pt x="13" y="5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0" y="4"/>
                      <a:pt x="10" y="4"/>
                      <a:pt x="9" y="3"/>
                    </a:cubicBezTo>
                    <a:cubicBezTo>
                      <a:pt x="9" y="3"/>
                      <a:pt x="8" y="2"/>
                      <a:pt x="8" y="2"/>
                    </a:cubicBezTo>
                    <a:cubicBezTo>
                      <a:pt x="6" y="2"/>
                      <a:pt x="5" y="2"/>
                      <a:pt x="5" y="3"/>
                    </a:cubicBezTo>
                    <a:cubicBezTo>
                      <a:pt x="4" y="4"/>
                      <a:pt x="3" y="5"/>
                      <a:pt x="3" y="6"/>
                    </a:cubicBezTo>
                    <a:cubicBezTo>
                      <a:pt x="3" y="8"/>
                      <a:pt x="3" y="9"/>
                      <a:pt x="4" y="10"/>
                    </a:cubicBezTo>
                    <a:cubicBezTo>
                      <a:pt x="4" y="11"/>
                      <a:pt x="5" y="11"/>
                      <a:pt x="6" y="11"/>
                    </a:cubicBezTo>
                    <a:cubicBezTo>
                      <a:pt x="7" y="12"/>
                      <a:pt x="7" y="12"/>
                      <a:pt x="8" y="11"/>
                    </a:cubicBezTo>
                    <a:cubicBezTo>
                      <a:pt x="9" y="11"/>
                      <a:pt x="9" y="11"/>
                      <a:pt x="9" y="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8" name="îṩḷïḓè">
                <a:extLst>
                  <a:ext uri="{FF2B5EF4-FFF2-40B4-BE49-F238E27FC236}">
                    <a16:creationId xmlns:a16="http://schemas.microsoft.com/office/drawing/2014/main" id="{707FA54D-B4C7-497E-97AC-7EE62AA17D29}"/>
                  </a:ext>
                </a:extLst>
              </p:cNvPr>
              <p:cNvSpPr/>
              <p:nvPr/>
            </p:nvSpPr>
            <p:spPr bwMode="auto">
              <a:xfrm>
                <a:off x="5038725" y="3689351"/>
                <a:ext cx="49213" cy="52388"/>
              </a:xfrm>
              <a:custGeom>
                <a:avLst/>
                <a:gdLst>
                  <a:gd name="T0" fmla="*/ 21 w 31"/>
                  <a:gd name="T1" fmla="*/ 23 h 33"/>
                  <a:gd name="T2" fmla="*/ 27 w 31"/>
                  <a:gd name="T3" fmla="*/ 6 h 33"/>
                  <a:gd name="T4" fmla="*/ 31 w 31"/>
                  <a:gd name="T5" fmla="*/ 8 h 33"/>
                  <a:gd name="T6" fmla="*/ 23 w 31"/>
                  <a:gd name="T7" fmla="*/ 33 h 33"/>
                  <a:gd name="T8" fmla="*/ 16 w 31"/>
                  <a:gd name="T9" fmla="*/ 31 h 33"/>
                  <a:gd name="T10" fmla="*/ 12 w 31"/>
                  <a:gd name="T11" fmla="*/ 10 h 33"/>
                  <a:gd name="T12" fmla="*/ 6 w 31"/>
                  <a:gd name="T13" fmla="*/ 29 h 33"/>
                  <a:gd name="T14" fmla="*/ 0 w 31"/>
                  <a:gd name="T15" fmla="*/ 27 h 33"/>
                  <a:gd name="T16" fmla="*/ 10 w 31"/>
                  <a:gd name="T17" fmla="*/ 0 h 33"/>
                  <a:gd name="T18" fmla="*/ 14 w 31"/>
                  <a:gd name="T19" fmla="*/ 2 h 33"/>
                  <a:gd name="T20" fmla="*/ 21 w 31"/>
                  <a:gd name="T21" fmla="*/ 23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1" h="33">
                    <a:moveTo>
                      <a:pt x="21" y="23"/>
                    </a:moveTo>
                    <a:lnTo>
                      <a:pt x="27" y="6"/>
                    </a:lnTo>
                    <a:lnTo>
                      <a:pt x="31" y="8"/>
                    </a:lnTo>
                    <a:lnTo>
                      <a:pt x="23" y="33"/>
                    </a:lnTo>
                    <a:lnTo>
                      <a:pt x="16" y="31"/>
                    </a:lnTo>
                    <a:lnTo>
                      <a:pt x="12" y="10"/>
                    </a:lnTo>
                    <a:lnTo>
                      <a:pt x="6" y="29"/>
                    </a:lnTo>
                    <a:lnTo>
                      <a:pt x="0" y="27"/>
                    </a:lnTo>
                    <a:lnTo>
                      <a:pt x="10" y="0"/>
                    </a:lnTo>
                    <a:lnTo>
                      <a:pt x="14" y="2"/>
                    </a:lnTo>
                    <a:lnTo>
                      <a:pt x="21" y="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59" name="ïśḻïdê">
                <a:extLst>
                  <a:ext uri="{FF2B5EF4-FFF2-40B4-BE49-F238E27FC236}">
                    <a16:creationId xmlns:a16="http://schemas.microsoft.com/office/drawing/2014/main" id="{72C9BFF9-DB34-4164-93D9-EA9400969614}"/>
                  </a:ext>
                </a:extLst>
              </p:cNvPr>
              <p:cNvSpPr/>
              <p:nvPr/>
            </p:nvSpPr>
            <p:spPr bwMode="auto">
              <a:xfrm>
                <a:off x="4995863" y="3671888"/>
                <a:ext cx="46038" cy="47625"/>
              </a:xfrm>
              <a:custGeom>
                <a:avLst/>
                <a:gdLst>
                  <a:gd name="T0" fmla="*/ 6 w 14"/>
                  <a:gd name="T1" fmla="*/ 3 h 14"/>
                  <a:gd name="T2" fmla="*/ 4 w 14"/>
                  <a:gd name="T3" fmla="*/ 5 h 14"/>
                  <a:gd name="T4" fmla="*/ 3 w 14"/>
                  <a:gd name="T5" fmla="*/ 9 h 14"/>
                  <a:gd name="T6" fmla="*/ 5 w 14"/>
                  <a:gd name="T7" fmla="*/ 11 h 14"/>
                  <a:gd name="T8" fmla="*/ 7 w 14"/>
                  <a:gd name="T9" fmla="*/ 11 h 14"/>
                  <a:gd name="T10" fmla="*/ 10 w 14"/>
                  <a:gd name="T11" fmla="*/ 9 h 14"/>
                  <a:gd name="T12" fmla="*/ 11 w 14"/>
                  <a:gd name="T13" fmla="*/ 6 h 14"/>
                  <a:gd name="T14" fmla="*/ 9 w 14"/>
                  <a:gd name="T15" fmla="*/ 3 h 14"/>
                  <a:gd name="T16" fmla="*/ 6 w 14"/>
                  <a:gd name="T17" fmla="*/ 3 h 14"/>
                  <a:gd name="T18" fmla="*/ 8 w 14"/>
                  <a:gd name="T19" fmla="*/ 14 h 14"/>
                  <a:gd name="T20" fmla="*/ 3 w 14"/>
                  <a:gd name="T21" fmla="*/ 13 h 14"/>
                  <a:gd name="T22" fmla="*/ 0 w 14"/>
                  <a:gd name="T23" fmla="*/ 9 h 14"/>
                  <a:gd name="T24" fmla="*/ 1 w 14"/>
                  <a:gd name="T25" fmla="*/ 4 h 14"/>
                  <a:gd name="T26" fmla="*/ 4 w 14"/>
                  <a:gd name="T27" fmla="*/ 1 h 14"/>
                  <a:gd name="T28" fmla="*/ 6 w 14"/>
                  <a:gd name="T29" fmla="*/ 0 h 14"/>
                  <a:gd name="T30" fmla="*/ 8 w 14"/>
                  <a:gd name="T31" fmla="*/ 0 h 14"/>
                  <a:gd name="T32" fmla="*/ 11 w 14"/>
                  <a:gd name="T33" fmla="*/ 1 h 14"/>
                  <a:gd name="T34" fmla="*/ 14 w 14"/>
                  <a:gd name="T35" fmla="*/ 5 h 14"/>
                  <a:gd name="T36" fmla="*/ 13 w 14"/>
                  <a:gd name="T37" fmla="*/ 11 h 14"/>
                  <a:gd name="T38" fmla="*/ 8 w 14"/>
                  <a:gd name="T39" fmla="*/ 14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4" h="14">
                    <a:moveTo>
                      <a:pt x="6" y="3"/>
                    </a:moveTo>
                    <a:cubicBezTo>
                      <a:pt x="5" y="3"/>
                      <a:pt x="5" y="4"/>
                      <a:pt x="4" y="5"/>
                    </a:cubicBezTo>
                    <a:cubicBezTo>
                      <a:pt x="3" y="6"/>
                      <a:pt x="3" y="8"/>
                      <a:pt x="3" y="9"/>
                    </a:cubicBezTo>
                    <a:cubicBezTo>
                      <a:pt x="3" y="10"/>
                      <a:pt x="4" y="11"/>
                      <a:pt x="5" y="11"/>
                    </a:cubicBezTo>
                    <a:cubicBezTo>
                      <a:pt x="5" y="12"/>
                      <a:pt x="6" y="12"/>
                      <a:pt x="7" y="11"/>
                    </a:cubicBezTo>
                    <a:cubicBezTo>
                      <a:pt x="8" y="11"/>
                      <a:pt x="9" y="10"/>
                      <a:pt x="10" y="9"/>
                    </a:cubicBezTo>
                    <a:cubicBezTo>
                      <a:pt x="11" y="8"/>
                      <a:pt x="11" y="7"/>
                      <a:pt x="11" y="6"/>
                    </a:cubicBezTo>
                    <a:cubicBezTo>
                      <a:pt x="11" y="5"/>
                      <a:pt x="10" y="4"/>
                      <a:pt x="9" y="3"/>
                    </a:cubicBezTo>
                    <a:cubicBezTo>
                      <a:pt x="8" y="3"/>
                      <a:pt x="7" y="2"/>
                      <a:pt x="6" y="3"/>
                    </a:cubicBezTo>
                    <a:close/>
                    <a:moveTo>
                      <a:pt x="8" y="14"/>
                    </a:moveTo>
                    <a:cubicBezTo>
                      <a:pt x="7" y="14"/>
                      <a:pt x="5" y="14"/>
                      <a:pt x="3" y="13"/>
                    </a:cubicBezTo>
                    <a:cubicBezTo>
                      <a:pt x="2" y="12"/>
                      <a:pt x="1" y="11"/>
                      <a:pt x="0" y="9"/>
                    </a:cubicBezTo>
                    <a:cubicBezTo>
                      <a:pt x="0" y="7"/>
                      <a:pt x="0" y="6"/>
                      <a:pt x="1" y="4"/>
                    </a:cubicBezTo>
                    <a:cubicBezTo>
                      <a:pt x="2" y="3"/>
                      <a:pt x="3" y="2"/>
                      <a:pt x="4" y="1"/>
                    </a:cubicBezTo>
                    <a:cubicBezTo>
                      <a:pt x="4" y="1"/>
                      <a:pt x="5" y="0"/>
                      <a:pt x="6" y="0"/>
                    </a:cubicBezTo>
                    <a:cubicBezTo>
                      <a:pt x="6" y="0"/>
                      <a:pt x="7" y="0"/>
                      <a:pt x="8" y="0"/>
                    </a:cubicBezTo>
                    <a:cubicBezTo>
                      <a:pt x="9" y="0"/>
                      <a:pt x="10" y="1"/>
                      <a:pt x="11" y="1"/>
                    </a:cubicBezTo>
                    <a:cubicBezTo>
                      <a:pt x="12" y="2"/>
                      <a:pt x="13" y="4"/>
                      <a:pt x="14" y="5"/>
                    </a:cubicBezTo>
                    <a:cubicBezTo>
                      <a:pt x="14" y="7"/>
                      <a:pt x="14" y="9"/>
                      <a:pt x="13" y="11"/>
                    </a:cubicBezTo>
                    <a:cubicBezTo>
                      <a:pt x="11" y="12"/>
                      <a:pt x="10" y="13"/>
                      <a:pt x="8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ïSḻíḑe">
                <a:extLst>
                  <a:ext uri="{FF2B5EF4-FFF2-40B4-BE49-F238E27FC236}">
                    <a16:creationId xmlns:a16="http://schemas.microsoft.com/office/drawing/2014/main" id="{114C71F0-2E10-432B-8F4E-F9A3621ACE3A}"/>
                  </a:ext>
                </a:extLst>
              </p:cNvPr>
              <p:cNvSpPr/>
              <p:nvPr/>
            </p:nvSpPr>
            <p:spPr bwMode="auto">
              <a:xfrm>
                <a:off x="4948238" y="3638551"/>
                <a:ext cx="50800" cy="50800"/>
              </a:xfrm>
              <a:custGeom>
                <a:avLst/>
                <a:gdLst>
                  <a:gd name="T0" fmla="*/ 9 w 15"/>
                  <a:gd name="T1" fmla="*/ 3 h 15"/>
                  <a:gd name="T2" fmla="*/ 3 w 15"/>
                  <a:gd name="T3" fmla="*/ 10 h 15"/>
                  <a:gd name="T4" fmla="*/ 5 w 15"/>
                  <a:gd name="T5" fmla="*/ 11 h 15"/>
                  <a:gd name="T6" fmla="*/ 6 w 15"/>
                  <a:gd name="T7" fmla="*/ 12 h 15"/>
                  <a:gd name="T8" fmla="*/ 7 w 15"/>
                  <a:gd name="T9" fmla="*/ 13 h 15"/>
                  <a:gd name="T10" fmla="*/ 9 w 15"/>
                  <a:gd name="T11" fmla="*/ 12 h 15"/>
                  <a:gd name="T12" fmla="*/ 11 w 15"/>
                  <a:gd name="T13" fmla="*/ 10 h 15"/>
                  <a:gd name="T14" fmla="*/ 12 w 15"/>
                  <a:gd name="T15" fmla="*/ 8 h 15"/>
                  <a:gd name="T16" fmla="*/ 12 w 15"/>
                  <a:gd name="T17" fmla="*/ 7 h 15"/>
                  <a:gd name="T18" fmla="*/ 12 w 15"/>
                  <a:gd name="T19" fmla="*/ 6 h 15"/>
                  <a:gd name="T20" fmla="*/ 10 w 15"/>
                  <a:gd name="T21" fmla="*/ 4 h 15"/>
                  <a:gd name="T22" fmla="*/ 9 w 15"/>
                  <a:gd name="T23" fmla="*/ 3 h 15"/>
                  <a:gd name="T24" fmla="*/ 11 w 15"/>
                  <a:gd name="T25" fmla="*/ 14 h 15"/>
                  <a:gd name="T26" fmla="*/ 8 w 15"/>
                  <a:gd name="T27" fmla="*/ 15 h 15"/>
                  <a:gd name="T28" fmla="*/ 6 w 15"/>
                  <a:gd name="T29" fmla="*/ 15 h 15"/>
                  <a:gd name="T30" fmla="*/ 4 w 15"/>
                  <a:gd name="T31" fmla="*/ 13 h 15"/>
                  <a:gd name="T32" fmla="*/ 0 w 15"/>
                  <a:gd name="T33" fmla="*/ 10 h 15"/>
                  <a:gd name="T34" fmla="*/ 9 w 15"/>
                  <a:gd name="T35" fmla="*/ 0 h 15"/>
                  <a:gd name="T36" fmla="*/ 12 w 15"/>
                  <a:gd name="T37" fmla="*/ 3 h 15"/>
                  <a:gd name="T38" fmla="*/ 14 w 15"/>
                  <a:gd name="T39" fmla="*/ 5 h 15"/>
                  <a:gd name="T40" fmla="*/ 15 w 15"/>
                  <a:gd name="T41" fmla="*/ 7 h 15"/>
                  <a:gd name="T42" fmla="*/ 14 w 15"/>
                  <a:gd name="T43" fmla="*/ 10 h 15"/>
                  <a:gd name="T44" fmla="*/ 13 w 15"/>
                  <a:gd name="T45" fmla="*/ 12 h 15"/>
                  <a:gd name="T46" fmla="*/ 11 w 15"/>
                  <a:gd name="T47" fmla="*/ 14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15" h="15">
                    <a:moveTo>
                      <a:pt x="9" y="3"/>
                    </a:moveTo>
                    <a:cubicBezTo>
                      <a:pt x="3" y="10"/>
                      <a:pt x="3" y="10"/>
                      <a:pt x="3" y="10"/>
                    </a:cubicBezTo>
                    <a:cubicBezTo>
                      <a:pt x="5" y="11"/>
                      <a:pt x="5" y="11"/>
                      <a:pt x="5" y="11"/>
                    </a:cubicBezTo>
                    <a:cubicBezTo>
                      <a:pt x="5" y="12"/>
                      <a:pt x="6" y="12"/>
                      <a:pt x="6" y="12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8" y="13"/>
                      <a:pt x="8" y="13"/>
                      <a:pt x="9" y="12"/>
                    </a:cubicBezTo>
                    <a:cubicBezTo>
                      <a:pt x="9" y="12"/>
                      <a:pt x="10" y="11"/>
                      <a:pt x="11" y="10"/>
                    </a:cubicBezTo>
                    <a:cubicBezTo>
                      <a:pt x="11" y="10"/>
                      <a:pt x="12" y="9"/>
                      <a:pt x="12" y="8"/>
                    </a:cubicBezTo>
                    <a:cubicBezTo>
                      <a:pt x="12" y="8"/>
                      <a:pt x="12" y="7"/>
                      <a:pt x="12" y="7"/>
                    </a:cubicBezTo>
                    <a:cubicBezTo>
                      <a:pt x="12" y="7"/>
                      <a:pt x="12" y="6"/>
                      <a:pt x="12" y="6"/>
                    </a:cubicBezTo>
                    <a:cubicBezTo>
                      <a:pt x="11" y="5"/>
                      <a:pt x="11" y="5"/>
                      <a:pt x="10" y="4"/>
                    </a:cubicBezTo>
                    <a:cubicBezTo>
                      <a:pt x="9" y="3"/>
                      <a:pt x="9" y="3"/>
                      <a:pt x="9" y="3"/>
                    </a:cubicBezTo>
                    <a:close/>
                    <a:moveTo>
                      <a:pt x="11" y="14"/>
                    </a:moveTo>
                    <a:cubicBezTo>
                      <a:pt x="10" y="15"/>
                      <a:pt x="9" y="15"/>
                      <a:pt x="8" y="15"/>
                    </a:cubicBezTo>
                    <a:cubicBezTo>
                      <a:pt x="7" y="15"/>
                      <a:pt x="7" y="15"/>
                      <a:pt x="6" y="15"/>
                    </a:cubicBezTo>
                    <a:cubicBezTo>
                      <a:pt x="5" y="14"/>
                      <a:pt x="4" y="14"/>
                      <a:pt x="4" y="13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12" y="3"/>
                      <a:pt x="12" y="3"/>
                      <a:pt x="12" y="3"/>
                    </a:cubicBezTo>
                    <a:cubicBezTo>
                      <a:pt x="13" y="4"/>
                      <a:pt x="14" y="4"/>
                      <a:pt x="14" y="5"/>
                    </a:cubicBezTo>
                    <a:cubicBezTo>
                      <a:pt x="15" y="6"/>
                      <a:pt x="15" y="6"/>
                      <a:pt x="15" y="7"/>
                    </a:cubicBezTo>
                    <a:cubicBezTo>
                      <a:pt x="15" y="8"/>
                      <a:pt x="15" y="9"/>
                      <a:pt x="14" y="10"/>
                    </a:cubicBezTo>
                    <a:cubicBezTo>
                      <a:pt x="14" y="10"/>
                      <a:pt x="14" y="11"/>
                      <a:pt x="13" y="12"/>
                    </a:cubicBezTo>
                    <a:cubicBezTo>
                      <a:pt x="12" y="13"/>
                      <a:pt x="11" y="14"/>
                      <a:pt x="11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1" name="ïsľíḋè">
                <a:extLst>
                  <a:ext uri="{FF2B5EF4-FFF2-40B4-BE49-F238E27FC236}">
                    <a16:creationId xmlns:a16="http://schemas.microsoft.com/office/drawing/2014/main" id="{91F4A257-2A0F-4CD8-915C-0D17C78D509D}"/>
                  </a:ext>
                </a:extLst>
              </p:cNvPr>
              <p:cNvSpPr/>
              <p:nvPr/>
            </p:nvSpPr>
            <p:spPr bwMode="auto">
              <a:xfrm>
                <a:off x="4913313" y="3605213"/>
                <a:ext cx="58738" cy="57150"/>
              </a:xfrm>
              <a:custGeom>
                <a:avLst/>
                <a:gdLst>
                  <a:gd name="T0" fmla="*/ 37 w 37"/>
                  <a:gd name="T1" fmla="*/ 17 h 36"/>
                  <a:gd name="T2" fmla="*/ 14 w 37"/>
                  <a:gd name="T3" fmla="*/ 36 h 36"/>
                  <a:gd name="T4" fmla="*/ 10 w 37"/>
                  <a:gd name="T5" fmla="*/ 32 h 36"/>
                  <a:gd name="T6" fmla="*/ 18 w 37"/>
                  <a:gd name="T7" fmla="*/ 11 h 36"/>
                  <a:gd name="T8" fmla="*/ 4 w 37"/>
                  <a:gd name="T9" fmla="*/ 21 h 36"/>
                  <a:gd name="T10" fmla="*/ 0 w 37"/>
                  <a:gd name="T11" fmla="*/ 19 h 36"/>
                  <a:gd name="T12" fmla="*/ 20 w 37"/>
                  <a:gd name="T13" fmla="*/ 0 h 36"/>
                  <a:gd name="T14" fmla="*/ 25 w 37"/>
                  <a:gd name="T15" fmla="*/ 5 h 36"/>
                  <a:gd name="T16" fmla="*/ 18 w 37"/>
                  <a:gd name="T17" fmla="*/ 26 h 36"/>
                  <a:gd name="T18" fmla="*/ 33 w 37"/>
                  <a:gd name="T19" fmla="*/ 13 h 36"/>
                  <a:gd name="T20" fmla="*/ 37 w 37"/>
                  <a:gd name="T21" fmla="*/ 17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37" h="36">
                    <a:moveTo>
                      <a:pt x="37" y="17"/>
                    </a:moveTo>
                    <a:lnTo>
                      <a:pt x="14" y="36"/>
                    </a:lnTo>
                    <a:lnTo>
                      <a:pt x="10" y="32"/>
                    </a:lnTo>
                    <a:lnTo>
                      <a:pt x="18" y="11"/>
                    </a:lnTo>
                    <a:lnTo>
                      <a:pt x="4" y="21"/>
                    </a:lnTo>
                    <a:lnTo>
                      <a:pt x="0" y="19"/>
                    </a:lnTo>
                    <a:lnTo>
                      <a:pt x="20" y="0"/>
                    </a:lnTo>
                    <a:lnTo>
                      <a:pt x="25" y="5"/>
                    </a:lnTo>
                    <a:lnTo>
                      <a:pt x="18" y="26"/>
                    </a:lnTo>
                    <a:lnTo>
                      <a:pt x="33" y="13"/>
                    </a:lnTo>
                    <a:lnTo>
                      <a:pt x="37" y="1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2" name="iśļídé">
                <a:extLst>
                  <a:ext uri="{FF2B5EF4-FFF2-40B4-BE49-F238E27FC236}">
                    <a16:creationId xmlns:a16="http://schemas.microsoft.com/office/drawing/2014/main" id="{10EE661D-0A71-4477-BCFC-A73FF2DB2545}"/>
                  </a:ext>
                </a:extLst>
              </p:cNvPr>
              <p:cNvSpPr/>
              <p:nvPr/>
            </p:nvSpPr>
            <p:spPr bwMode="auto">
              <a:xfrm>
                <a:off x="4883150" y="3579813"/>
                <a:ext cx="52388" cy="46038"/>
              </a:xfrm>
              <a:custGeom>
                <a:avLst/>
                <a:gdLst>
                  <a:gd name="T0" fmla="*/ 0 w 33"/>
                  <a:gd name="T1" fmla="*/ 4 h 29"/>
                  <a:gd name="T2" fmla="*/ 31 w 33"/>
                  <a:gd name="T3" fmla="*/ 0 h 29"/>
                  <a:gd name="T4" fmla="*/ 33 w 33"/>
                  <a:gd name="T5" fmla="*/ 4 h 29"/>
                  <a:gd name="T6" fmla="*/ 14 w 33"/>
                  <a:gd name="T7" fmla="*/ 29 h 29"/>
                  <a:gd name="T8" fmla="*/ 10 w 33"/>
                  <a:gd name="T9" fmla="*/ 23 h 29"/>
                  <a:gd name="T10" fmla="*/ 16 w 33"/>
                  <a:gd name="T11" fmla="*/ 16 h 29"/>
                  <a:gd name="T12" fmla="*/ 10 w 33"/>
                  <a:gd name="T13" fmla="*/ 8 h 29"/>
                  <a:gd name="T14" fmla="*/ 4 w 33"/>
                  <a:gd name="T15" fmla="*/ 8 h 29"/>
                  <a:gd name="T16" fmla="*/ 0 w 33"/>
                  <a:gd name="T17" fmla="*/ 4 h 29"/>
                  <a:gd name="T18" fmla="*/ 0 w 33"/>
                  <a:gd name="T19" fmla="*/ 4 h 29"/>
                  <a:gd name="T20" fmla="*/ 19 w 33"/>
                  <a:gd name="T21" fmla="*/ 14 h 29"/>
                  <a:gd name="T22" fmla="*/ 27 w 33"/>
                  <a:gd name="T23" fmla="*/ 4 h 29"/>
                  <a:gd name="T24" fmla="*/ 14 w 33"/>
                  <a:gd name="T25" fmla="*/ 6 h 29"/>
                  <a:gd name="T26" fmla="*/ 19 w 33"/>
                  <a:gd name="T27" fmla="*/ 14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33" h="29">
                    <a:moveTo>
                      <a:pt x="0" y="4"/>
                    </a:moveTo>
                    <a:lnTo>
                      <a:pt x="31" y="0"/>
                    </a:lnTo>
                    <a:lnTo>
                      <a:pt x="33" y="4"/>
                    </a:lnTo>
                    <a:lnTo>
                      <a:pt x="14" y="29"/>
                    </a:lnTo>
                    <a:lnTo>
                      <a:pt x="10" y="23"/>
                    </a:lnTo>
                    <a:lnTo>
                      <a:pt x="16" y="16"/>
                    </a:lnTo>
                    <a:lnTo>
                      <a:pt x="10" y="8"/>
                    </a:lnTo>
                    <a:lnTo>
                      <a:pt x="4" y="8"/>
                    </a:lnTo>
                    <a:lnTo>
                      <a:pt x="0" y="4"/>
                    </a:lnTo>
                    <a:lnTo>
                      <a:pt x="0" y="4"/>
                    </a:lnTo>
                    <a:close/>
                    <a:moveTo>
                      <a:pt x="19" y="14"/>
                    </a:moveTo>
                    <a:lnTo>
                      <a:pt x="27" y="4"/>
                    </a:lnTo>
                    <a:lnTo>
                      <a:pt x="14" y="6"/>
                    </a:lnTo>
                    <a:lnTo>
                      <a:pt x="19" y="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3" name="iṥlïḑé">
                <a:extLst>
                  <a:ext uri="{FF2B5EF4-FFF2-40B4-BE49-F238E27FC236}">
                    <a16:creationId xmlns:a16="http://schemas.microsoft.com/office/drawing/2014/main" id="{64D7C10C-C1B1-44FA-BB1E-78E008BACE0B}"/>
                  </a:ext>
                </a:extLst>
              </p:cNvPr>
              <p:cNvSpPr/>
              <p:nvPr/>
            </p:nvSpPr>
            <p:spPr bwMode="auto">
              <a:xfrm>
                <a:off x="4865688" y="3525838"/>
                <a:ext cx="53975" cy="49213"/>
              </a:xfrm>
              <a:custGeom>
                <a:avLst/>
                <a:gdLst>
                  <a:gd name="T0" fmla="*/ 15 w 34"/>
                  <a:gd name="T1" fmla="*/ 10 h 31"/>
                  <a:gd name="T2" fmla="*/ 2 w 34"/>
                  <a:gd name="T3" fmla="*/ 15 h 31"/>
                  <a:gd name="T4" fmla="*/ 0 w 34"/>
                  <a:gd name="T5" fmla="*/ 8 h 31"/>
                  <a:gd name="T6" fmla="*/ 27 w 34"/>
                  <a:gd name="T7" fmla="*/ 0 h 31"/>
                  <a:gd name="T8" fmla="*/ 30 w 34"/>
                  <a:gd name="T9" fmla="*/ 4 h 31"/>
                  <a:gd name="T10" fmla="*/ 19 w 34"/>
                  <a:gd name="T11" fmla="*/ 8 h 31"/>
                  <a:gd name="T12" fmla="*/ 21 w 34"/>
                  <a:gd name="T13" fmla="*/ 19 h 31"/>
                  <a:gd name="T14" fmla="*/ 34 w 34"/>
                  <a:gd name="T15" fmla="*/ 15 h 31"/>
                  <a:gd name="T16" fmla="*/ 34 w 34"/>
                  <a:gd name="T17" fmla="*/ 21 h 31"/>
                  <a:gd name="T18" fmla="*/ 9 w 34"/>
                  <a:gd name="T19" fmla="*/ 31 h 31"/>
                  <a:gd name="T20" fmla="*/ 7 w 34"/>
                  <a:gd name="T21" fmla="*/ 25 h 31"/>
                  <a:gd name="T22" fmla="*/ 17 w 34"/>
                  <a:gd name="T23" fmla="*/ 21 h 31"/>
                  <a:gd name="T24" fmla="*/ 15 w 34"/>
                  <a:gd name="T25" fmla="*/ 1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4" h="31">
                    <a:moveTo>
                      <a:pt x="15" y="10"/>
                    </a:moveTo>
                    <a:lnTo>
                      <a:pt x="2" y="15"/>
                    </a:lnTo>
                    <a:lnTo>
                      <a:pt x="0" y="8"/>
                    </a:lnTo>
                    <a:lnTo>
                      <a:pt x="27" y="0"/>
                    </a:lnTo>
                    <a:lnTo>
                      <a:pt x="30" y="4"/>
                    </a:lnTo>
                    <a:lnTo>
                      <a:pt x="19" y="8"/>
                    </a:lnTo>
                    <a:lnTo>
                      <a:pt x="21" y="19"/>
                    </a:lnTo>
                    <a:lnTo>
                      <a:pt x="34" y="15"/>
                    </a:lnTo>
                    <a:lnTo>
                      <a:pt x="34" y="21"/>
                    </a:lnTo>
                    <a:lnTo>
                      <a:pt x="9" y="31"/>
                    </a:lnTo>
                    <a:lnTo>
                      <a:pt x="7" y="25"/>
                    </a:lnTo>
                    <a:lnTo>
                      <a:pt x="17" y="21"/>
                    </a:lnTo>
                    <a:lnTo>
                      <a:pt x="15" y="1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4" name="îṧḷiḑé">
                <a:extLst>
                  <a:ext uri="{FF2B5EF4-FFF2-40B4-BE49-F238E27FC236}">
                    <a16:creationId xmlns:a16="http://schemas.microsoft.com/office/drawing/2014/main" id="{7539DE5E-FC79-4564-BE36-C204A33D1E11}"/>
                  </a:ext>
                </a:extLst>
              </p:cNvPr>
              <p:cNvSpPr/>
              <p:nvPr/>
            </p:nvSpPr>
            <p:spPr bwMode="auto">
              <a:xfrm>
                <a:off x="4856163" y="3486151"/>
                <a:ext cx="49213" cy="39688"/>
              </a:xfrm>
              <a:custGeom>
                <a:avLst/>
                <a:gdLst>
                  <a:gd name="T0" fmla="*/ 4 w 15"/>
                  <a:gd name="T1" fmla="*/ 1 h 12"/>
                  <a:gd name="T2" fmla="*/ 5 w 15"/>
                  <a:gd name="T3" fmla="*/ 3 h 12"/>
                  <a:gd name="T4" fmla="*/ 3 w 15"/>
                  <a:gd name="T5" fmla="*/ 4 h 12"/>
                  <a:gd name="T6" fmla="*/ 3 w 15"/>
                  <a:gd name="T7" fmla="*/ 6 h 12"/>
                  <a:gd name="T8" fmla="*/ 4 w 15"/>
                  <a:gd name="T9" fmla="*/ 8 h 12"/>
                  <a:gd name="T10" fmla="*/ 5 w 15"/>
                  <a:gd name="T11" fmla="*/ 9 h 12"/>
                  <a:gd name="T12" fmla="*/ 6 w 15"/>
                  <a:gd name="T13" fmla="*/ 8 h 12"/>
                  <a:gd name="T14" fmla="*/ 6 w 15"/>
                  <a:gd name="T15" fmla="*/ 7 h 12"/>
                  <a:gd name="T16" fmla="*/ 6 w 15"/>
                  <a:gd name="T17" fmla="*/ 5 h 12"/>
                  <a:gd name="T18" fmla="*/ 7 w 15"/>
                  <a:gd name="T19" fmla="*/ 2 h 12"/>
                  <a:gd name="T20" fmla="*/ 10 w 15"/>
                  <a:gd name="T21" fmla="*/ 0 h 12"/>
                  <a:gd name="T22" fmla="*/ 12 w 15"/>
                  <a:gd name="T23" fmla="*/ 0 h 12"/>
                  <a:gd name="T24" fmla="*/ 13 w 15"/>
                  <a:gd name="T25" fmla="*/ 2 h 12"/>
                  <a:gd name="T26" fmla="*/ 14 w 15"/>
                  <a:gd name="T27" fmla="*/ 4 h 12"/>
                  <a:gd name="T28" fmla="*/ 14 w 15"/>
                  <a:gd name="T29" fmla="*/ 8 h 12"/>
                  <a:gd name="T30" fmla="*/ 11 w 15"/>
                  <a:gd name="T31" fmla="*/ 10 h 12"/>
                  <a:gd name="T32" fmla="*/ 11 w 15"/>
                  <a:gd name="T33" fmla="*/ 7 h 12"/>
                  <a:gd name="T34" fmla="*/ 12 w 15"/>
                  <a:gd name="T35" fmla="*/ 6 h 12"/>
                  <a:gd name="T36" fmla="*/ 12 w 15"/>
                  <a:gd name="T37" fmla="*/ 5 h 12"/>
                  <a:gd name="T38" fmla="*/ 11 w 15"/>
                  <a:gd name="T39" fmla="*/ 3 h 12"/>
                  <a:gd name="T40" fmla="*/ 10 w 15"/>
                  <a:gd name="T41" fmla="*/ 3 h 12"/>
                  <a:gd name="T42" fmla="*/ 10 w 15"/>
                  <a:gd name="T43" fmla="*/ 3 h 12"/>
                  <a:gd name="T44" fmla="*/ 9 w 15"/>
                  <a:gd name="T45" fmla="*/ 6 h 12"/>
                  <a:gd name="T46" fmla="*/ 9 w 15"/>
                  <a:gd name="T47" fmla="*/ 9 h 12"/>
                  <a:gd name="T48" fmla="*/ 8 w 15"/>
                  <a:gd name="T49" fmla="*/ 10 h 12"/>
                  <a:gd name="T50" fmla="*/ 6 w 15"/>
                  <a:gd name="T51" fmla="*/ 11 h 12"/>
                  <a:gd name="T52" fmla="*/ 3 w 15"/>
                  <a:gd name="T53" fmla="*/ 11 h 12"/>
                  <a:gd name="T54" fmla="*/ 1 w 15"/>
                  <a:gd name="T55" fmla="*/ 10 h 12"/>
                  <a:gd name="T56" fmla="*/ 0 w 15"/>
                  <a:gd name="T57" fmla="*/ 7 h 12"/>
                  <a:gd name="T58" fmla="*/ 1 w 15"/>
                  <a:gd name="T59" fmla="*/ 3 h 12"/>
                  <a:gd name="T60" fmla="*/ 4 w 15"/>
                  <a:gd name="T61" fmla="*/ 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5" h="12">
                    <a:moveTo>
                      <a:pt x="4" y="1"/>
                    </a:moveTo>
                    <a:cubicBezTo>
                      <a:pt x="5" y="3"/>
                      <a:pt x="5" y="3"/>
                      <a:pt x="5" y="3"/>
                    </a:cubicBezTo>
                    <a:cubicBezTo>
                      <a:pt x="4" y="3"/>
                      <a:pt x="3" y="4"/>
                      <a:pt x="3" y="4"/>
                    </a:cubicBezTo>
                    <a:cubicBezTo>
                      <a:pt x="3" y="5"/>
                      <a:pt x="3" y="6"/>
                      <a:pt x="3" y="6"/>
                    </a:cubicBezTo>
                    <a:cubicBezTo>
                      <a:pt x="3" y="7"/>
                      <a:pt x="3" y="8"/>
                      <a:pt x="4" y="8"/>
                    </a:cubicBezTo>
                    <a:cubicBezTo>
                      <a:pt x="4" y="9"/>
                      <a:pt x="5" y="9"/>
                      <a:pt x="5" y="9"/>
                    </a:cubicBezTo>
                    <a:cubicBezTo>
                      <a:pt x="5" y="9"/>
                      <a:pt x="6" y="8"/>
                      <a:pt x="6" y="8"/>
                    </a:cubicBezTo>
                    <a:cubicBezTo>
                      <a:pt x="6" y="8"/>
                      <a:pt x="6" y="8"/>
                      <a:pt x="6" y="7"/>
                    </a:cubicBezTo>
                    <a:cubicBezTo>
                      <a:pt x="6" y="7"/>
                      <a:pt x="6" y="6"/>
                      <a:pt x="6" y="5"/>
                    </a:cubicBezTo>
                    <a:cubicBezTo>
                      <a:pt x="7" y="3"/>
                      <a:pt x="7" y="2"/>
                      <a:pt x="7" y="2"/>
                    </a:cubicBezTo>
                    <a:cubicBezTo>
                      <a:pt x="8" y="1"/>
                      <a:pt x="9" y="0"/>
                      <a:pt x="10" y="0"/>
                    </a:cubicBezTo>
                    <a:cubicBezTo>
                      <a:pt x="10" y="0"/>
                      <a:pt x="11" y="0"/>
                      <a:pt x="12" y="0"/>
                    </a:cubicBezTo>
                    <a:cubicBezTo>
                      <a:pt x="12" y="1"/>
                      <a:pt x="13" y="1"/>
                      <a:pt x="13" y="2"/>
                    </a:cubicBezTo>
                    <a:cubicBezTo>
                      <a:pt x="14" y="2"/>
                      <a:pt x="14" y="3"/>
                      <a:pt x="14" y="4"/>
                    </a:cubicBezTo>
                    <a:cubicBezTo>
                      <a:pt x="15" y="6"/>
                      <a:pt x="14" y="7"/>
                      <a:pt x="14" y="8"/>
                    </a:cubicBezTo>
                    <a:cubicBezTo>
                      <a:pt x="13" y="9"/>
                      <a:pt x="12" y="10"/>
                      <a:pt x="11" y="10"/>
                    </a:cubicBezTo>
                    <a:cubicBezTo>
                      <a:pt x="11" y="7"/>
                      <a:pt x="11" y="7"/>
                      <a:pt x="11" y="7"/>
                    </a:cubicBezTo>
                    <a:cubicBezTo>
                      <a:pt x="11" y="7"/>
                      <a:pt x="12" y="7"/>
                      <a:pt x="12" y="6"/>
                    </a:cubicBezTo>
                    <a:cubicBezTo>
                      <a:pt x="12" y="6"/>
                      <a:pt x="12" y="5"/>
                      <a:pt x="12" y="5"/>
                    </a:cubicBezTo>
                    <a:cubicBezTo>
                      <a:pt x="12" y="4"/>
                      <a:pt x="12" y="3"/>
                      <a:pt x="11" y="3"/>
                    </a:cubicBezTo>
                    <a:cubicBezTo>
                      <a:pt x="11" y="3"/>
                      <a:pt x="11" y="2"/>
                      <a:pt x="10" y="3"/>
                    </a:cubicBezTo>
                    <a:cubicBezTo>
                      <a:pt x="10" y="3"/>
                      <a:pt x="10" y="3"/>
                      <a:pt x="10" y="3"/>
                    </a:cubicBezTo>
                    <a:cubicBezTo>
                      <a:pt x="9" y="3"/>
                      <a:pt x="9" y="4"/>
                      <a:pt x="9" y="6"/>
                    </a:cubicBezTo>
                    <a:cubicBezTo>
                      <a:pt x="9" y="7"/>
                      <a:pt x="9" y="8"/>
                      <a:pt x="9" y="9"/>
                    </a:cubicBezTo>
                    <a:cubicBezTo>
                      <a:pt x="8" y="9"/>
                      <a:pt x="8" y="10"/>
                      <a:pt x="8" y="10"/>
                    </a:cubicBezTo>
                    <a:cubicBezTo>
                      <a:pt x="7" y="11"/>
                      <a:pt x="6" y="11"/>
                      <a:pt x="6" y="11"/>
                    </a:cubicBezTo>
                    <a:cubicBezTo>
                      <a:pt x="5" y="12"/>
                      <a:pt x="4" y="11"/>
                      <a:pt x="3" y="11"/>
                    </a:cubicBezTo>
                    <a:cubicBezTo>
                      <a:pt x="3" y="11"/>
                      <a:pt x="2" y="10"/>
                      <a:pt x="1" y="10"/>
                    </a:cubicBezTo>
                    <a:cubicBezTo>
                      <a:pt x="1" y="9"/>
                      <a:pt x="1" y="8"/>
                      <a:pt x="0" y="7"/>
                    </a:cubicBezTo>
                    <a:cubicBezTo>
                      <a:pt x="0" y="5"/>
                      <a:pt x="0" y="4"/>
                      <a:pt x="1" y="3"/>
                    </a:cubicBezTo>
                    <a:cubicBezTo>
                      <a:pt x="2" y="2"/>
                      <a:pt x="3" y="1"/>
                      <a:pt x="4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5" name="ïṣḷîďé">
                <a:extLst>
                  <a:ext uri="{FF2B5EF4-FFF2-40B4-BE49-F238E27FC236}">
                    <a16:creationId xmlns:a16="http://schemas.microsoft.com/office/drawing/2014/main" id="{A365E589-706F-4B3F-B387-7E7476A019D5}"/>
                  </a:ext>
                </a:extLst>
              </p:cNvPr>
              <p:cNvSpPr/>
              <p:nvPr/>
            </p:nvSpPr>
            <p:spPr bwMode="auto">
              <a:xfrm>
                <a:off x="4916488" y="3205163"/>
                <a:ext cx="474663" cy="477838"/>
              </a:xfrm>
              <a:custGeom>
                <a:avLst/>
                <a:gdLst>
                  <a:gd name="T0" fmla="*/ 72 w 144"/>
                  <a:gd name="T1" fmla="*/ 143 h 143"/>
                  <a:gd name="T2" fmla="*/ 0 w 144"/>
                  <a:gd name="T3" fmla="*/ 72 h 143"/>
                  <a:gd name="T4" fmla="*/ 72 w 144"/>
                  <a:gd name="T5" fmla="*/ 0 h 143"/>
                  <a:gd name="T6" fmla="*/ 144 w 144"/>
                  <a:gd name="T7" fmla="*/ 72 h 143"/>
                  <a:gd name="T8" fmla="*/ 72 w 144"/>
                  <a:gd name="T9" fmla="*/ 143 h 143"/>
                  <a:gd name="T10" fmla="*/ 3 w 144"/>
                  <a:gd name="T11" fmla="*/ 72 h 143"/>
                  <a:gd name="T12" fmla="*/ 10 w 144"/>
                  <a:gd name="T13" fmla="*/ 102 h 143"/>
                  <a:gd name="T14" fmla="*/ 133 w 144"/>
                  <a:gd name="T15" fmla="*/ 102 h 143"/>
                  <a:gd name="T16" fmla="*/ 141 w 144"/>
                  <a:gd name="T17" fmla="*/ 72 h 143"/>
                  <a:gd name="T18" fmla="*/ 72 w 144"/>
                  <a:gd name="T19" fmla="*/ 3 h 143"/>
                  <a:gd name="T20" fmla="*/ 3 w 144"/>
                  <a:gd name="T21" fmla="*/ 72 h 143"/>
                  <a:gd name="T22" fmla="*/ 132 w 144"/>
                  <a:gd name="T23" fmla="*/ 106 h 143"/>
                  <a:gd name="T24" fmla="*/ 12 w 144"/>
                  <a:gd name="T25" fmla="*/ 106 h 143"/>
                  <a:gd name="T26" fmla="*/ 72 w 144"/>
                  <a:gd name="T27" fmla="*/ 140 h 143"/>
                  <a:gd name="T28" fmla="*/ 132 w 144"/>
                  <a:gd name="T29" fmla="*/ 106 h 1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44" h="143">
                    <a:moveTo>
                      <a:pt x="72" y="143"/>
                    </a:moveTo>
                    <a:cubicBezTo>
                      <a:pt x="32" y="143"/>
                      <a:pt x="0" y="111"/>
                      <a:pt x="0" y="72"/>
                    </a:cubicBezTo>
                    <a:cubicBezTo>
                      <a:pt x="0" y="32"/>
                      <a:pt x="32" y="0"/>
                      <a:pt x="72" y="0"/>
                    </a:cubicBezTo>
                    <a:cubicBezTo>
                      <a:pt x="111" y="0"/>
                      <a:pt x="144" y="32"/>
                      <a:pt x="144" y="72"/>
                    </a:cubicBezTo>
                    <a:cubicBezTo>
                      <a:pt x="144" y="111"/>
                      <a:pt x="111" y="143"/>
                      <a:pt x="72" y="143"/>
                    </a:cubicBezTo>
                    <a:close/>
                    <a:moveTo>
                      <a:pt x="3" y="72"/>
                    </a:moveTo>
                    <a:cubicBezTo>
                      <a:pt x="3" y="83"/>
                      <a:pt x="6" y="93"/>
                      <a:pt x="10" y="102"/>
                    </a:cubicBezTo>
                    <a:cubicBezTo>
                      <a:pt x="133" y="102"/>
                      <a:pt x="133" y="102"/>
                      <a:pt x="133" y="102"/>
                    </a:cubicBezTo>
                    <a:cubicBezTo>
                      <a:pt x="138" y="93"/>
                      <a:pt x="141" y="83"/>
                      <a:pt x="141" y="72"/>
                    </a:cubicBezTo>
                    <a:cubicBezTo>
                      <a:pt x="141" y="34"/>
                      <a:pt x="110" y="3"/>
                      <a:pt x="72" y="3"/>
                    </a:cubicBezTo>
                    <a:cubicBezTo>
                      <a:pt x="34" y="3"/>
                      <a:pt x="3" y="34"/>
                      <a:pt x="3" y="72"/>
                    </a:cubicBezTo>
                    <a:close/>
                    <a:moveTo>
                      <a:pt x="132" y="106"/>
                    </a:moveTo>
                    <a:cubicBezTo>
                      <a:pt x="12" y="106"/>
                      <a:pt x="12" y="106"/>
                      <a:pt x="12" y="106"/>
                    </a:cubicBezTo>
                    <a:cubicBezTo>
                      <a:pt x="24" y="126"/>
                      <a:pt x="46" y="140"/>
                      <a:pt x="72" y="140"/>
                    </a:cubicBezTo>
                    <a:cubicBezTo>
                      <a:pt x="97" y="140"/>
                      <a:pt x="120" y="126"/>
                      <a:pt x="132" y="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6" name="iṧḻîďé">
                <a:extLst>
                  <a:ext uri="{FF2B5EF4-FFF2-40B4-BE49-F238E27FC236}">
                    <a16:creationId xmlns:a16="http://schemas.microsoft.com/office/drawing/2014/main" id="{37DC4535-2BA3-49A9-953E-5F1EDD480300}"/>
                  </a:ext>
                </a:extLst>
              </p:cNvPr>
              <p:cNvSpPr/>
              <p:nvPr/>
            </p:nvSpPr>
            <p:spPr bwMode="auto">
              <a:xfrm>
                <a:off x="4948238" y="3235326"/>
                <a:ext cx="411163" cy="306388"/>
              </a:xfrm>
              <a:custGeom>
                <a:avLst/>
                <a:gdLst>
                  <a:gd name="T0" fmla="*/ 114 w 124"/>
                  <a:gd name="T1" fmla="*/ 68 h 92"/>
                  <a:gd name="T2" fmla="*/ 103 w 124"/>
                  <a:gd name="T3" fmla="*/ 62 h 92"/>
                  <a:gd name="T4" fmla="*/ 95 w 124"/>
                  <a:gd name="T5" fmla="*/ 68 h 92"/>
                  <a:gd name="T6" fmla="*/ 83 w 124"/>
                  <a:gd name="T7" fmla="*/ 62 h 92"/>
                  <a:gd name="T8" fmla="*/ 70 w 124"/>
                  <a:gd name="T9" fmla="*/ 81 h 92"/>
                  <a:gd name="T10" fmla="*/ 104 w 124"/>
                  <a:gd name="T11" fmla="*/ 76 h 92"/>
                  <a:gd name="T12" fmla="*/ 124 w 124"/>
                  <a:gd name="T13" fmla="*/ 83 h 92"/>
                  <a:gd name="T14" fmla="*/ 81 w 124"/>
                  <a:gd name="T15" fmla="*/ 84 h 92"/>
                  <a:gd name="T16" fmla="*/ 43 w 124"/>
                  <a:gd name="T17" fmla="*/ 84 h 92"/>
                  <a:gd name="T18" fmla="*/ 0 w 124"/>
                  <a:gd name="T19" fmla="*/ 83 h 92"/>
                  <a:gd name="T20" fmla="*/ 19 w 124"/>
                  <a:gd name="T21" fmla="*/ 76 h 92"/>
                  <a:gd name="T22" fmla="*/ 54 w 124"/>
                  <a:gd name="T23" fmla="*/ 81 h 92"/>
                  <a:gd name="T24" fmla="*/ 53 w 124"/>
                  <a:gd name="T25" fmla="*/ 62 h 92"/>
                  <a:gd name="T26" fmla="*/ 44 w 124"/>
                  <a:gd name="T27" fmla="*/ 55 h 92"/>
                  <a:gd name="T28" fmla="*/ 30 w 124"/>
                  <a:gd name="T29" fmla="*/ 66 h 92"/>
                  <a:gd name="T30" fmla="*/ 24 w 124"/>
                  <a:gd name="T31" fmla="*/ 55 h 92"/>
                  <a:gd name="T32" fmla="*/ 10 w 124"/>
                  <a:gd name="T33" fmla="*/ 66 h 92"/>
                  <a:gd name="T34" fmla="*/ 4 w 124"/>
                  <a:gd name="T35" fmla="*/ 56 h 92"/>
                  <a:gd name="T36" fmla="*/ 20 w 124"/>
                  <a:gd name="T37" fmla="*/ 47 h 92"/>
                  <a:gd name="T38" fmla="*/ 45 w 124"/>
                  <a:gd name="T39" fmla="*/ 35 h 92"/>
                  <a:gd name="T40" fmla="*/ 79 w 124"/>
                  <a:gd name="T41" fmla="*/ 35 h 92"/>
                  <a:gd name="T42" fmla="*/ 107 w 124"/>
                  <a:gd name="T43" fmla="*/ 53 h 92"/>
                  <a:gd name="T44" fmla="*/ 120 w 124"/>
                  <a:gd name="T45" fmla="*/ 62 h 92"/>
                  <a:gd name="T46" fmla="*/ 47 w 124"/>
                  <a:gd name="T47" fmla="*/ 47 h 92"/>
                  <a:gd name="T48" fmla="*/ 60 w 124"/>
                  <a:gd name="T49" fmla="*/ 37 h 92"/>
                  <a:gd name="T50" fmla="*/ 65 w 124"/>
                  <a:gd name="T51" fmla="*/ 48 h 92"/>
                  <a:gd name="T52" fmla="*/ 66 w 124"/>
                  <a:gd name="T53" fmla="*/ 55 h 92"/>
                  <a:gd name="T54" fmla="*/ 62 w 124"/>
                  <a:gd name="T55" fmla="*/ 17 h 92"/>
                  <a:gd name="T56" fmla="*/ 90 w 124"/>
                  <a:gd name="T57" fmla="*/ 35 h 92"/>
                  <a:gd name="T58" fmla="*/ 88 w 124"/>
                  <a:gd name="T59" fmla="*/ 54 h 92"/>
                  <a:gd name="T60" fmla="*/ 90 w 124"/>
                  <a:gd name="T61" fmla="*/ 35 h 92"/>
                  <a:gd name="T62" fmla="*/ 29 w 124"/>
                  <a:gd name="T63" fmla="*/ 47 h 92"/>
                  <a:gd name="T64" fmla="*/ 41 w 124"/>
                  <a:gd name="T65" fmla="*/ 42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24" h="92">
                    <a:moveTo>
                      <a:pt x="112" y="62"/>
                    </a:moveTo>
                    <a:cubicBezTo>
                      <a:pt x="114" y="68"/>
                      <a:pt x="114" y="68"/>
                      <a:pt x="114" y="68"/>
                    </a:cubicBezTo>
                    <a:cubicBezTo>
                      <a:pt x="105" y="68"/>
                      <a:pt x="105" y="68"/>
                      <a:pt x="105" y="68"/>
                    </a:cubicBezTo>
                    <a:cubicBezTo>
                      <a:pt x="103" y="62"/>
                      <a:pt x="103" y="62"/>
                      <a:pt x="103" y="62"/>
                    </a:cubicBezTo>
                    <a:cubicBezTo>
                      <a:pt x="92" y="62"/>
                      <a:pt x="92" y="62"/>
                      <a:pt x="92" y="62"/>
                    </a:cubicBezTo>
                    <a:cubicBezTo>
                      <a:pt x="95" y="68"/>
                      <a:pt x="95" y="68"/>
                      <a:pt x="95" y="68"/>
                    </a:cubicBezTo>
                    <a:cubicBezTo>
                      <a:pt x="86" y="68"/>
                      <a:pt x="86" y="68"/>
                      <a:pt x="86" y="68"/>
                    </a:cubicBezTo>
                    <a:cubicBezTo>
                      <a:pt x="83" y="62"/>
                      <a:pt x="83" y="62"/>
                      <a:pt x="83" y="62"/>
                    </a:cubicBezTo>
                    <a:cubicBezTo>
                      <a:pt x="67" y="62"/>
                      <a:pt x="67" y="62"/>
                      <a:pt x="67" y="62"/>
                    </a:cubicBezTo>
                    <a:cubicBezTo>
                      <a:pt x="70" y="81"/>
                      <a:pt x="70" y="81"/>
                      <a:pt x="70" y="81"/>
                    </a:cubicBezTo>
                    <a:cubicBezTo>
                      <a:pt x="70" y="81"/>
                      <a:pt x="73" y="83"/>
                      <a:pt x="81" y="77"/>
                    </a:cubicBezTo>
                    <a:cubicBezTo>
                      <a:pt x="81" y="77"/>
                      <a:pt x="92" y="88"/>
                      <a:pt x="104" y="76"/>
                    </a:cubicBezTo>
                    <a:cubicBezTo>
                      <a:pt x="104" y="76"/>
                      <a:pt x="112" y="85"/>
                      <a:pt x="122" y="77"/>
                    </a:cubicBezTo>
                    <a:cubicBezTo>
                      <a:pt x="124" y="83"/>
                      <a:pt x="124" y="83"/>
                      <a:pt x="124" y="83"/>
                    </a:cubicBezTo>
                    <a:cubicBezTo>
                      <a:pt x="124" y="83"/>
                      <a:pt x="115" y="90"/>
                      <a:pt x="104" y="84"/>
                    </a:cubicBezTo>
                    <a:cubicBezTo>
                      <a:pt x="104" y="84"/>
                      <a:pt x="92" y="92"/>
                      <a:pt x="81" y="84"/>
                    </a:cubicBezTo>
                    <a:cubicBezTo>
                      <a:pt x="81" y="84"/>
                      <a:pt x="70" y="92"/>
                      <a:pt x="62" y="84"/>
                    </a:cubicBezTo>
                    <a:cubicBezTo>
                      <a:pt x="62" y="84"/>
                      <a:pt x="56" y="92"/>
                      <a:pt x="43" y="84"/>
                    </a:cubicBezTo>
                    <a:cubicBezTo>
                      <a:pt x="43" y="84"/>
                      <a:pt x="33" y="92"/>
                      <a:pt x="19" y="83"/>
                    </a:cubicBezTo>
                    <a:cubicBezTo>
                      <a:pt x="19" y="83"/>
                      <a:pt x="10" y="90"/>
                      <a:pt x="0" y="83"/>
                    </a:cubicBezTo>
                    <a:cubicBezTo>
                      <a:pt x="2" y="78"/>
                      <a:pt x="2" y="78"/>
                      <a:pt x="2" y="78"/>
                    </a:cubicBezTo>
                    <a:cubicBezTo>
                      <a:pt x="2" y="78"/>
                      <a:pt x="11" y="85"/>
                      <a:pt x="19" y="76"/>
                    </a:cubicBezTo>
                    <a:cubicBezTo>
                      <a:pt x="19" y="76"/>
                      <a:pt x="30" y="88"/>
                      <a:pt x="43" y="77"/>
                    </a:cubicBezTo>
                    <a:cubicBezTo>
                      <a:pt x="43" y="77"/>
                      <a:pt x="50" y="82"/>
                      <a:pt x="54" y="81"/>
                    </a:cubicBezTo>
                    <a:cubicBezTo>
                      <a:pt x="57" y="62"/>
                      <a:pt x="57" y="62"/>
                      <a:pt x="57" y="62"/>
                    </a:cubicBezTo>
                    <a:cubicBezTo>
                      <a:pt x="53" y="62"/>
                      <a:pt x="53" y="62"/>
                      <a:pt x="53" y="62"/>
                    </a:cubicBezTo>
                    <a:cubicBezTo>
                      <a:pt x="58" y="55"/>
                      <a:pt x="58" y="55"/>
                      <a:pt x="58" y="55"/>
                    </a:cubicBezTo>
                    <a:cubicBezTo>
                      <a:pt x="44" y="55"/>
                      <a:pt x="44" y="55"/>
                      <a:pt x="44" y="55"/>
                    </a:cubicBezTo>
                    <a:cubicBezTo>
                      <a:pt x="39" y="66"/>
                      <a:pt x="39" y="66"/>
                      <a:pt x="39" y="66"/>
                    </a:cubicBezTo>
                    <a:cubicBezTo>
                      <a:pt x="30" y="66"/>
                      <a:pt x="30" y="66"/>
                      <a:pt x="30" y="66"/>
                    </a:cubicBezTo>
                    <a:cubicBezTo>
                      <a:pt x="35" y="55"/>
                      <a:pt x="35" y="55"/>
                      <a:pt x="35" y="55"/>
                    </a:cubicBezTo>
                    <a:cubicBezTo>
                      <a:pt x="24" y="55"/>
                      <a:pt x="24" y="55"/>
                      <a:pt x="24" y="55"/>
                    </a:cubicBezTo>
                    <a:cubicBezTo>
                      <a:pt x="19" y="66"/>
                      <a:pt x="19" y="66"/>
                      <a:pt x="19" y="66"/>
                    </a:cubicBezTo>
                    <a:cubicBezTo>
                      <a:pt x="10" y="66"/>
                      <a:pt x="10" y="66"/>
                      <a:pt x="10" y="66"/>
                    </a:cubicBezTo>
                    <a:cubicBezTo>
                      <a:pt x="15" y="55"/>
                      <a:pt x="15" y="55"/>
                      <a:pt x="15" y="55"/>
                    </a:cubicBezTo>
                    <a:cubicBezTo>
                      <a:pt x="4" y="56"/>
                      <a:pt x="4" y="56"/>
                      <a:pt x="4" y="56"/>
                    </a:cubicBezTo>
                    <a:cubicBezTo>
                      <a:pt x="4" y="46"/>
                      <a:pt x="4" y="46"/>
                      <a:pt x="4" y="46"/>
                    </a:cubicBezTo>
                    <a:cubicBezTo>
                      <a:pt x="20" y="47"/>
                      <a:pt x="20" y="47"/>
                      <a:pt x="20" y="47"/>
                    </a:cubicBezTo>
                    <a:cubicBezTo>
                      <a:pt x="32" y="22"/>
                      <a:pt x="32" y="22"/>
                      <a:pt x="32" y="22"/>
                    </a:cubicBezTo>
                    <a:cubicBezTo>
                      <a:pt x="45" y="35"/>
                      <a:pt x="45" y="35"/>
                      <a:pt x="45" y="35"/>
                    </a:cubicBezTo>
                    <a:cubicBezTo>
                      <a:pt x="62" y="0"/>
                      <a:pt x="62" y="0"/>
                      <a:pt x="62" y="0"/>
                    </a:cubicBezTo>
                    <a:cubicBezTo>
                      <a:pt x="79" y="35"/>
                      <a:pt x="79" y="35"/>
                      <a:pt x="79" y="35"/>
                    </a:cubicBezTo>
                    <a:cubicBezTo>
                      <a:pt x="92" y="22"/>
                      <a:pt x="92" y="22"/>
                      <a:pt x="92" y="22"/>
                    </a:cubicBezTo>
                    <a:cubicBezTo>
                      <a:pt x="107" y="53"/>
                      <a:pt x="107" y="53"/>
                      <a:pt x="107" y="53"/>
                    </a:cubicBezTo>
                    <a:cubicBezTo>
                      <a:pt x="120" y="53"/>
                      <a:pt x="120" y="53"/>
                      <a:pt x="120" y="53"/>
                    </a:cubicBezTo>
                    <a:cubicBezTo>
                      <a:pt x="120" y="62"/>
                      <a:pt x="120" y="62"/>
                      <a:pt x="120" y="62"/>
                    </a:cubicBezTo>
                    <a:cubicBezTo>
                      <a:pt x="112" y="62"/>
                      <a:pt x="112" y="62"/>
                      <a:pt x="112" y="62"/>
                    </a:cubicBezTo>
                    <a:close/>
                    <a:moveTo>
                      <a:pt x="47" y="47"/>
                    </a:moveTo>
                    <a:cubicBezTo>
                      <a:pt x="58" y="48"/>
                      <a:pt x="58" y="48"/>
                      <a:pt x="58" y="48"/>
                    </a:cubicBezTo>
                    <a:cubicBezTo>
                      <a:pt x="60" y="37"/>
                      <a:pt x="60" y="37"/>
                      <a:pt x="60" y="37"/>
                    </a:cubicBezTo>
                    <a:cubicBezTo>
                      <a:pt x="64" y="37"/>
                      <a:pt x="64" y="37"/>
                      <a:pt x="64" y="37"/>
                    </a:cubicBezTo>
                    <a:cubicBezTo>
                      <a:pt x="65" y="48"/>
                      <a:pt x="65" y="48"/>
                      <a:pt x="65" y="48"/>
                    </a:cubicBezTo>
                    <a:cubicBezTo>
                      <a:pt x="71" y="48"/>
                      <a:pt x="71" y="48"/>
                      <a:pt x="71" y="48"/>
                    </a:cubicBezTo>
                    <a:cubicBezTo>
                      <a:pt x="66" y="55"/>
                      <a:pt x="66" y="55"/>
                      <a:pt x="66" y="55"/>
                    </a:cubicBezTo>
                    <a:cubicBezTo>
                      <a:pt x="79" y="54"/>
                      <a:pt x="79" y="54"/>
                      <a:pt x="79" y="54"/>
                    </a:cubicBezTo>
                    <a:cubicBezTo>
                      <a:pt x="62" y="17"/>
                      <a:pt x="62" y="17"/>
                      <a:pt x="62" y="17"/>
                    </a:cubicBezTo>
                    <a:cubicBezTo>
                      <a:pt x="47" y="47"/>
                      <a:pt x="47" y="47"/>
                      <a:pt x="47" y="47"/>
                    </a:cubicBezTo>
                    <a:close/>
                    <a:moveTo>
                      <a:pt x="90" y="35"/>
                    </a:moveTo>
                    <a:cubicBezTo>
                      <a:pt x="83" y="42"/>
                      <a:pt x="83" y="42"/>
                      <a:pt x="83" y="42"/>
                    </a:cubicBezTo>
                    <a:cubicBezTo>
                      <a:pt x="88" y="54"/>
                      <a:pt x="88" y="54"/>
                      <a:pt x="88" y="54"/>
                    </a:cubicBezTo>
                    <a:cubicBezTo>
                      <a:pt x="99" y="54"/>
                      <a:pt x="99" y="54"/>
                      <a:pt x="99" y="54"/>
                    </a:cubicBezTo>
                    <a:cubicBezTo>
                      <a:pt x="90" y="35"/>
                      <a:pt x="90" y="35"/>
                      <a:pt x="90" y="35"/>
                    </a:cubicBezTo>
                    <a:close/>
                    <a:moveTo>
                      <a:pt x="34" y="35"/>
                    </a:moveTo>
                    <a:cubicBezTo>
                      <a:pt x="29" y="47"/>
                      <a:pt x="29" y="47"/>
                      <a:pt x="29" y="47"/>
                    </a:cubicBezTo>
                    <a:cubicBezTo>
                      <a:pt x="39" y="47"/>
                      <a:pt x="39" y="47"/>
                      <a:pt x="39" y="47"/>
                    </a:cubicBezTo>
                    <a:cubicBezTo>
                      <a:pt x="41" y="42"/>
                      <a:pt x="41" y="42"/>
                      <a:pt x="41" y="42"/>
                    </a:cubicBezTo>
                    <a:lnTo>
                      <a:pt x="34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7" name="îṡ1íḓè">
                <a:extLst>
                  <a:ext uri="{FF2B5EF4-FFF2-40B4-BE49-F238E27FC236}">
                    <a16:creationId xmlns:a16="http://schemas.microsoft.com/office/drawing/2014/main" id="{34EE4143-C8BE-463F-BDAE-827CCA818386}"/>
                  </a:ext>
                </a:extLst>
              </p:cNvPr>
              <p:cNvSpPr/>
              <p:nvPr/>
            </p:nvSpPr>
            <p:spPr bwMode="auto">
              <a:xfrm>
                <a:off x="5375275" y="3316288"/>
                <a:ext cx="88900" cy="58738"/>
              </a:xfrm>
              <a:custGeom>
                <a:avLst/>
                <a:gdLst>
                  <a:gd name="T0" fmla="*/ 2 w 27"/>
                  <a:gd name="T1" fmla="*/ 7 h 18"/>
                  <a:gd name="T2" fmla="*/ 4 w 27"/>
                  <a:gd name="T3" fmla="*/ 12 h 18"/>
                  <a:gd name="T4" fmla="*/ 6 w 27"/>
                  <a:gd name="T5" fmla="*/ 10 h 18"/>
                  <a:gd name="T6" fmla="*/ 5 w 27"/>
                  <a:gd name="T7" fmla="*/ 8 h 18"/>
                  <a:gd name="T8" fmla="*/ 2 w 27"/>
                  <a:gd name="T9" fmla="*/ 7 h 18"/>
                  <a:gd name="T10" fmla="*/ 4 w 27"/>
                  <a:gd name="T11" fmla="*/ 13 h 18"/>
                  <a:gd name="T12" fmla="*/ 1 w 27"/>
                  <a:gd name="T13" fmla="*/ 10 h 18"/>
                  <a:gd name="T14" fmla="*/ 3 w 27"/>
                  <a:gd name="T15" fmla="*/ 2 h 18"/>
                  <a:gd name="T16" fmla="*/ 9 w 27"/>
                  <a:gd name="T17" fmla="*/ 11 h 18"/>
                  <a:gd name="T18" fmla="*/ 9 w 27"/>
                  <a:gd name="T19" fmla="*/ 8 h 18"/>
                  <a:gd name="T20" fmla="*/ 10 w 27"/>
                  <a:gd name="T21" fmla="*/ 6 h 18"/>
                  <a:gd name="T22" fmla="*/ 12 w 27"/>
                  <a:gd name="T23" fmla="*/ 6 h 18"/>
                  <a:gd name="T24" fmla="*/ 10 w 27"/>
                  <a:gd name="T25" fmla="*/ 5 h 18"/>
                  <a:gd name="T26" fmla="*/ 10 w 27"/>
                  <a:gd name="T27" fmla="*/ 3 h 18"/>
                  <a:gd name="T28" fmla="*/ 12 w 27"/>
                  <a:gd name="T29" fmla="*/ 3 h 18"/>
                  <a:gd name="T30" fmla="*/ 20 w 27"/>
                  <a:gd name="T31" fmla="*/ 7 h 18"/>
                  <a:gd name="T32" fmla="*/ 21 w 27"/>
                  <a:gd name="T33" fmla="*/ 7 h 18"/>
                  <a:gd name="T34" fmla="*/ 21 w 27"/>
                  <a:gd name="T35" fmla="*/ 5 h 18"/>
                  <a:gd name="T36" fmla="*/ 18 w 27"/>
                  <a:gd name="T37" fmla="*/ 3 h 18"/>
                  <a:gd name="T38" fmla="*/ 17 w 27"/>
                  <a:gd name="T39" fmla="*/ 1 h 18"/>
                  <a:gd name="T40" fmla="*/ 19 w 27"/>
                  <a:gd name="T41" fmla="*/ 0 h 18"/>
                  <a:gd name="T42" fmla="*/ 20 w 27"/>
                  <a:gd name="T43" fmla="*/ 1 h 18"/>
                  <a:gd name="T44" fmla="*/ 19 w 27"/>
                  <a:gd name="T45" fmla="*/ 2 h 18"/>
                  <a:gd name="T46" fmla="*/ 22 w 27"/>
                  <a:gd name="T47" fmla="*/ 5 h 18"/>
                  <a:gd name="T48" fmla="*/ 23 w 27"/>
                  <a:gd name="T49" fmla="*/ 5 h 18"/>
                  <a:gd name="T50" fmla="*/ 24 w 27"/>
                  <a:gd name="T51" fmla="*/ 7 h 18"/>
                  <a:gd name="T52" fmla="*/ 26 w 27"/>
                  <a:gd name="T53" fmla="*/ 8 h 18"/>
                  <a:gd name="T54" fmla="*/ 27 w 27"/>
                  <a:gd name="T55" fmla="*/ 9 h 18"/>
                  <a:gd name="T56" fmla="*/ 27 w 27"/>
                  <a:gd name="T57" fmla="*/ 11 h 18"/>
                  <a:gd name="T58" fmla="*/ 21 w 27"/>
                  <a:gd name="T59" fmla="*/ 9 h 18"/>
                  <a:gd name="T60" fmla="*/ 19 w 27"/>
                  <a:gd name="T61" fmla="*/ 8 h 18"/>
                  <a:gd name="T62" fmla="*/ 17 w 27"/>
                  <a:gd name="T63" fmla="*/ 8 h 18"/>
                  <a:gd name="T64" fmla="*/ 14 w 27"/>
                  <a:gd name="T65" fmla="*/ 6 h 18"/>
                  <a:gd name="T66" fmla="*/ 15 w 27"/>
                  <a:gd name="T67" fmla="*/ 9 h 18"/>
                  <a:gd name="T68" fmla="*/ 11 w 27"/>
                  <a:gd name="T69" fmla="*/ 8 h 18"/>
                  <a:gd name="T70" fmla="*/ 9 w 27"/>
                  <a:gd name="T71" fmla="*/ 12 h 18"/>
                  <a:gd name="T72" fmla="*/ 9 w 27"/>
                  <a:gd name="T73" fmla="*/ 15 h 18"/>
                  <a:gd name="T74" fmla="*/ 7 w 27"/>
                  <a:gd name="T75" fmla="*/ 16 h 18"/>
                  <a:gd name="T76" fmla="*/ 7 w 27"/>
                  <a:gd name="T77" fmla="*/ 15 h 18"/>
                  <a:gd name="T78" fmla="*/ 7 w 27"/>
                  <a:gd name="T79" fmla="*/ 13 h 18"/>
                  <a:gd name="T80" fmla="*/ 6 w 27"/>
                  <a:gd name="T81" fmla="*/ 13 h 18"/>
                  <a:gd name="T82" fmla="*/ 4 w 27"/>
                  <a:gd name="T83" fmla="*/ 13 h 18"/>
                  <a:gd name="T84" fmla="*/ 25 w 27"/>
                  <a:gd name="T85" fmla="*/ 9 h 18"/>
                  <a:gd name="T86" fmla="*/ 24 w 27"/>
                  <a:gd name="T87" fmla="*/ 8 h 18"/>
                  <a:gd name="T88" fmla="*/ 23 w 27"/>
                  <a:gd name="T89" fmla="*/ 8 h 18"/>
                  <a:gd name="T90" fmla="*/ 25 w 27"/>
                  <a:gd name="T91" fmla="*/ 9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27" h="18">
                    <a:moveTo>
                      <a:pt x="2" y="7"/>
                    </a:moveTo>
                    <a:cubicBezTo>
                      <a:pt x="2" y="7"/>
                      <a:pt x="1" y="12"/>
                      <a:pt x="4" y="12"/>
                    </a:cubicBezTo>
                    <a:cubicBezTo>
                      <a:pt x="4" y="12"/>
                      <a:pt x="8" y="12"/>
                      <a:pt x="6" y="10"/>
                    </a:cubicBezTo>
                    <a:cubicBezTo>
                      <a:pt x="5" y="8"/>
                      <a:pt x="5" y="8"/>
                      <a:pt x="5" y="8"/>
                    </a:cubicBezTo>
                    <a:cubicBezTo>
                      <a:pt x="5" y="8"/>
                      <a:pt x="2" y="5"/>
                      <a:pt x="2" y="7"/>
                    </a:cubicBezTo>
                    <a:close/>
                    <a:moveTo>
                      <a:pt x="4" y="13"/>
                    </a:moveTo>
                    <a:cubicBezTo>
                      <a:pt x="0" y="13"/>
                      <a:pt x="1" y="10"/>
                      <a:pt x="1" y="10"/>
                    </a:cubicBezTo>
                    <a:cubicBezTo>
                      <a:pt x="2" y="2"/>
                      <a:pt x="3" y="2"/>
                      <a:pt x="3" y="2"/>
                    </a:cubicBezTo>
                    <a:cubicBezTo>
                      <a:pt x="9" y="7"/>
                      <a:pt x="9" y="11"/>
                      <a:pt x="9" y="11"/>
                    </a:cubicBezTo>
                    <a:cubicBezTo>
                      <a:pt x="10" y="10"/>
                      <a:pt x="9" y="8"/>
                      <a:pt x="9" y="8"/>
                    </a:cubicBezTo>
                    <a:cubicBezTo>
                      <a:pt x="8" y="6"/>
                      <a:pt x="10" y="6"/>
                      <a:pt x="10" y="6"/>
                    </a:cubicBezTo>
                    <a:cubicBezTo>
                      <a:pt x="11" y="7"/>
                      <a:pt x="12" y="6"/>
                      <a:pt x="12" y="6"/>
                    </a:cubicBezTo>
                    <a:cubicBezTo>
                      <a:pt x="10" y="5"/>
                      <a:pt x="10" y="5"/>
                      <a:pt x="10" y="5"/>
                    </a:cubicBezTo>
                    <a:cubicBezTo>
                      <a:pt x="10" y="4"/>
                      <a:pt x="10" y="3"/>
                      <a:pt x="10" y="3"/>
                    </a:cubicBezTo>
                    <a:cubicBezTo>
                      <a:pt x="11" y="2"/>
                      <a:pt x="12" y="3"/>
                      <a:pt x="12" y="3"/>
                    </a:cubicBezTo>
                    <a:cubicBezTo>
                      <a:pt x="12" y="4"/>
                      <a:pt x="20" y="7"/>
                      <a:pt x="20" y="7"/>
                    </a:cubicBezTo>
                    <a:cubicBezTo>
                      <a:pt x="21" y="8"/>
                      <a:pt x="21" y="7"/>
                      <a:pt x="21" y="7"/>
                    </a:cubicBezTo>
                    <a:cubicBezTo>
                      <a:pt x="21" y="7"/>
                      <a:pt x="21" y="5"/>
                      <a:pt x="21" y="5"/>
                    </a:cubicBezTo>
                    <a:cubicBezTo>
                      <a:pt x="21" y="5"/>
                      <a:pt x="18" y="3"/>
                      <a:pt x="18" y="3"/>
                    </a:cubicBezTo>
                    <a:cubicBezTo>
                      <a:pt x="16" y="3"/>
                      <a:pt x="17" y="1"/>
                      <a:pt x="17" y="1"/>
                    </a:cubicBezTo>
                    <a:cubicBezTo>
                      <a:pt x="17" y="1"/>
                      <a:pt x="19" y="0"/>
                      <a:pt x="19" y="0"/>
                    </a:cubicBezTo>
                    <a:cubicBezTo>
                      <a:pt x="21" y="0"/>
                      <a:pt x="20" y="1"/>
                      <a:pt x="20" y="1"/>
                    </a:cubicBezTo>
                    <a:cubicBezTo>
                      <a:pt x="18" y="2"/>
                      <a:pt x="19" y="2"/>
                      <a:pt x="19" y="2"/>
                    </a:cubicBezTo>
                    <a:cubicBezTo>
                      <a:pt x="22" y="5"/>
                      <a:pt x="22" y="5"/>
                      <a:pt x="22" y="5"/>
                    </a:cubicBezTo>
                    <a:cubicBezTo>
                      <a:pt x="23" y="5"/>
                      <a:pt x="23" y="5"/>
                      <a:pt x="23" y="5"/>
                    </a:cubicBezTo>
                    <a:cubicBezTo>
                      <a:pt x="23" y="7"/>
                      <a:pt x="24" y="7"/>
                      <a:pt x="24" y="7"/>
                    </a:cubicBezTo>
                    <a:cubicBezTo>
                      <a:pt x="26" y="8"/>
                      <a:pt x="26" y="8"/>
                      <a:pt x="26" y="8"/>
                    </a:cubicBezTo>
                    <a:cubicBezTo>
                      <a:pt x="27" y="9"/>
                      <a:pt x="27" y="9"/>
                      <a:pt x="27" y="9"/>
                    </a:cubicBezTo>
                    <a:cubicBezTo>
                      <a:pt x="27" y="9"/>
                      <a:pt x="27" y="11"/>
                      <a:pt x="27" y="11"/>
                    </a:cubicBezTo>
                    <a:cubicBezTo>
                      <a:pt x="22" y="11"/>
                      <a:pt x="21" y="9"/>
                      <a:pt x="21" y="9"/>
                    </a:cubicBezTo>
                    <a:cubicBezTo>
                      <a:pt x="19" y="9"/>
                      <a:pt x="19" y="8"/>
                      <a:pt x="19" y="8"/>
                    </a:cubicBezTo>
                    <a:cubicBezTo>
                      <a:pt x="18" y="8"/>
                      <a:pt x="17" y="8"/>
                      <a:pt x="17" y="8"/>
                    </a:cubicBezTo>
                    <a:cubicBezTo>
                      <a:pt x="17" y="7"/>
                      <a:pt x="15" y="6"/>
                      <a:pt x="14" y="6"/>
                    </a:cubicBezTo>
                    <a:cubicBezTo>
                      <a:pt x="16" y="8"/>
                      <a:pt x="15" y="9"/>
                      <a:pt x="15" y="9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1" y="12"/>
                      <a:pt x="9" y="12"/>
                      <a:pt x="9" y="12"/>
                    </a:cubicBezTo>
                    <a:cubicBezTo>
                      <a:pt x="9" y="15"/>
                      <a:pt x="9" y="15"/>
                      <a:pt x="9" y="15"/>
                    </a:cubicBezTo>
                    <a:cubicBezTo>
                      <a:pt x="8" y="18"/>
                      <a:pt x="7" y="16"/>
                      <a:pt x="7" y="16"/>
                    </a:cubicBezTo>
                    <a:cubicBezTo>
                      <a:pt x="6" y="15"/>
                      <a:pt x="7" y="15"/>
                      <a:pt x="7" y="15"/>
                    </a:cubicBezTo>
                    <a:cubicBezTo>
                      <a:pt x="7" y="13"/>
                      <a:pt x="7" y="13"/>
                      <a:pt x="7" y="13"/>
                    </a:cubicBezTo>
                    <a:cubicBezTo>
                      <a:pt x="7" y="12"/>
                      <a:pt x="6" y="13"/>
                      <a:pt x="6" y="13"/>
                    </a:cubicBezTo>
                    <a:cubicBezTo>
                      <a:pt x="4" y="13"/>
                      <a:pt x="4" y="13"/>
                      <a:pt x="4" y="13"/>
                    </a:cubicBezTo>
                    <a:close/>
                    <a:moveTo>
                      <a:pt x="25" y="9"/>
                    </a:moveTo>
                    <a:cubicBezTo>
                      <a:pt x="24" y="8"/>
                      <a:pt x="24" y="8"/>
                      <a:pt x="24" y="8"/>
                    </a:cubicBezTo>
                    <a:cubicBezTo>
                      <a:pt x="24" y="8"/>
                      <a:pt x="23" y="8"/>
                      <a:pt x="23" y="8"/>
                    </a:cubicBezTo>
                    <a:cubicBezTo>
                      <a:pt x="22" y="8"/>
                      <a:pt x="25" y="9"/>
                      <a:pt x="25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8" name="ïṩliḑé">
                <a:extLst>
                  <a:ext uri="{FF2B5EF4-FFF2-40B4-BE49-F238E27FC236}">
                    <a16:creationId xmlns:a16="http://schemas.microsoft.com/office/drawing/2014/main" id="{377801C3-8F19-4720-B7CE-9333FBE3FE4B}"/>
                  </a:ext>
                </a:extLst>
              </p:cNvPr>
              <p:cNvSpPr/>
              <p:nvPr/>
            </p:nvSpPr>
            <p:spPr bwMode="auto">
              <a:xfrm>
                <a:off x="5249863" y="3201988"/>
                <a:ext cx="26988" cy="23813"/>
              </a:xfrm>
              <a:custGeom>
                <a:avLst/>
                <a:gdLst>
                  <a:gd name="T0" fmla="*/ 2 w 8"/>
                  <a:gd name="T1" fmla="*/ 6 h 7"/>
                  <a:gd name="T2" fmla="*/ 5 w 8"/>
                  <a:gd name="T3" fmla="*/ 2 h 7"/>
                  <a:gd name="T4" fmla="*/ 6 w 8"/>
                  <a:gd name="T5" fmla="*/ 2 h 7"/>
                  <a:gd name="T6" fmla="*/ 6 w 8"/>
                  <a:gd name="T7" fmla="*/ 6 h 7"/>
                  <a:gd name="T8" fmla="*/ 2 w 8"/>
                  <a:gd name="T9" fmla="*/ 7 h 7"/>
                  <a:gd name="T10" fmla="*/ 2 w 8"/>
                  <a:gd name="T11" fmla="*/ 6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7">
                    <a:moveTo>
                      <a:pt x="2" y="6"/>
                    </a:moveTo>
                    <a:cubicBezTo>
                      <a:pt x="3" y="6"/>
                      <a:pt x="5" y="2"/>
                      <a:pt x="5" y="2"/>
                    </a:cubicBezTo>
                    <a:cubicBezTo>
                      <a:pt x="5" y="0"/>
                      <a:pt x="6" y="2"/>
                      <a:pt x="6" y="2"/>
                    </a:cubicBezTo>
                    <a:cubicBezTo>
                      <a:pt x="8" y="4"/>
                      <a:pt x="6" y="6"/>
                      <a:pt x="6" y="6"/>
                    </a:cubicBezTo>
                    <a:cubicBezTo>
                      <a:pt x="5" y="6"/>
                      <a:pt x="2" y="7"/>
                      <a:pt x="2" y="7"/>
                    </a:cubicBezTo>
                    <a:cubicBezTo>
                      <a:pt x="0" y="7"/>
                      <a:pt x="2" y="6"/>
                      <a:pt x="2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69" name="îSľíḓê">
                <a:extLst>
                  <a:ext uri="{FF2B5EF4-FFF2-40B4-BE49-F238E27FC236}">
                    <a16:creationId xmlns:a16="http://schemas.microsoft.com/office/drawing/2014/main" id="{E0289DD6-CB93-48DE-8D9B-2717278C25A8}"/>
                  </a:ext>
                </a:extLst>
              </p:cNvPr>
              <p:cNvSpPr/>
              <p:nvPr/>
            </p:nvSpPr>
            <p:spPr bwMode="auto">
              <a:xfrm>
                <a:off x="5207000" y="3162301"/>
                <a:ext cx="85725" cy="39688"/>
              </a:xfrm>
              <a:custGeom>
                <a:avLst/>
                <a:gdLst>
                  <a:gd name="T0" fmla="*/ 16 w 26"/>
                  <a:gd name="T1" fmla="*/ 1 h 12"/>
                  <a:gd name="T2" fmla="*/ 17 w 26"/>
                  <a:gd name="T3" fmla="*/ 2 h 12"/>
                  <a:gd name="T4" fmla="*/ 15 w 26"/>
                  <a:gd name="T5" fmla="*/ 4 h 12"/>
                  <a:gd name="T6" fmla="*/ 20 w 26"/>
                  <a:gd name="T7" fmla="*/ 3 h 12"/>
                  <a:gd name="T8" fmla="*/ 20 w 26"/>
                  <a:gd name="T9" fmla="*/ 3 h 12"/>
                  <a:gd name="T10" fmla="*/ 21 w 26"/>
                  <a:gd name="T11" fmla="*/ 0 h 12"/>
                  <a:gd name="T12" fmla="*/ 22 w 26"/>
                  <a:gd name="T13" fmla="*/ 1 h 12"/>
                  <a:gd name="T14" fmla="*/ 23 w 26"/>
                  <a:gd name="T15" fmla="*/ 4 h 12"/>
                  <a:gd name="T16" fmla="*/ 25 w 26"/>
                  <a:gd name="T17" fmla="*/ 4 h 12"/>
                  <a:gd name="T18" fmla="*/ 26 w 26"/>
                  <a:gd name="T19" fmla="*/ 4 h 12"/>
                  <a:gd name="T20" fmla="*/ 26 w 26"/>
                  <a:gd name="T21" fmla="*/ 6 h 12"/>
                  <a:gd name="T22" fmla="*/ 22 w 26"/>
                  <a:gd name="T23" fmla="*/ 6 h 12"/>
                  <a:gd name="T24" fmla="*/ 11 w 26"/>
                  <a:gd name="T25" fmla="*/ 11 h 12"/>
                  <a:gd name="T26" fmla="*/ 3 w 26"/>
                  <a:gd name="T27" fmla="*/ 12 h 12"/>
                  <a:gd name="T28" fmla="*/ 2 w 26"/>
                  <a:gd name="T29" fmla="*/ 11 h 12"/>
                  <a:gd name="T30" fmla="*/ 12 w 26"/>
                  <a:gd name="T31" fmla="*/ 8 h 12"/>
                  <a:gd name="T32" fmla="*/ 15 w 26"/>
                  <a:gd name="T33" fmla="*/ 7 h 12"/>
                  <a:gd name="T34" fmla="*/ 13 w 26"/>
                  <a:gd name="T35" fmla="*/ 5 h 12"/>
                  <a:gd name="T36" fmla="*/ 16 w 26"/>
                  <a:gd name="T37" fmla="*/ 1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26" h="12">
                    <a:moveTo>
                      <a:pt x="16" y="1"/>
                    </a:moveTo>
                    <a:cubicBezTo>
                      <a:pt x="16" y="1"/>
                      <a:pt x="17" y="1"/>
                      <a:pt x="17" y="2"/>
                    </a:cubicBezTo>
                    <a:cubicBezTo>
                      <a:pt x="17" y="2"/>
                      <a:pt x="15" y="2"/>
                      <a:pt x="15" y="4"/>
                    </a:cubicBezTo>
                    <a:cubicBezTo>
                      <a:pt x="20" y="3"/>
                      <a:pt x="20" y="3"/>
                      <a:pt x="20" y="3"/>
                    </a:cubicBezTo>
                    <a:cubicBezTo>
                      <a:pt x="20" y="3"/>
                      <a:pt x="20" y="3"/>
                      <a:pt x="20" y="3"/>
                    </a:cubicBezTo>
                    <a:cubicBezTo>
                      <a:pt x="20" y="3"/>
                      <a:pt x="21" y="1"/>
                      <a:pt x="21" y="0"/>
                    </a:cubicBezTo>
                    <a:cubicBezTo>
                      <a:pt x="21" y="0"/>
                      <a:pt x="22" y="0"/>
                      <a:pt x="22" y="1"/>
                    </a:cubicBezTo>
                    <a:cubicBezTo>
                      <a:pt x="22" y="1"/>
                      <a:pt x="23" y="3"/>
                      <a:pt x="23" y="4"/>
                    </a:cubicBezTo>
                    <a:cubicBezTo>
                      <a:pt x="25" y="4"/>
                      <a:pt x="25" y="4"/>
                      <a:pt x="25" y="4"/>
                    </a:cubicBezTo>
                    <a:cubicBezTo>
                      <a:pt x="25" y="4"/>
                      <a:pt x="26" y="4"/>
                      <a:pt x="26" y="4"/>
                    </a:cubicBezTo>
                    <a:cubicBezTo>
                      <a:pt x="26" y="6"/>
                      <a:pt x="26" y="6"/>
                      <a:pt x="26" y="6"/>
                    </a:cubicBezTo>
                    <a:cubicBezTo>
                      <a:pt x="26" y="6"/>
                      <a:pt x="24" y="6"/>
                      <a:pt x="22" y="6"/>
                    </a:cubicBezTo>
                    <a:cubicBezTo>
                      <a:pt x="22" y="6"/>
                      <a:pt x="21" y="8"/>
                      <a:pt x="11" y="11"/>
                    </a:cubicBezTo>
                    <a:cubicBezTo>
                      <a:pt x="11" y="11"/>
                      <a:pt x="4" y="12"/>
                      <a:pt x="3" y="12"/>
                    </a:cubicBezTo>
                    <a:cubicBezTo>
                      <a:pt x="3" y="12"/>
                      <a:pt x="0" y="11"/>
                      <a:pt x="2" y="11"/>
                    </a:cubicBezTo>
                    <a:cubicBezTo>
                      <a:pt x="2" y="11"/>
                      <a:pt x="8" y="11"/>
                      <a:pt x="12" y="8"/>
                    </a:cubicBezTo>
                    <a:cubicBezTo>
                      <a:pt x="12" y="8"/>
                      <a:pt x="15" y="7"/>
                      <a:pt x="15" y="7"/>
                    </a:cubicBezTo>
                    <a:cubicBezTo>
                      <a:pt x="15" y="7"/>
                      <a:pt x="13" y="6"/>
                      <a:pt x="13" y="5"/>
                    </a:cubicBezTo>
                    <a:cubicBezTo>
                      <a:pt x="13" y="5"/>
                      <a:pt x="14" y="2"/>
                      <a:pt x="1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0" name="íṧļïḋé">
                <a:extLst>
                  <a:ext uri="{FF2B5EF4-FFF2-40B4-BE49-F238E27FC236}">
                    <a16:creationId xmlns:a16="http://schemas.microsoft.com/office/drawing/2014/main" id="{F29B1D7E-8DD7-4832-ACF4-E57068D66362}"/>
                  </a:ext>
                </a:extLst>
              </p:cNvPr>
              <p:cNvSpPr/>
              <p:nvPr/>
            </p:nvSpPr>
            <p:spPr bwMode="auto">
              <a:xfrm>
                <a:off x="5041900" y="3201988"/>
                <a:ext cx="15875" cy="14288"/>
              </a:xfrm>
              <a:custGeom>
                <a:avLst/>
                <a:gdLst>
                  <a:gd name="T0" fmla="*/ 5 w 5"/>
                  <a:gd name="T1" fmla="*/ 1 h 4"/>
                  <a:gd name="T2" fmla="*/ 5 w 5"/>
                  <a:gd name="T3" fmla="*/ 2 h 4"/>
                  <a:gd name="T4" fmla="*/ 4 w 5"/>
                  <a:gd name="T5" fmla="*/ 3 h 4"/>
                  <a:gd name="T6" fmla="*/ 2 w 5"/>
                  <a:gd name="T7" fmla="*/ 2 h 4"/>
                  <a:gd name="T8" fmla="*/ 2 w 5"/>
                  <a:gd name="T9" fmla="*/ 1 h 4"/>
                  <a:gd name="T10" fmla="*/ 4 w 5"/>
                  <a:gd name="T11" fmla="*/ 0 h 4"/>
                  <a:gd name="T12" fmla="*/ 5 w 5"/>
                  <a:gd name="T13" fmla="*/ 1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4">
                    <a:moveTo>
                      <a:pt x="5" y="1"/>
                    </a:moveTo>
                    <a:cubicBezTo>
                      <a:pt x="5" y="2"/>
                      <a:pt x="5" y="2"/>
                      <a:pt x="5" y="2"/>
                    </a:cubicBezTo>
                    <a:cubicBezTo>
                      <a:pt x="5" y="4"/>
                      <a:pt x="4" y="3"/>
                      <a:pt x="4" y="3"/>
                    </a:cubicBezTo>
                    <a:cubicBezTo>
                      <a:pt x="3" y="2"/>
                      <a:pt x="2" y="2"/>
                      <a:pt x="2" y="2"/>
                    </a:cubicBezTo>
                    <a:cubicBezTo>
                      <a:pt x="0" y="1"/>
                      <a:pt x="2" y="1"/>
                      <a:pt x="2" y="1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5" y="0"/>
                      <a:pt x="5" y="1"/>
                      <a:pt x="5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1" name="îŝľiḋe">
                <a:extLst>
                  <a:ext uri="{FF2B5EF4-FFF2-40B4-BE49-F238E27FC236}">
                    <a16:creationId xmlns:a16="http://schemas.microsoft.com/office/drawing/2014/main" id="{78878888-6A96-4EF7-B3A7-E577C7EDD08A}"/>
                  </a:ext>
                </a:extLst>
              </p:cNvPr>
              <p:cNvSpPr/>
              <p:nvPr/>
            </p:nvSpPr>
            <p:spPr bwMode="auto">
              <a:xfrm>
                <a:off x="5011738" y="3146426"/>
                <a:ext cx="39688" cy="85725"/>
              </a:xfrm>
              <a:custGeom>
                <a:avLst/>
                <a:gdLst>
                  <a:gd name="T0" fmla="*/ 4 w 12"/>
                  <a:gd name="T1" fmla="*/ 19 h 26"/>
                  <a:gd name="T2" fmla="*/ 4 w 12"/>
                  <a:gd name="T3" fmla="*/ 14 h 26"/>
                  <a:gd name="T4" fmla="*/ 1 w 12"/>
                  <a:gd name="T5" fmla="*/ 13 h 26"/>
                  <a:gd name="T6" fmla="*/ 2 w 12"/>
                  <a:gd name="T7" fmla="*/ 12 h 26"/>
                  <a:gd name="T8" fmla="*/ 3 w 12"/>
                  <a:gd name="T9" fmla="*/ 10 h 26"/>
                  <a:gd name="T10" fmla="*/ 3 w 12"/>
                  <a:gd name="T11" fmla="*/ 2 h 26"/>
                  <a:gd name="T12" fmla="*/ 4 w 12"/>
                  <a:gd name="T13" fmla="*/ 1 h 26"/>
                  <a:gd name="T14" fmla="*/ 4 w 12"/>
                  <a:gd name="T15" fmla="*/ 2 h 26"/>
                  <a:gd name="T16" fmla="*/ 5 w 12"/>
                  <a:gd name="T17" fmla="*/ 6 h 26"/>
                  <a:gd name="T18" fmla="*/ 6 w 12"/>
                  <a:gd name="T19" fmla="*/ 3 h 26"/>
                  <a:gd name="T20" fmla="*/ 7 w 12"/>
                  <a:gd name="T21" fmla="*/ 2 h 26"/>
                  <a:gd name="T22" fmla="*/ 8 w 12"/>
                  <a:gd name="T23" fmla="*/ 2 h 26"/>
                  <a:gd name="T24" fmla="*/ 8 w 12"/>
                  <a:gd name="T25" fmla="*/ 6 h 26"/>
                  <a:gd name="T26" fmla="*/ 6 w 12"/>
                  <a:gd name="T27" fmla="*/ 9 h 26"/>
                  <a:gd name="T28" fmla="*/ 6 w 12"/>
                  <a:gd name="T29" fmla="*/ 10 h 26"/>
                  <a:gd name="T30" fmla="*/ 8 w 12"/>
                  <a:gd name="T31" fmla="*/ 11 h 26"/>
                  <a:gd name="T32" fmla="*/ 8 w 12"/>
                  <a:gd name="T33" fmla="*/ 11 h 26"/>
                  <a:gd name="T34" fmla="*/ 8 w 12"/>
                  <a:gd name="T35" fmla="*/ 12 h 26"/>
                  <a:gd name="T36" fmla="*/ 9 w 12"/>
                  <a:gd name="T37" fmla="*/ 13 h 26"/>
                  <a:gd name="T38" fmla="*/ 9 w 12"/>
                  <a:gd name="T39" fmla="*/ 17 h 26"/>
                  <a:gd name="T40" fmla="*/ 11 w 12"/>
                  <a:gd name="T41" fmla="*/ 21 h 26"/>
                  <a:gd name="T42" fmla="*/ 12 w 12"/>
                  <a:gd name="T43" fmla="*/ 24 h 26"/>
                  <a:gd name="T44" fmla="*/ 8 w 12"/>
                  <a:gd name="T45" fmla="*/ 23 h 26"/>
                  <a:gd name="T46" fmla="*/ 8 w 12"/>
                  <a:gd name="T47" fmla="*/ 25 h 26"/>
                  <a:gd name="T48" fmla="*/ 7 w 12"/>
                  <a:gd name="T49" fmla="*/ 26 h 26"/>
                  <a:gd name="T50" fmla="*/ 6 w 12"/>
                  <a:gd name="T51" fmla="*/ 24 h 26"/>
                  <a:gd name="T52" fmla="*/ 6 w 12"/>
                  <a:gd name="T53" fmla="*/ 23 h 26"/>
                  <a:gd name="T54" fmla="*/ 8 w 12"/>
                  <a:gd name="T55" fmla="*/ 21 h 26"/>
                  <a:gd name="T56" fmla="*/ 7 w 12"/>
                  <a:gd name="T57" fmla="*/ 18 h 26"/>
                  <a:gd name="T58" fmla="*/ 7 w 12"/>
                  <a:gd name="T59" fmla="*/ 18 h 26"/>
                  <a:gd name="T60" fmla="*/ 6 w 12"/>
                  <a:gd name="T61" fmla="*/ 20 h 26"/>
                  <a:gd name="T62" fmla="*/ 4 w 12"/>
                  <a:gd name="T63" fmla="*/ 20 h 26"/>
                  <a:gd name="T64" fmla="*/ 4 w 12"/>
                  <a:gd name="T65" fmla="*/ 19 h 26"/>
                  <a:gd name="T66" fmla="*/ 6 w 12"/>
                  <a:gd name="T67" fmla="*/ 16 h 26"/>
                  <a:gd name="T68" fmla="*/ 6 w 12"/>
                  <a:gd name="T69" fmla="*/ 15 h 26"/>
                  <a:gd name="T70" fmla="*/ 5 w 12"/>
                  <a:gd name="T71" fmla="*/ 11 h 26"/>
                  <a:gd name="T72" fmla="*/ 5 w 12"/>
                  <a:gd name="T73" fmla="*/ 14 h 26"/>
                  <a:gd name="T74" fmla="*/ 5 w 12"/>
                  <a:gd name="T75" fmla="*/ 18 h 26"/>
                  <a:gd name="T76" fmla="*/ 6 w 12"/>
                  <a:gd name="T77" fmla="*/ 16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12" h="26">
                    <a:moveTo>
                      <a:pt x="4" y="19"/>
                    </a:moveTo>
                    <a:cubicBezTo>
                      <a:pt x="4" y="14"/>
                      <a:pt x="4" y="14"/>
                      <a:pt x="4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0" y="12"/>
                      <a:pt x="2" y="12"/>
                      <a:pt x="2" y="12"/>
                    </a:cubicBezTo>
                    <a:cubicBezTo>
                      <a:pt x="3" y="10"/>
                      <a:pt x="3" y="10"/>
                      <a:pt x="3" y="10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0"/>
                      <a:pt x="4" y="1"/>
                      <a:pt x="4" y="1"/>
                    </a:cubicBezTo>
                    <a:cubicBezTo>
                      <a:pt x="4" y="2"/>
                      <a:pt x="4" y="2"/>
                      <a:pt x="4" y="2"/>
                    </a:cubicBezTo>
                    <a:cubicBezTo>
                      <a:pt x="5" y="3"/>
                      <a:pt x="5" y="6"/>
                      <a:pt x="5" y="6"/>
                    </a:cubicBezTo>
                    <a:cubicBezTo>
                      <a:pt x="5" y="5"/>
                      <a:pt x="6" y="4"/>
                      <a:pt x="6" y="3"/>
                    </a:cubicBezTo>
                    <a:cubicBezTo>
                      <a:pt x="7" y="3"/>
                      <a:pt x="7" y="2"/>
                      <a:pt x="7" y="2"/>
                    </a:cubicBezTo>
                    <a:cubicBezTo>
                      <a:pt x="8" y="2"/>
                      <a:pt x="8" y="2"/>
                      <a:pt x="8" y="2"/>
                    </a:cubicBezTo>
                    <a:cubicBezTo>
                      <a:pt x="8" y="6"/>
                      <a:pt x="8" y="6"/>
                      <a:pt x="8" y="6"/>
                    </a:cubicBezTo>
                    <a:cubicBezTo>
                      <a:pt x="6" y="9"/>
                      <a:pt x="6" y="9"/>
                      <a:pt x="6" y="9"/>
                    </a:cubicBezTo>
                    <a:cubicBezTo>
                      <a:pt x="5" y="11"/>
                      <a:pt x="6" y="10"/>
                      <a:pt x="6" y="10"/>
                    </a:cubicBezTo>
                    <a:cubicBezTo>
                      <a:pt x="7" y="10"/>
                      <a:pt x="8" y="11"/>
                      <a:pt x="8" y="11"/>
                    </a:cubicBezTo>
                    <a:cubicBezTo>
                      <a:pt x="8" y="11"/>
                      <a:pt x="8" y="11"/>
                      <a:pt x="8" y="11"/>
                    </a:cubicBezTo>
                    <a:cubicBezTo>
                      <a:pt x="8" y="12"/>
                      <a:pt x="8" y="12"/>
                      <a:pt x="8" y="12"/>
                    </a:cubicBezTo>
                    <a:cubicBezTo>
                      <a:pt x="9" y="13"/>
                      <a:pt x="9" y="13"/>
                      <a:pt x="9" y="13"/>
                    </a:cubicBezTo>
                    <a:cubicBezTo>
                      <a:pt x="8" y="16"/>
                      <a:pt x="9" y="17"/>
                      <a:pt x="9" y="17"/>
                    </a:cubicBezTo>
                    <a:cubicBezTo>
                      <a:pt x="11" y="21"/>
                      <a:pt x="11" y="21"/>
                      <a:pt x="11" y="21"/>
                    </a:cubicBezTo>
                    <a:cubicBezTo>
                      <a:pt x="12" y="22"/>
                      <a:pt x="12" y="24"/>
                      <a:pt x="12" y="24"/>
                    </a:cubicBezTo>
                    <a:cubicBezTo>
                      <a:pt x="8" y="23"/>
                      <a:pt x="8" y="23"/>
                      <a:pt x="8" y="23"/>
                    </a:cubicBezTo>
                    <a:cubicBezTo>
                      <a:pt x="8" y="25"/>
                      <a:pt x="8" y="25"/>
                      <a:pt x="8" y="25"/>
                    </a:cubicBezTo>
                    <a:cubicBezTo>
                      <a:pt x="8" y="26"/>
                      <a:pt x="7" y="26"/>
                      <a:pt x="7" y="26"/>
                    </a:cubicBezTo>
                    <a:cubicBezTo>
                      <a:pt x="4" y="26"/>
                      <a:pt x="6" y="24"/>
                      <a:pt x="6" y="24"/>
                    </a:cubicBezTo>
                    <a:cubicBezTo>
                      <a:pt x="6" y="23"/>
                      <a:pt x="6" y="23"/>
                      <a:pt x="6" y="23"/>
                    </a:cubicBezTo>
                    <a:cubicBezTo>
                      <a:pt x="7" y="23"/>
                      <a:pt x="8" y="21"/>
                      <a:pt x="8" y="21"/>
                    </a:cubicBezTo>
                    <a:cubicBezTo>
                      <a:pt x="7" y="18"/>
                      <a:pt x="7" y="18"/>
                      <a:pt x="7" y="18"/>
                    </a:cubicBezTo>
                    <a:cubicBezTo>
                      <a:pt x="7" y="18"/>
                      <a:pt x="7" y="18"/>
                      <a:pt x="7" y="18"/>
                    </a:cubicBezTo>
                    <a:cubicBezTo>
                      <a:pt x="6" y="20"/>
                      <a:pt x="6" y="20"/>
                      <a:pt x="6" y="20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4" y="19"/>
                      <a:pt x="4" y="19"/>
                      <a:pt x="4" y="19"/>
                    </a:cubicBezTo>
                    <a:close/>
                    <a:moveTo>
                      <a:pt x="6" y="16"/>
                    </a:moveTo>
                    <a:cubicBezTo>
                      <a:pt x="6" y="16"/>
                      <a:pt x="6" y="16"/>
                      <a:pt x="6" y="15"/>
                    </a:cubicBezTo>
                    <a:cubicBezTo>
                      <a:pt x="6" y="15"/>
                      <a:pt x="6" y="12"/>
                      <a:pt x="5" y="11"/>
                    </a:cubicBezTo>
                    <a:cubicBezTo>
                      <a:pt x="5" y="11"/>
                      <a:pt x="4" y="12"/>
                      <a:pt x="5" y="14"/>
                    </a:cubicBezTo>
                    <a:cubicBezTo>
                      <a:pt x="5" y="18"/>
                      <a:pt x="5" y="18"/>
                      <a:pt x="5" y="18"/>
                    </a:cubicBezTo>
                    <a:lnTo>
                      <a:pt x="6" y="1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2" name="ïṣļîḋe">
                <a:extLst>
                  <a:ext uri="{FF2B5EF4-FFF2-40B4-BE49-F238E27FC236}">
                    <a16:creationId xmlns:a16="http://schemas.microsoft.com/office/drawing/2014/main" id="{7A182396-CA74-4824-B470-C642D9F2ABA3}"/>
                  </a:ext>
                </a:extLst>
              </p:cNvPr>
              <p:cNvSpPr/>
              <p:nvPr/>
            </p:nvSpPr>
            <p:spPr bwMode="auto">
              <a:xfrm>
                <a:off x="4905375" y="3313113"/>
                <a:ext cx="17463" cy="25400"/>
              </a:xfrm>
              <a:custGeom>
                <a:avLst/>
                <a:gdLst>
                  <a:gd name="T0" fmla="*/ 4 w 5"/>
                  <a:gd name="T1" fmla="*/ 1 h 8"/>
                  <a:gd name="T2" fmla="*/ 4 w 5"/>
                  <a:gd name="T3" fmla="*/ 2 h 8"/>
                  <a:gd name="T4" fmla="*/ 3 w 5"/>
                  <a:gd name="T5" fmla="*/ 6 h 8"/>
                  <a:gd name="T6" fmla="*/ 2 w 5"/>
                  <a:gd name="T7" fmla="*/ 7 h 8"/>
                  <a:gd name="T8" fmla="*/ 1 w 5"/>
                  <a:gd name="T9" fmla="*/ 2 h 8"/>
                  <a:gd name="T10" fmla="*/ 1 w 5"/>
                  <a:gd name="T11" fmla="*/ 0 h 8"/>
                  <a:gd name="T12" fmla="*/ 4 w 5"/>
                  <a:gd name="T13" fmla="*/ 1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" h="8">
                    <a:moveTo>
                      <a:pt x="4" y="1"/>
                    </a:moveTo>
                    <a:cubicBezTo>
                      <a:pt x="5" y="1"/>
                      <a:pt x="4" y="2"/>
                      <a:pt x="4" y="2"/>
                    </a:cubicBezTo>
                    <a:cubicBezTo>
                      <a:pt x="4" y="3"/>
                      <a:pt x="3" y="6"/>
                      <a:pt x="3" y="6"/>
                    </a:cubicBezTo>
                    <a:cubicBezTo>
                      <a:pt x="2" y="8"/>
                      <a:pt x="2" y="7"/>
                      <a:pt x="2" y="7"/>
                    </a:cubicBezTo>
                    <a:cubicBezTo>
                      <a:pt x="2" y="5"/>
                      <a:pt x="1" y="2"/>
                      <a:pt x="1" y="2"/>
                    </a:cubicBezTo>
                    <a:cubicBezTo>
                      <a:pt x="0" y="1"/>
                      <a:pt x="1" y="0"/>
                      <a:pt x="1" y="0"/>
                    </a:cubicBezTo>
                    <a:lnTo>
                      <a:pt x="4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3" name="ís1íḋe">
                <a:extLst>
                  <a:ext uri="{FF2B5EF4-FFF2-40B4-BE49-F238E27FC236}">
                    <a16:creationId xmlns:a16="http://schemas.microsoft.com/office/drawing/2014/main" id="{D6505446-CCB2-453A-BC3B-5FC6635D427F}"/>
                  </a:ext>
                </a:extLst>
              </p:cNvPr>
              <p:cNvSpPr/>
              <p:nvPr/>
            </p:nvSpPr>
            <p:spPr bwMode="auto">
              <a:xfrm>
                <a:off x="4865688" y="3305176"/>
                <a:ext cx="26988" cy="26988"/>
              </a:xfrm>
              <a:custGeom>
                <a:avLst/>
                <a:gdLst>
                  <a:gd name="T0" fmla="*/ 7 w 8"/>
                  <a:gd name="T1" fmla="*/ 5 h 8"/>
                  <a:gd name="T2" fmla="*/ 8 w 8"/>
                  <a:gd name="T3" fmla="*/ 8 h 8"/>
                  <a:gd name="T4" fmla="*/ 7 w 8"/>
                  <a:gd name="T5" fmla="*/ 8 h 8"/>
                  <a:gd name="T6" fmla="*/ 6 w 8"/>
                  <a:gd name="T7" fmla="*/ 6 h 8"/>
                  <a:gd name="T8" fmla="*/ 3 w 8"/>
                  <a:gd name="T9" fmla="*/ 2 h 8"/>
                  <a:gd name="T10" fmla="*/ 1 w 8"/>
                  <a:gd name="T11" fmla="*/ 0 h 8"/>
                  <a:gd name="T12" fmla="*/ 1 w 8"/>
                  <a:gd name="T13" fmla="*/ 0 h 8"/>
                  <a:gd name="T14" fmla="*/ 4 w 8"/>
                  <a:gd name="T15" fmla="*/ 0 h 8"/>
                  <a:gd name="T16" fmla="*/ 7 w 8"/>
                  <a:gd name="T17" fmla="*/ 5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8" h="8">
                    <a:moveTo>
                      <a:pt x="7" y="5"/>
                    </a:moveTo>
                    <a:cubicBezTo>
                      <a:pt x="8" y="6"/>
                      <a:pt x="8" y="8"/>
                      <a:pt x="8" y="8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7"/>
                      <a:pt x="6" y="6"/>
                      <a:pt x="6" y="6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2" y="0"/>
                      <a:pt x="1" y="1"/>
                      <a:pt x="1" y="0"/>
                    </a:cubicBezTo>
                    <a:cubicBezTo>
                      <a:pt x="0" y="0"/>
                      <a:pt x="1" y="0"/>
                      <a:pt x="1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5" y="2"/>
                      <a:pt x="7" y="5"/>
                      <a:pt x="7" y="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4" name="íṧḻiďê">
                <a:extLst>
                  <a:ext uri="{FF2B5EF4-FFF2-40B4-BE49-F238E27FC236}">
                    <a16:creationId xmlns:a16="http://schemas.microsoft.com/office/drawing/2014/main" id="{C35A3C6B-251F-410F-97DB-7D32485995E8}"/>
                  </a:ext>
                </a:extLst>
              </p:cNvPr>
              <p:cNvSpPr/>
              <p:nvPr/>
            </p:nvSpPr>
            <p:spPr bwMode="auto">
              <a:xfrm>
                <a:off x="4876800" y="3325813"/>
                <a:ext cx="25400" cy="53975"/>
              </a:xfrm>
              <a:custGeom>
                <a:avLst/>
                <a:gdLst>
                  <a:gd name="T0" fmla="*/ 6 w 8"/>
                  <a:gd name="T1" fmla="*/ 1 h 16"/>
                  <a:gd name="T2" fmla="*/ 7 w 8"/>
                  <a:gd name="T3" fmla="*/ 1 h 16"/>
                  <a:gd name="T4" fmla="*/ 8 w 8"/>
                  <a:gd name="T5" fmla="*/ 6 h 16"/>
                  <a:gd name="T6" fmla="*/ 8 w 8"/>
                  <a:gd name="T7" fmla="*/ 10 h 16"/>
                  <a:gd name="T8" fmla="*/ 6 w 8"/>
                  <a:gd name="T9" fmla="*/ 16 h 16"/>
                  <a:gd name="T10" fmla="*/ 3 w 8"/>
                  <a:gd name="T11" fmla="*/ 15 h 16"/>
                  <a:gd name="T12" fmla="*/ 1 w 8"/>
                  <a:gd name="T13" fmla="*/ 9 h 16"/>
                  <a:gd name="T14" fmla="*/ 1 w 8"/>
                  <a:gd name="T15" fmla="*/ 9 h 16"/>
                  <a:gd name="T16" fmla="*/ 5 w 8"/>
                  <a:gd name="T17" fmla="*/ 12 h 16"/>
                  <a:gd name="T18" fmla="*/ 5 w 8"/>
                  <a:gd name="T19" fmla="*/ 12 h 16"/>
                  <a:gd name="T20" fmla="*/ 5 w 8"/>
                  <a:gd name="T21" fmla="*/ 10 h 16"/>
                  <a:gd name="T22" fmla="*/ 6 w 8"/>
                  <a:gd name="T23" fmla="*/ 6 h 16"/>
                  <a:gd name="T24" fmla="*/ 6 w 8"/>
                  <a:gd name="T25" fmla="*/ 1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" h="16">
                    <a:moveTo>
                      <a:pt x="6" y="1"/>
                    </a:moveTo>
                    <a:cubicBezTo>
                      <a:pt x="7" y="0"/>
                      <a:pt x="7" y="1"/>
                      <a:pt x="7" y="1"/>
                    </a:cubicBezTo>
                    <a:cubicBezTo>
                      <a:pt x="8" y="3"/>
                      <a:pt x="8" y="6"/>
                      <a:pt x="8" y="6"/>
                    </a:cubicBezTo>
                    <a:cubicBezTo>
                      <a:pt x="8" y="7"/>
                      <a:pt x="8" y="10"/>
                      <a:pt x="8" y="10"/>
                    </a:cubicBezTo>
                    <a:cubicBezTo>
                      <a:pt x="8" y="12"/>
                      <a:pt x="6" y="16"/>
                      <a:pt x="6" y="16"/>
                    </a:cubicBezTo>
                    <a:cubicBezTo>
                      <a:pt x="5" y="16"/>
                      <a:pt x="3" y="15"/>
                      <a:pt x="3" y="15"/>
                    </a:cubicBezTo>
                    <a:cubicBezTo>
                      <a:pt x="3" y="14"/>
                      <a:pt x="1" y="9"/>
                      <a:pt x="1" y="9"/>
                    </a:cubicBezTo>
                    <a:cubicBezTo>
                      <a:pt x="0" y="9"/>
                      <a:pt x="1" y="9"/>
                      <a:pt x="1" y="9"/>
                    </a:cubicBezTo>
                    <a:cubicBezTo>
                      <a:pt x="3" y="8"/>
                      <a:pt x="5" y="12"/>
                      <a:pt x="5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2"/>
                      <a:pt x="5" y="10"/>
                      <a:pt x="5" y="10"/>
                    </a:cubicBezTo>
                    <a:cubicBezTo>
                      <a:pt x="6" y="9"/>
                      <a:pt x="6" y="6"/>
                      <a:pt x="6" y="6"/>
                    </a:cubicBezTo>
                    <a:cubicBezTo>
                      <a:pt x="7" y="5"/>
                      <a:pt x="6" y="1"/>
                      <a:pt x="6" y="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5" name="iŝ1iḋe">
                <a:extLst>
                  <a:ext uri="{FF2B5EF4-FFF2-40B4-BE49-F238E27FC236}">
                    <a16:creationId xmlns:a16="http://schemas.microsoft.com/office/drawing/2014/main" id="{8844E230-DCBB-45FE-B005-A1939B01D62E}"/>
                  </a:ext>
                </a:extLst>
              </p:cNvPr>
              <p:cNvSpPr/>
              <p:nvPr/>
            </p:nvSpPr>
            <p:spPr bwMode="auto">
              <a:xfrm>
                <a:off x="5075238" y="3586163"/>
                <a:ext cx="15875" cy="46038"/>
              </a:xfrm>
              <a:custGeom>
                <a:avLst/>
                <a:gdLst>
                  <a:gd name="T0" fmla="*/ 0 w 10"/>
                  <a:gd name="T1" fmla="*/ 6 h 29"/>
                  <a:gd name="T2" fmla="*/ 8 w 10"/>
                  <a:gd name="T3" fmla="*/ 0 h 29"/>
                  <a:gd name="T4" fmla="*/ 10 w 10"/>
                  <a:gd name="T5" fmla="*/ 2 h 29"/>
                  <a:gd name="T6" fmla="*/ 10 w 10"/>
                  <a:gd name="T7" fmla="*/ 29 h 29"/>
                  <a:gd name="T8" fmla="*/ 6 w 10"/>
                  <a:gd name="T9" fmla="*/ 29 h 29"/>
                  <a:gd name="T10" fmla="*/ 6 w 10"/>
                  <a:gd name="T11" fmla="*/ 6 h 29"/>
                  <a:gd name="T12" fmla="*/ 2 w 10"/>
                  <a:gd name="T13" fmla="*/ 8 h 29"/>
                  <a:gd name="T14" fmla="*/ 0 w 10"/>
                  <a:gd name="T15" fmla="*/ 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29">
                    <a:moveTo>
                      <a:pt x="0" y="6"/>
                    </a:moveTo>
                    <a:lnTo>
                      <a:pt x="8" y="0"/>
                    </a:lnTo>
                    <a:lnTo>
                      <a:pt x="10" y="2"/>
                    </a:lnTo>
                    <a:lnTo>
                      <a:pt x="10" y="29"/>
                    </a:lnTo>
                    <a:lnTo>
                      <a:pt x="6" y="29"/>
                    </a:lnTo>
                    <a:lnTo>
                      <a:pt x="6" y="6"/>
                    </a:lnTo>
                    <a:lnTo>
                      <a:pt x="2" y="8"/>
                    </a:lnTo>
                    <a:lnTo>
                      <a:pt x="0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6" name="iṣ1íḓê">
                <a:extLst>
                  <a:ext uri="{FF2B5EF4-FFF2-40B4-BE49-F238E27FC236}">
                    <a16:creationId xmlns:a16="http://schemas.microsoft.com/office/drawing/2014/main" id="{71C87D3F-62F8-4690-9F40-C572EC2C9058}"/>
                  </a:ext>
                </a:extLst>
              </p:cNvPr>
              <p:cNvSpPr/>
              <p:nvPr/>
            </p:nvSpPr>
            <p:spPr bwMode="auto">
              <a:xfrm>
                <a:off x="5210175" y="3586163"/>
                <a:ext cx="15875" cy="46038"/>
              </a:xfrm>
              <a:custGeom>
                <a:avLst/>
                <a:gdLst>
                  <a:gd name="T0" fmla="*/ 6 w 10"/>
                  <a:gd name="T1" fmla="*/ 6 h 29"/>
                  <a:gd name="T2" fmla="*/ 2 w 10"/>
                  <a:gd name="T3" fmla="*/ 8 h 29"/>
                  <a:gd name="T4" fmla="*/ 0 w 10"/>
                  <a:gd name="T5" fmla="*/ 6 h 29"/>
                  <a:gd name="T6" fmla="*/ 6 w 10"/>
                  <a:gd name="T7" fmla="*/ 0 h 29"/>
                  <a:gd name="T8" fmla="*/ 10 w 10"/>
                  <a:gd name="T9" fmla="*/ 2 h 29"/>
                  <a:gd name="T10" fmla="*/ 10 w 10"/>
                  <a:gd name="T11" fmla="*/ 29 h 29"/>
                  <a:gd name="T12" fmla="*/ 6 w 10"/>
                  <a:gd name="T13" fmla="*/ 29 h 29"/>
                  <a:gd name="T14" fmla="*/ 6 w 10"/>
                  <a:gd name="T15" fmla="*/ 6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" h="29">
                    <a:moveTo>
                      <a:pt x="6" y="6"/>
                    </a:moveTo>
                    <a:lnTo>
                      <a:pt x="2" y="8"/>
                    </a:lnTo>
                    <a:lnTo>
                      <a:pt x="0" y="6"/>
                    </a:lnTo>
                    <a:lnTo>
                      <a:pt x="6" y="0"/>
                    </a:lnTo>
                    <a:lnTo>
                      <a:pt x="10" y="2"/>
                    </a:lnTo>
                    <a:lnTo>
                      <a:pt x="10" y="29"/>
                    </a:lnTo>
                    <a:lnTo>
                      <a:pt x="6" y="29"/>
                    </a:lnTo>
                    <a:lnTo>
                      <a:pt x="6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7" name="iŝliḍe">
                <a:extLst>
                  <a:ext uri="{FF2B5EF4-FFF2-40B4-BE49-F238E27FC236}">
                    <a16:creationId xmlns:a16="http://schemas.microsoft.com/office/drawing/2014/main" id="{260A95E9-BAD7-4060-BF76-FE7241DDAB8B}"/>
                  </a:ext>
                </a:extLst>
              </p:cNvPr>
              <p:cNvSpPr/>
              <p:nvPr/>
            </p:nvSpPr>
            <p:spPr bwMode="auto">
              <a:xfrm>
                <a:off x="5114925" y="3586163"/>
                <a:ext cx="25400" cy="46038"/>
              </a:xfrm>
              <a:custGeom>
                <a:avLst/>
                <a:gdLst>
                  <a:gd name="T0" fmla="*/ 4 w 8"/>
                  <a:gd name="T1" fmla="*/ 2 h 14"/>
                  <a:gd name="T2" fmla="*/ 3 w 8"/>
                  <a:gd name="T3" fmla="*/ 2 h 14"/>
                  <a:gd name="T4" fmla="*/ 3 w 8"/>
                  <a:gd name="T5" fmla="*/ 3 h 14"/>
                  <a:gd name="T6" fmla="*/ 2 w 8"/>
                  <a:gd name="T7" fmla="*/ 3 h 14"/>
                  <a:gd name="T8" fmla="*/ 2 w 8"/>
                  <a:gd name="T9" fmla="*/ 5 h 14"/>
                  <a:gd name="T10" fmla="*/ 2 w 8"/>
                  <a:gd name="T11" fmla="*/ 6 h 14"/>
                  <a:gd name="T12" fmla="*/ 3 w 8"/>
                  <a:gd name="T13" fmla="*/ 7 h 14"/>
                  <a:gd name="T14" fmla="*/ 4 w 8"/>
                  <a:gd name="T15" fmla="*/ 7 h 14"/>
                  <a:gd name="T16" fmla="*/ 5 w 8"/>
                  <a:gd name="T17" fmla="*/ 7 h 14"/>
                  <a:gd name="T18" fmla="*/ 6 w 8"/>
                  <a:gd name="T19" fmla="*/ 7 h 14"/>
                  <a:gd name="T20" fmla="*/ 7 w 8"/>
                  <a:gd name="T21" fmla="*/ 6 h 14"/>
                  <a:gd name="T22" fmla="*/ 7 w 8"/>
                  <a:gd name="T23" fmla="*/ 4 h 14"/>
                  <a:gd name="T24" fmla="*/ 6 w 8"/>
                  <a:gd name="T25" fmla="*/ 3 h 14"/>
                  <a:gd name="T26" fmla="*/ 6 w 8"/>
                  <a:gd name="T27" fmla="*/ 2 h 14"/>
                  <a:gd name="T28" fmla="*/ 4 w 8"/>
                  <a:gd name="T29" fmla="*/ 2 h 14"/>
                  <a:gd name="T30" fmla="*/ 4 w 8"/>
                  <a:gd name="T31" fmla="*/ 9 h 14"/>
                  <a:gd name="T32" fmla="*/ 2 w 8"/>
                  <a:gd name="T33" fmla="*/ 9 h 14"/>
                  <a:gd name="T34" fmla="*/ 1 w 8"/>
                  <a:gd name="T35" fmla="*/ 8 h 14"/>
                  <a:gd name="T36" fmla="*/ 0 w 8"/>
                  <a:gd name="T37" fmla="*/ 7 h 14"/>
                  <a:gd name="T38" fmla="*/ 0 w 8"/>
                  <a:gd name="T39" fmla="*/ 5 h 14"/>
                  <a:gd name="T40" fmla="*/ 0 w 8"/>
                  <a:gd name="T41" fmla="*/ 3 h 14"/>
                  <a:gd name="T42" fmla="*/ 1 w 8"/>
                  <a:gd name="T43" fmla="*/ 2 h 14"/>
                  <a:gd name="T44" fmla="*/ 1 w 8"/>
                  <a:gd name="T45" fmla="*/ 1 h 14"/>
                  <a:gd name="T46" fmla="*/ 3 w 8"/>
                  <a:gd name="T47" fmla="*/ 0 h 14"/>
                  <a:gd name="T48" fmla="*/ 4 w 8"/>
                  <a:gd name="T49" fmla="*/ 0 h 14"/>
                  <a:gd name="T50" fmla="*/ 6 w 8"/>
                  <a:gd name="T51" fmla="*/ 0 h 14"/>
                  <a:gd name="T52" fmla="*/ 8 w 8"/>
                  <a:gd name="T53" fmla="*/ 2 h 14"/>
                  <a:gd name="T54" fmla="*/ 8 w 8"/>
                  <a:gd name="T55" fmla="*/ 3 h 14"/>
                  <a:gd name="T56" fmla="*/ 8 w 8"/>
                  <a:gd name="T57" fmla="*/ 5 h 14"/>
                  <a:gd name="T58" fmla="*/ 8 w 8"/>
                  <a:gd name="T59" fmla="*/ 9 h 14"/>
                  <a:gd name="T60" fmla="*/ 8 w 8"/>
                  <a:gd name="T61" fmla="*/ 11 h 14"/>
                  <a:gd name="T62" fmla="*/ 8 w 8"/>
                  <a:gd name="T63" fmla="*/ 12 h 14"/>
                  <a:gd name="T64" fmla="*/ 8 w 8"/>
                  <a:gd name="T65" fmla="*/ 13 h 14"/>
                  <a:gd name="T66" fmla="*/ 7 w 8"/>
                  <a:gd name="T67" fmla="*/ 14 h 14"/>
                  <a:gd name="T68" fmla="*/ 6 w 8"/>
                  <a:gd name="T69" fmla="*/ 14 h 14"/>
                  <a:gd name="T70" fmla="*/ 4 w 8"/>
                  <a:gd name="T71" fmla="*/ 14 h 14"/>
                  <a:gd name="T72" fmla="*/ 3 w 8"/>
                  <a:gd name="T73" fmla="*/ 14 h 14"/>
                  <a:gd name="T74" fmla="*/ 2 w 8"/>
                  <a:gd name="T75" fmla="*/ 14 h 14"/>
                  <a:gd name="T76" fmla="*/ 1 w 8"/>
                  <a:gd name="T77" fmla="*/ 13 h 14"/>
                  <a:gd name="T78" fmla="*/ 0 w 8"/>
                  <a:gd name="T79" fmla="*/ 12 h 14"/>
                  <a:gd name="T80" fmla="*/ 0 w 8"/>
                  <a:gd name="T81" fmla="*/ 11 h 14"/>
                  <a:gd name="T82" fmla="*/ 2 w 8"/>
                  <a:gd name="T83" fmla="*/ 11 h 14"/>
                  <a:gd name="T84" fmla="*/ 2 w 8"/>
                  <a:gd name="T85" fmla="*/ 11 h 14"/>
                  <a:gd name="T86" fmla="*/ 3 w 8"/>
                  <a:gd name="T87" fmla="*/ 12 h 14"/>
                  <a:gd name="T88" fmla="*/ 4 w 8"/>
                  <a:gd name="T89" fmla="*/ 12 h 14"/>
                  <a:gd name="T90" fmla="*/ 5 w 8"/>
                  <a:gd name="T91" fmla="*/ 12 h 14"/>
                  <a:gd name="T92" fmla="*/ 6 w 8"/>
                  <a:gd name="T93" fmla="*/ 12 h 14"/>
                  <a:gd name="T94" fmla="*/ 6 w 8"/>
                  <a:gd name="T95" fmla="*/ 11 h 14"/>
                  <a:gd name="T96" fmla="*/ 7 w 8"/>
                  <a:gd name="T97" fmla="*/ 10 h 14"/>
                  <a:gd name="T98" fmla="*/ 7 w 8"/>
                  <a:gd name="T99" fmla="*/ 9 h 14"/>
                  <a:gd name="T100" fmla="*/ 7 w 8"/>
                  <a:gd name="T101" fmla="*/ 8 h 14"/>
                  <a:gd name="T102" fmla="*/ 6 w 8"/>
                  <a:gd name="T103" fmla="*/ 9 h 14"/>
                  <a:gd name="T104" fmla="*/ 5 w 8"/>
                  <a:gd name="T105" fmla="*/ 9 h 14"/>
                  <a:gd name="T106" fmla="*/ 4 w 8"/>
                  <a:gd name="T107" fmla="*/ 9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8" h="14">
                    <a:moveTo>
                      <a:pt x="4" y="2"/>
                    </a:moveTo>
                    <a:cubicBezTo>
                      <a:pt x="4" y="2"/>
                      <a:pt x="4" y="2"/>
                      <a:pt x="3" y="2"/>
                    </a:cubicBezTo>
                    <a:cubicBezTo>
                      <a:pt x="3" y="2"/>
                      <a:pt x="3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2" y="4"/>
                      <a:pt x="2" y="4"/>
                      <a:pt x="2" y="5"/>
                    </a:cubicBezTo>
                    <a:cubicBezTo>
                      <a:pt x="2" y="5"/>
                      <a:pt x="2" y="6"/>
                      <a:pt x="2" y="6"/>
                    </a:cubicBezTo>
                    <a:cubicBezTo>
                      <a:pt x="2" y="6"/>
                      <a:pt x="2" y="6"/>
                      <a:pt x="3" y="7"/>
                    </a:cubicBezTo>
                    <a:cubicBezTo>
                      <a:pt x="3" y="7"/>
                      <a:pt x="3" y="7"/>
                      <a:pt x="4" y="7"/>
                    </a:cubicBezTo>
                    <a:cubicBezTo>
                      <a:pt x="4" y="7"/>
                      <a:pt x="4" y="7"/>
                      <a:pt x="5" y="7"/>
                    </a:cubicBezTo>
                    <a:cubicBezTo>
                      <a:pt x="5" y="7"/>
                      <a:pt x="6" y="7"/>
                      <a:pt x="6" y="7"/>
                    </a:cubicBezTo>
                    <a:cubicBezTo>
                      <a:pt x="6" y="6"/>
                      <a:pt x="6" y="6"/>
                      <a:pt x="7" y="6"/>
                    </a:cubicBezTo>
                    <a:cubicBezTo>
                      <a:pt x="7" y="5"/>
                      <a:pt x="7" y="5"/>
                      <a:pt x="7" y="4"/>
                    </a:cubicBezTo>
                    <a:cubicBezTo>
                      <a:pt x="7" y="4"/>
                      <a:pt x="7" y="3"/>
                      <a:pt x="6" y="3"/>
                    </a:cubicBezTo>
                    <a:cubicBezTo>
                      <a:pt x="6" y="3"/>
                      <a:pt x="6" y="3"/>
                      <a:pt x="6" y="2"/>
                    </a:cubicBezTo>
                    <a:cubicBezTo>
                      <a:pt x="5" y="2"/>
                      <a:pt x="5" y="2"/>
                      <a:pt x="4" y="2"/>
                    </a:cubicBezTo>
                    <a:close/>
                    <a:moveTo>
                      <a:pt x="4" y="9"/>
                    </a:moveTo>
                    <a:cubicBezTo>
                      <a:pt x="4" y="9"/>
                      <a:pt x="3" y="9"/>
                      <a:pt x="2" y="9"/>
                    </a:cubicBezTo>
                    <a:cubicBezTo>
                      <a:pt x="2" y="8"/>
                      <a:pt x="1" y="8"/>
                      <a:pt x="1" y="8"/>
                    </a:cubicBezTo>
                    <a:cubicBezTo>
                      <a:pt x="1" y="7"/>
                      <a:pt x="1" y="7"/>
                      <a:pt x="0" y="7"/>
                    </a:cubicBezTo>
                    <a:cubicBezTo>
                      <a:pt x="0" y="6"/>
                      <a:pt x="0" y="6"/>
                      <a:pt x="0" y="5"/>
                    </a:cubicBezTo>
                    <a:cubicBezTo>
                      <a:pt x="0" y="4"/>
                      <a:pt x="0" y="4"/>
                      <a:pt x="0" y="3"/>
                    </a:cubicBezTo>
                    <a:cubicBezTo>
                      <a:pt x="0" y="3"/>
                      <a:pt x="0" y="3"/>
                      <a:pt x="1" y="2"/>
                    </a:cubicBezTo>
                    <a:cubicBezTo>
                      <a:pt x="1" y="2"/>
                      <a:pt x="1" y="1"/>
                      <a:pt x="1" y="1"/>
                    </a:cubicBezTo>
                    <a:cubicBezTo>
                      <a:pt x="2" y="1"/>
                      <a:pt x="2" y="0"/>
                      <a:pt x="3" y="0"/>
                    </a:cubicBezTo>
                    <a:cubicBezTo>
                      <a:pt x="3" y="0"/>
                      <a:pt x="4" y="0"/>
                      <a:pt x="4" y="0"/>
                    </a:cubicBezTo>
                    <a:cubicBezTo>
                      <a:pt x="5" y="0"/>
                      <a:pt x="6" y="0"/>
                      <a:pt x="6" y="0"/>
                    </a:cubicBezTo>
                    <a:cubicBezTo>
                      <a:pt x="7" y="1"/>
                      <a:pt x="7" y="1"/>
                      <a:pt x="8" y="2"/>
                    </a:cubicBezTo>
                    <a:cubicBezTo>
                      <a:pt x="8" y="2"/>
                      <a:pt x="8" y="3"/>
                      <a:pt x="8" y="3"/>
                    </a:cubicBezTo>
                    <a:cubicBezTo>
                      <a:pt x="8" y="4"/>
                      <a:pt x="8" y="4"/>
                      <a:pt x="8" y="5"/>
                    </a:cubicBezTo>
                    <a:cubicBezTo>
                      <a:pt x="8" y="9"/>
                      <a:pt x="8" y="9"/>
                      <a:pt x="8" y="9"/>
                    </a:cubicBezTo>
                    <a:cubicBezTo>
                      <a:pt x="8" y="10"/>
                      <a:pt x="8" y="10"/>
                      <a:pt x="8" y="11"/>
                    </a:cubicBezTo>
                    <a:cubicBezTo>
                      <a:pt x="8" y="11"/>
                      <a:pt x="8" y="11"/>
                      <a:pt x="8" y="12"/>
                    </a:cubicBezTo>
                    <a:cubicBezTo>
                      <a:pt x="8" y="12"/>
                      <a:pt x="8" y="13"/>
                      <a:pt x="8" y="13"/>
                    </a:cubicBezTo>
                    <a:cubicBezTo>
                      <a:pt x="7" y="13"/>
                      <a:pt x="7" y="13"/>
                      <a:pt x="7" y="14"/>
                    </a:cubicBezTo>
                    <a:cubicBezTo>
                      <a:pt x="7" y="14"/>
                      <a:pt x="6" y="14"/>
                      <a:pt x="6" y="14"/>
                    </a:cubicBezTo>
                    <a:cubicBezTo>
                      <a:pt x="5" y="14"/>
                      <a:pt x="5" y="14"/>
                      <a:pt x="4" y="14"/>
                    </a:cubicBezTo>
                    <a:cubicBezTo>
                      <a:pt x="4" y="14"/>
                      <a:pt x="3" y="14"/>
                      <a:pt x="3" y="14"/>
                    </a:cubicBezTo>
                    <a:cubicBezTo>
                      <a:pt x="2" y="14"/>
                      <a:pt x="2" y="14"/>
                      <a:pt x="2" y="14"/>
                    </a:cubicBezTo>
                    <a:cubicBezTo>
                      <a:pt x="1" y="13"/>
                      <a:pt x="1" y="13"/>
                      <a:pt x="1" y="13"/>
                    </a:cubicBezTo>
                    <a:cubicBezTo>
                      <a:pt x="0" y="12"/>
                      <a:pt x="0" y="12"/>
                      <a:pt x="0" y="12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1"/>
                      <a:pt x="2" y="11"/>
                      <a:pt x="2" y="11"/>
                    </a:cubicBezTo>
                    <a:cubicBezTo>
                      <a:pt x="2" y="12"/>
                      <a:pt x="2" y="12"/>
                      <a:pt x="3" y="12"/>
                    </a:cubicBezTo>
                    <a:cubicBezTo>
                      <a:pt x="3" y="12"/>
                      <a:pt x="3" y="12"/>
                      <a:pt x="4" y="12"/>
                    </a:cubicBezTo>
                    <a:cubicBezTo>
                      <a:pt x="4" y="12"/>
                      <a:pt x="4" y="12"/>
                      <a:pt x="5" y="12"/>
                    </a:cubicBezTo>
                    <a:cubicBezTo>
                      <a:pt x="5" y="12"/>
                      <a:pt x="5" y="12"/>
                      <a:pt x="6" y="12"/>
                    </a:cubicBezTo>
                    <a:cubicBezTo>
                      <a:pt x="6" y="12"/>
                      <a:pt x="6" y="12"/>
                      <a:pt x="6" y="11"/>
                    </a:cubicBezTo>
                    <a:cubicBezTo>
                      <a:pt x="6" y="11"/>
                      <a:pt x="7" y="11"/>
                      <a:pt x="7" y="10"/>
                    </a:cubicBezTo>
                    <a:cubicBezTo>
                      <a:pt x="7" y="10"/>
                      <a:pt x="7" y="10"/>
                      <a:pt x="7" y="9"/>
                    </a:cubicBezTo>
                    <a:cubicBezTo>
                      <a:pt x="7" y="8"/>
                      <a:pt x="7" y="8"/>
                      <a:pt x="7" y="8"/>
                    </a:cubicBezTo>
                    <a:cubicBezTo>
                      <a:pt x="7" y="9"/>
                      <a:pt x="6" y="9"/>
                      <a:pt x="6" y="9"/>
                    </a:cubicBezTo>
                    <a:cubicBezTo>
                      <a:pt x="6" y="9"/>
                      <a:pt x="6" y="9"/>
                      <a:pt x="5" y="9"/>
                    </a:cubicBezTo>
                    <a:cubicBezTo>
                      <a:pt x="5" y="9"/>
                      <a:pt x="5" y="9"/>
                      <a:pt x="4" y="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78" name="iSḷidé">
                <a:extLst>
                  <a:ext uri="{FF2B5EF4-FFF2-40B4-BE49-F238E27FC236}">
                    <a16:creationId xmlns:a16="http://schemas.microsoft.com/office/drawing/2014/main" id="{47D9352D-F8E6-489A-ADC1-2D1AB05280B5}"/>
                  </a:ext>
                </a:extLst>
              </p:cNvPr>
              <p:cNvSpPr/>
              <p:nvPr/>
            </p:nvSpPr>
            <p:spPr bwMode="auto">
              <a:xfrm>
                <a:off x="5164138" y="3586163"/>
                <a:ext cx="30163" cy="46038"/>
              </a:xfrm>
              <a:custGeom>
                <a:avLst/>
                <a:gdLst>
                  <a:gd name="T0" fmla="*/ 1 w 9"/>
                  <a:gd name="T1" fmla="*/ 13 h 14"/>
                  <a:gd name="T2" fmla="*/ 0 w 9"/>
                  <a:gd name="T3" fmla="*/ 12 h 14"/>
                  <a:gd name="T4" fmla="*/ 0 w 9"/>
                  <a:gd name="T5" fmla="*/ 10 h 14"/>
                  <a:gd name="T6" fmla="*/ 0 w 9"/>
                  <a:gd name="T7" fmla="*/ 8 h 14"/>
                  <a:gd name="T8" fmla="*/ 0 w 9"/>
                  <a:gd name="T9" fmla="*/ 6 h 14"/>
                  <a:gd name="T10" fmla="*/ 0 w 9"/>
                  <a:gd name="T11" fmla="*/ 4 h 14"/>
                  <a:gd name="T12" fmla="*/ 0 w 9"/>
                  <a:gd name="T13" fmla="*/ 3 h 14"/>
                  <a:gd name="T14" fmla="*/ 1 w 9"/>
                  <a:gd name="T15" fmla="*/ 1 h 14"/>
                  <a:gd name="T16" fmla="*/ 2 w 9"/>
                  <a:gd name="T17" fmla="*/ 0 h 14"/>
                  <a:gd name="T18" fmla="*/ 4 w 9"/>
                  <a:gd name="T19" fmla="*/ 0 h 14"/>
                  <a:gd name="T20" fmla="*/ 6 w 9"/>
                  <a:gd name="T21" fmla="*/ 0 h 14"/>
                  <a:gd name="T22" fmla="*/ 7 w 9"/>
                  <a:gd name="T23" fmla="*/ 1 h 14"/>
                  <a:gd name="T24" fmla="*/ 8 w 9"/>
                  <a:gd name="T25" fmla="*/ 2 h 14"/>
                  <a:gd name="T26" fmla="*/ 9 w 9"/>
                  <a:gd name="T27" fmla="*/ 4 h 14"/>
                  <a:gd name="T28" fmla="*/ 9 w 9"/>
                  <a:gd name="T29" fmla="*/ 6 h 14"/>
                  <a:gd name="T30" fmla="*/ 9 w 9"/>
                  <a:gd name="T31" fmla="*/ 8 h 14"/>
                  <a:gd name="T32" fmla="*/ 9 w 9"/>
                  <a:gd name="T33" fmla="*/ 9 h 14"/>
                  <a:gd name="T34" fmla="*/ 9 w 9"/>
                  <a:gd name="T35" fmla="*/ 11 h 14"/>
                  <a:gd name="T36" fmla="*/ 8 w 9"/>
                  <a:gd name="T37" fmla="*/ 12 h 14"/>
                  <a:gd name="T38" fmla="*/ 7 w 9"/>
                  <a:gd name="T39" fmla="*/ 13 h 14"/>
                  <a:gd name="T40" fmla="*/ 6 w 9"/>
                  <a:gd name="T41" fmla="*/ 14 h 14"/>
                  <a:gd name="T42" fmla="*/ 4 w 9"/>
                  <a:gd name="T43" fmla="*/ 14 h 14"/>
                  <a:gd name="T44" fmla="*/ 3 w 9"/>
                  <a:gd name="T45" fmla="*/ 14 h 14"/>
                  <a:gd name="T46" fmla="*/ 1 w 9"/>
                  <a:gd name="T47" fmla="*/ 13 h 14"/>
                  <a:gd name="T48" fmla="*/ 7 w 9"/>
                  <a:gd name="T49" fmla="*/ 7 h 14"/>
                  <a:gd name="T50" fmla="*/ 7 w 9"/>
                  <a:gd name="T51" fmla="*/ 5 h 14"/>
                  <a:gd name="T52" fmla="*/ 6 w 9"/>
                  <a:gd name="T53" fmla="*/ 3 h 14"/>
                  <a:gd name="T54" fmla="*/ 5 w 9"/>
                  <a:gd name="T55" fmla="*/ 2 h 14"/>
                  <a:gd name="T56" fmla="*/ 4 w 9"/>
                  <a:gd name="T57" fmla="*/ 2 h 14"/>
                  <a:gd name="T58" fmla="*/ 3 w 9"/>
                  <a:gd name="T59" fmla="*/ 2 h 14"/>
                  <a:gd name="T60" fmla="*/ 2 w 9"/>
                  <a:gd name="T61" fmla="*/ 3 h 14"/>
                  <a:gd name="T62" fmla="*/ 2 w 9"/>
                  <a:gd name="T63" fmla="*/ 5 h 14"/>
                  <a:gd name="T64" fmla="*/ 1 w 9"/>
                  <a:gd name="T65" fmla="*/ 6 h 14"/>
                  <a:gd name="T66" fmla="*/ 1 w 9"/>
                  <a:gd name="T67" fmla="*/ 7 h 14"/>
                  <a:gd name="T68" fmla="*/ 2 w 9"/>
                  <a:gd name="T69" fmla="*/ 10 h 14"/>
                  <a:gd name="T70" fmla="*/ 2 w 9"/>
                  <a:gd name="T71" fmla="*/ 11 h 14"/>
                  <a:gd name="T72" fmla="*/ 3 w 9"/>
                  <a:gd name="T73" fmla="*/ 12 h 14"/>
                  <a:gd name="T74" fmla="*/ 4 w 9"/>
                  <a:gd name="T75" fmla="*/ 12 h 14"/>
                  <a:gd name="T76" fmla="*/ 5 w 9"/>
                  <a:gd name="T77" fmla="*/ 12 h 14"/>
                  <a:gd name="T78" fmla="*/ 6 w 9"/>
                  <a:gd name="T79" fmla="*/ 11 h 14"/>
                  <a:gd name="T80" fmla="*/ 7 w 9"/>
                  <a:gd name="T81" fmla="*/ 10 h 14"/>
                  <a:gd name="T82" fmla="*/ 7 w 9"/>
                  <a:gd name="T83" fmla="*/ 8 h 14"/>
                  <a:gd name="T84" fmla="*/ 7 w 9"/>
                  <a:gd name="T85" fmla="*/ 7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9" h="14">
                    <a:moveTo>
                      <a:pt x="1" y="13"/>
                    </a:moveTo>
                    <a:cubicBezTo>
                      <a:pt x="1" y="13"/>
                      <a:pt x="1" y="12"/>
                      <a:pt x="0" y="12"/>
                    </a:cubicBezTo>
                    <a:cubicBezTo>
                      <a:pt x="0" y="11"/>
                      <a:pt x="0" y="11"/>
                      <a:pt x="0" y="10"/>
                    </a:cubicBezTo>
                    <a:cubicBezTo>
                      <a:pt x="0" y="9"/>
                      <a:pt x="0" y="9"/>
                      <a:pt x="0" y="8"/>
                    </a:cubicBezTo>
                    <a:cubicBezTo>
                      <a:pt x="0" y="7"/>
                      <a:pt x="0" y="6"/>
                      <a:pt x="0" y="6"/>
                    </a:cubicBezTo>
                    <a:cubicBezTo>
                      <a:pt x="0" y="6"/>
                      <a:pt x="0" y="5"/>
                      <a:pt x="0" y="4"/>
                    </a:cubicBezTo>
                    <a:cubicBezTo>
                      <a:pt x="0" y="4"/>
                      <a:pt x="0" y="3"/>
                      <a:pt x="0" y="3"/>
                    </a:cubicBezTo>
                    <a:cubicBezTo>
                      <a:pt x="1" y="2"/>
                      <a:pt x="1" y="2"/>
                      <a:pt x="1" y="1"/>
                    </a:cubicBezTo>
                    <a:cubicBezTo>
                      <a:pt x="1" y="1"/>
                      <a:pt x="2" y="1"/>
                      <a:pt x="2" y="0"/>
                    </a:cubicBezTo>
                    <a:cubicBezTo>
                      <a:pt x="3" y="0"/>
                      <a:pt x="4" y="0"/>
                      <a:pt x="4" y="0"/>
                    </a:cubicBezTo>
                    <a:cubicBezTo>
                      <a:pt x="5" y="0"/>
                      <a:pt x="5" y="0"/>
                      <a:pt x="6" y="0"/>
                    </a:cubicBezTo>
                    <a:cubicBezTo>
                      <a:pt x="6" y="0"/>
                      <a:pt x="7" y="1"/>
                      <a:pt x="7" y="1"/>
                    </a:cubicBezTo>
                    <a:cubicBezTo>
                      <a:pt x="7" y="1"/>
                      <a:pt x="8" y="2"/>
                      <a:pt x="8" y="2"/>
                    </a:cubicBezTo>
                    <a:cubicBezTo>
                      <a:pt x="8" y="3"/>
                      <a:pt x="9" y="3"/>
                      <a:pt x="9" y="4"/>
                    </a:cubicBezTo>
                    <a:cubicBezTo>
                      <a:pt x="9" y="5"/>
                      <a:pt x="9" y="5"/>
                      <a:pt x="9" y="6"/>
                    </a:cubicBezTo>
                    <a:cubicBezTo>
                      <a:pt x="9" y="6"/>
                      <a:pt x="9" y="7"/>
                      <a:pt x="9" y="8"/>
                    </a:cubicBezTo>
                    <a:cubicBezTo>
                      <a:pt x="9" y="8"/>
                      <a:pt x="9" y="9"/>
                      <a:pt x="9" y="9"/>
                    </a:cubicBezTo>
                    <a:cubicBezTo>
                      <a:pt x="9" y="10"/>
                      <a:pt x="9" y="10"/>
                      <a:pt x="9" y="11"/>
                    </a:cubicBezTo>
                    <a:cubicBezTo>
                      <a:pt x="8" y="11"/>
                      <a:pt x="8" y="12"/>
                      <a:pt x="8" y="12"/>
                    </a:cubicBezTo>
                    <a:cubicBezTo>
                      <a:pt x="8" y="13"/>
                      <a:pt x="7" y="13"/>
                      <a:pt x="7" y="13"/>
                    </a:cubicBezTo>
                    <a:cubicBezTo>
                      <a:pt x="7" y="14"/>
                      <a:pt x="6" y="14"/>
                      <a:pt x="6" y="14"/>
                    </a:cubicBezTo>
                    <a:cubicBezTo>
                      <a:pt x="5" y="14"/>
                      <a:pt x="5" y="14"/>
                      <a:pt x="4" y="14"/>
                    </a:cubicBezTo>
                    <a:cubicBezTo>
                      <a:pt x="4" y="14"/>
                      <a:pt x="3" y="14"/>
                      <a:pt x="3" y="14"/>
                    </a:cubicBezTo>
                    <a:cubicBezTo>
                      <a:pt x="2" y="14"/>
                      <a:pt x="1" y="13"/>
                      <a:pt x="1" y="13"/>
                    </a:cubicBezTo>
                    <a:close/>
                    <a:moveTo>
                      <a:pt x="7" y="7"/>
                    </a:moveTo>
                    <a:cubicBezTo>
                      <a:pt x="7" y="6"/>
                      <a:pt x="7" y="5"/>
                      <a:pt x="7" y="5"/>
                    </a:cubicBezTo>
                    <a:cubicBezTo>
                      <a:pt x="7" y="4"/>
                      <a:pt x="7" y="4"/>
                      <a:pt x="6" y="3"/>
                    </a:cubicBezTo>
                    <a:cubicBezTo>
                      <a:pt x="6" y="3"/>
                      <a:pt x="6" y="3"/>
                      <a:pt x="5" y="2"/>
                    </a:cubicBezTo>
                    <a:cubicBezTo>
                      <a:pt x="5" y="2"/>
                      <a:pt x="5" y="2"/>
                      <a:pt x="4" y="2"/>
                    </a:cubicBezTo>
                    <a:cubicBezTo>
                      <a:pt x="4" y="2"/>
                      <a:pt x="3" y="2"/>
                      <a:pt x="3" y="2"/>
                    </a:cubicBezTo>
                    <a:cubicBezTo>
                      <a:pt x="3" y="3"/>
                      <a:pt x="2" y="3"/>
                      <a:pt x="2" y="3"/>
                    </a:cubicBezTo>
                    <a:cubicBezTo>
                      <a:pt x="2" y="4"/>
                      <a:pt x="2" y="4"/>
                      <a:pt x="2" y="5"/>
                    </a:cubicBezTo>
                    <a:cubicBezTo>
                      <a:pt x="2" y="5"/>
                      <a:pt x="1" y="6"/>
                      <a:pt x="1" y="6"/>
                    </a:cubicBezTo>
                    <a:cubicBezTo>
                      <a:pt x="1" y="6"/>
                      <a:pt x="1" y="7"/>
                      <a:pt x="1" y="7"/>
                    </a:cubicBezTo>
                    <a:cubicBezTo>
                      <a:pt x="1" y="8"/>
                      <a:pt x="1" y="9"/>
                      <a:pt x="2" y="10"/>
                    </a:cubicBezTo>
                    <a:cubicBezTo>
                      <a:pt x="2" y="10"/>
                      <a:pt x="2" y="11"/>
                      <a:pt x="2" y="11"/>
                    </a:cubicBezTo>
                    <a:cubicBezTo>
                      <a:pt x="2" y="12"/>
                      <a:pt x="3" y="12"/>
                      <a:pt x="3" y="12"/>
                    </a:cubicBezTo>
                    <a:cubicBezTo>
                      <a:pt x="3" y="12"/>
                      <a:pt x="4" y="12"/>
                      <a:pt x="4" y="12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6" y="12"/>
                      <a:pt x="6" y="12"/>
                      <a:pt x="6" y="11"/>
                    </a:cubicBezTo>
                    <a:cubicBezTo>
                      <a:pt x="7" y="11"/>
                      <a:pt x="7" y="10"/>
                      <a:pt x="7" y="10"/>
                    </a:cubicBezTo>
                    <a:cubicBezTo>
                      <a:pt x="7" y="9"/>
                      <a:pt x="7" y="8"/>
                      <a:pt x="7" y="8"/>
                    </a:cubicBezTo>
                    <a:cubicBezTo>
                      <a:pt x="7" y="8"/>
                      <a:pt x="7" y="7"/>
                      <a:pt x="7" y="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7" name="íśľïďê">
              <a:extLst>
                <a:ext uri="{FF2B5EF4-FFF2-40B4-BE49-F238E27FC236}">
                  <a16:creationId xmlns:a16="http://schemas.microsoft.com/office/drawing/2014/main" id="{B1F506E4-E45F-412B-B2C2-FB6FFC8C7544}"/>
                </a:ext>
              </a:extLst>
            </p:cNvPr>
            <p:cNvGrpSpPr/>
            <p:nvPr/>
          </p:nvGrpSpPr>
          <p:grpSpPr>
            <a:xfrm>
              <a:off x="5156287" y="2481344"/>
              <a:ext cx="4169014" cy="1469307"/>
              <a:chOff x="5722938" y="3046413"/>
              <a:chExt cx="1662113" cy="585788"/>
            </a:xfrm>
            <a:grpFill/>
          </p:grpSpPr>
          <p:sp>
            <p:nvSpPr>
              <p:cNvPr id="38" name="îSľíḑè">
                <a:extLst>
                  <a:ext uri="{FF2B5EF4-FFF2-40B4-BE49-F238E27FC236}">
                    <a16:creationId xmlns:a16="http://schemas.microsoft.com/office/drawing/2014/main" id="{583F7C91-B73F-465E-954E-5564DF87A9D1}"/>
                  </a:ext>
                </a:extLst>
              </p:cNvPr>
              <p:cNvSpPr/>
              <p:nvPr/>
            </p:nvSpPr>
            <p:spPr bwMode="auto">
              <a:xfrm>
                <a:off x="7088188" y="3046413"/>
                <a:ext cx="296863" cy="561975"/>
              </a:xfrm>
              <a:custGeom>
                <a:avLst/>
                <a:gdLst>
                  <a:gd name="T0" fmla="*/ 19 w 90"/>
                  <a:gd name="T1" fmla="*/ 151 h 169"/>
                  <a:gd name="T2" fmla="*/ 55 w 90"/>
                  <a:gd name="T3" fmla="*/ 133 h 169"/>
                  <a:gd name="T4" fmla="*/ 43 w 90"/>
                  <a:gd name="T5" fmla="*/ 157 h 169"/>
                  <a:gd name="T6" fmla="*/ 19 w 90"/>
                  <a:gd name="T7" fmla="*/ 151 h 169"/>
                  <a:gd name="T8" fmla="*/ 2 w 90"/>
                  <a:gd name="T9" fmla="*/ 39 h 169"/>
                  <a:gd name="T10" fmla="*/ 3 w 90"/>
                  <a:gd name="T11" fmla="*/ 56 h 169"/>
                  <a:gd name="T12" fmla="*/ 34 w 90"/>
                  <a:gd name="T13" fmla="*/ 32 h 169"/>
                  <a:gd name="T14" fmla="*/ 38 w 90"/>
                  <a:gd name="T15" fmla="*/ 35 h 169"/>
                  <a:gd name="T16" fmla="*/ 47 w 90"/>
                  <a:gd name="T17" fmla="*/ 26 h 169"/>
                  <a:gd name="T18" fmla="*/ 58 w 90"/>
                  <a:gd name="T19" fmla="*/ 16 h 169"/>
                  <a:gd name="T20" fmla="*/ 9 w 90"/>
                  <a:gd name="T21" fmla="*/ 90 h 169"/>
                  <a:gd name="T22" fmla="*/ 9 w 90"/>
                  <a:gd name="T23" fmla="*/ 101 h 169"/>
                  <a:gd name="T24" fmla="*/ 31 w 90"/>
                  <a:gd name="T25" fmla="*/ 89 h 169"/>
                  <a:gd name="T26" fmla="*/ 26 w 90"/>
                  <a:gd name="T27" fmla="*/ 107 h 169"/>
                  <a:gd name="T28" fmla="*/ 30 w 90"/>
                  <a:gd name="T29" fmla="*/ 113 h 169"/>
                  <a:gd name="T30" fmla="*/ 53 w 90"/>
                  <a:gd name="T31" fmla="*/ 118 h 169"/>
                  <a:gd name="T32" fmla="*/ 2 w 90"/>
                  <a:gd name="T33" fmla="*/ 145 h 169"/>
                  <a:gd name="T34" fmla="*/ 48 w 90"/>
                  <a:gd name="T35" fmla="*/ 169 h 169"/>
                  <a:gd name="T36" fmla="*/ 64 w 90"/>
                  <a:gd name="T37" fmla="*/ 130 h 169"/>
                  <a:gd name="T38" fmla="*/ 82 w 90"/>
                  <a:gd name="T39" fmla="*/ 137 h 169"/>
                  <a:gd name="T40" fmla="*/ 90 w 90"/>
                  <a:gd name="T41" fmla="*/ 130 h 169"/>
                  <a:gd name="T42" fmla="*/ 62 w 90"/>
                  <a:gd name="T43" fmla="*/ 119 h 169"/>
                  <a:gd name="T44" fmla="*/ 45 w 90"/>
                  <a:gd name="T45" fmla="*/ 106 h 169"/>
                  <a:gd name="T46" fmla="*/ 47 w 90"/>
                  <a:gd name="T47" fmla="*/ 77 h 169"/>
                  <a:gd name="T48" fmla="*/ 25 w 90"/>
                  <a:gd name="T49" fmla="*/ 82 h 169"/>
                  <a:gd name="T50" fmla="*/ 71 w 90"/>
                  <a:gd name="T51" fmla="*/ 16 h 169"/>
                  <a:gd name="T52" fmla="*/ 59 w 90"/>
                  <a:gd name="T53" fmla="*/ 7 h 169"/>
                  <a:gd name="T54" fmla="*/ 41 w 90"/>
                  <a:gd name="T55" fmla="*/ 21 h 169"/>
                  <a:gd name="T56" fmla="*/ 30 w 90"/>
                  <a:gd name="T57" fmla="*/ 28 h 169"/>
                  <a:gd name="T58" fmla="*/ 17 w 90"/>
                  <a:gd name="T59" fmla="*/ 43 h 169"/>
                  <a:gd name="T60" fmla="*/ 2 w 90"/>
                  <a:gd name="T61" fmla="*/ 39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90" h="169">
                    <a:moveTo>
                      <a:pt x="19" y="151"/>
                    </a:moveTo>
                    <a:cubicBezTo>
                      <a:pt x="19" y="151"/>
                      <a:pt x="41" y="128"/>
                      <a:pt x="55" y="133"/>
                    </a:cubicBezTo>
                    <a:cubicBezTo>
                      <a:pt x="55" y="133"/>
                      <a:pt x="62" y="158"/>
                      <a:pt x="43" y="157"/>
                    </a:cubicBezTo>
                    <a:cubicBezTo>
                      <a:pt x="23" y="155"/>
                      <a:pt x="19" y="151"/>
                      <a:pt x="19" y="151"/>
                    </a:cubicBezTo>
                    <a:close/>
                    <a:moveTo>
                      <a:pt x="2" y="39"/>
                    </a:moveTo>
                    <a:cubicBezTo>
                      <a:pt x="0" y="46"/>
                      <a:pt x="3" y="56"/>
                      <a:pt x="3" y="56"/>
                    </a:cubicBezTo>
                    <a:cubicBezTo>
                      <a:pt x="6" y="75"/>
                      <a:pt x="34" y="32"/>
                      <a:pt x="34" y="32"/>
                    </a:cubicBezTo>
                    <a:cubicBezTo>
                      <a:pt x="35" y="35"/>
                      <a:pt x="38" y="35"/>
                      <a:pt x="38" y="35"/>
                    </a:cubicBezTo>
                    <a:cubicBezTo>
                      <a:pt x="52" y="37"/>
                      <a:pt x="47" y="26"/>
                      <a:pt x="47" y="26"/>
                    </a:cubicBezTo>
                    <a:cubicBezTo>
                      <a:pt x="49" y="21"/>
                      <a:pt x="58" y="16"/>
                      <a:pt x="58" y="16"/>
                    </a:cubicBezTo>
                    <a:cubicBezTo>
                      <a:pt x="44" y="53"/>
                      <a:pt x="9" y="90"/>
                      <a:pt x="9" y="90"/>
                    </a:cubicBezTo>
                    <a:cubicBezTo>
                      <a:pt x="9" y="101"/>
                      <a:pt x="9" y="101"/>
                      <a:pt x="9" y="101"/>
                    </a:cubicBezTo>
                    <a:cubicBezTo>
                      <a:pt x="12" y="114"/>
                      <a:pt x="31" y="89"/>
                      <a:pt x="31" y="89"/>
                    </a:cubicBezTo>
                    <a:cubicBezTo>
                      <a:pt x="26" y="107"/>
                      <a:pt x="26" y="107"/>
                      <a:pt x="26" y="107"/>
                    </a:cubicBezTo>
                    <a:cubicBezTo>
                      <a:pt x="24" y="115"/>
                      <a:pt x="30" y="113"/>
                      <a:pt x="30" y="113"/>
                    </a:cubicBezTo>
                    <a:cubicBezTo>
                      <a:pt x="53" y="112"/>
                      <a:pt x="53" y="118"/>
                      <a:pt x="53" y="118"/>
                    </a:cubicBezTo>
                    <a:cubicBezTo>
                      <a:pt x="12" y="121"/>
                      <a:pt x="2" y="145"/>
                      <a:pt x="2" y="145"/>
                    </a:cubicBezTo>
                    <a:cubicBezTo>
                      <a:pt x="6" y="156"/>
                      <a:pt x="25" y="161"/>
                      <a:pt x="48" y="169"/>
                    </a:cubicBezTo>
                    <a:cubicBezTo>
                      <a:pt x="71" y="168"/>
                      <a:pt x="64" y="130"/>
                      <a:pt x="64" y="130"/>
                    </a:cubicBezTo>
                    <a:cubicBezTo>
                      <a:pt x="79" y="129"/>
                      <a:pt x="82" y="137"/>
                      <a:pt x="82" y="137"/>
                    </a:cubicBezTo>
                    <a:cubicBezTo>
                      <a:pt x="90" y="130"/>
                      <a:pt x="90" y="130"/>
                      <a:pt x="90" y="130"/>
                    </a:cubicBezTo>
                    <a:cubicBezTo>
                      <a:pt x="79" y="115"/>
                      <a:pt x="62" y="119"/>
                      <a:pt x="62" y="119"/>
                    </a:cubicBezTo>
                    <a:cubicBezTo>
                      <a:pt x="60" y="107"/>
                      <a:pt x="45" y="106"/>
                      <a:pt x="45" y="106"/>
                    </a:cubicBezTo>
                    <a:cubicBezTo>
                      <a:pt x="35" y="105"/>
                      <a:pt x="44" y="92"/>
                      <a:pt x="47" y="77"/>
                    </a:cubicBezTo>
                    <a:cubicBezTo>
                      <a:pt x="47" y="64"/>
                      <a:pt x="25" y="82"/>
                      <a:pt x="25" y="82"/>
                    </a:cubicBezTo>
                    <a:cubicBezTo>
                      <a:pt x="43" y="66"/>
                      <a:pt x="66" y="31"/>
                      <a:pt x="71" y="16"/>
                    </a:cubicBezTo>
                    <a:cubicBezTo>
                      <a:pt x="75" y="0"/>
                      <a:pt x="59" y="7"/>
                      <a:pt x="59" y="7"/>
                    </a:cubicBezTo>
                    <a:cubicBezTo>
                      <a:pt x="59" y="7"/>
                      <a:pt x="42" y="20"/>
                      <a:pt x="41" y="21"/>
                    </a:cubicBezTo>
                    <a:cubicBezTo>
                      <a:pt x="32" y="21"/>
                      <a:pt x="30" y="28"/>
                      <a:pt x="30" y="28"/>
                    </a:cubicBezTo>
                    <a:cubicBezTo>
                      <a:pt x="17" y="43"/>
                      <a:pt x="17" y="43"/>
                      <a:pt x="17" y="43"/>
                    </a:cubicBezTo>
                    <a:cubicBezTo>
                      <a:pt x="7" y="54"/>
                      <a:pt x="2" y="39"/>
                      <a:pt x="2" y="3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9" name="îṥḻîďé">
                <a:extLst>
                  <a:ext uri="{FF2B5EF4-FFF2-40B4-BE49-F238E27FC236}">
                    <a16:creationId xmlns:a16="http://schemas.microsoft.com/office/drawing/2014/main" id="{034632B7-4F2C-48DB-BC75-4D325AECA7E7}"/>
                  </a:ext>
                </a:extLst>
              </p:cNvPr>
              <p:cNvSpPr/>
              <p:nvPr/>
            </p:nvSpPr>
            <p:spPr bwMode="auto">
              <a:xfrm>
                <a:off x="6802438" y="3471863"/>
                <a:ext cx="63500" cy="96838"/>
              </a:xfrm>
              <a:custGeom>
                <a:avLst/>
                <a:gdLst>
                  <a:gd name="T0" fmla="*/ 0 w 19"/>
                  <a:gd name="T1" fmla="*/ 0 h 29"/>
                  <a:gd name="T2" fmla="*/ 1 w 19"/>
                  <a:gd name="T3" fmla="*/ 29 h 29"/>
                  <a:gd name="T4" fmla="*/ 16 w 19"/>
                  <a:gd name="T5" fmla="*/ 13 h 29"/>
                  <a:gd name="T6" fmla="*/ 0 w 19"/>
                  <a:gd name="T7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29">
                    <a:moveTo>
                      <a:pt x="0" y="0"/>
                    </a:moveTo>
                    <a:cubicBezTo>
                      <a:pt x="0" y="0"/>
                      <a:pt x="9" y="19"/>
                      <a:pt x="1" y="29"/>
                    </a:cubicBezTo>
                    <a:cubicBezTo>
                      <a:pt x="1" y="29"/>
                      <a:pt x="13" y="27"/>
                      <a:pt x="16" y="13"/>
                    </a:cubicBezTo>
                    <a:cubicBezTo>
                      <a:pt x="19" y="0"/>
                      <a:pt x="4" y="0"/>
                      <a:pt x="0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iṣľíḍé">
                <a:extLst>
                  <a:ext uri="{FF2B5EF4-FFF2-40B4-BE49-F238E27FC236}">
                    <a16:creationId xmlns:a16="http://schemas.microsoft.com/office/drawing/2014/main" id="{77E427BA-9336-42BA-8F93-AFBE0BC83AD9}"/>
                  </a:ext>
                </a:extLst>
              </p:cNvPr>
              <p:cNvSpPr/>
              <p:nvPr/>
            </p:nvSpPr>
            <p:spPr bwMode="auto">
              <a:xfrm>
                <a:off x="6605588" y="3289301"/>
                <a:ext cx="223838" cy="309563"/>
              </a:xfrm>
              <a:custGeom>
                <a:avLst/>
                <a:gdLst>
                  <a:gd name="T0" fmla="*/ 26 w 68"/>
                  <a:gd name="T1" fmla="*/ 21 h 93"/>
                  <a:gd name="T2" fmla="*/ 30 w 68"/>
                  <a:gd name="T3" fmla="*/ 28 h 93"/>
                  <a:gd name="T4" fmla="*/ 42 w 68"/>
                  <a:gd name="T5" fmla="*/ 18 h 93"/>
                  <a:gd name="T6" fmla="*/ 37 w 68"/>
                  <a:gd name="T7" fmla="*/ 9 h 93"/>
                  <a:gd name="T8" fmla="*/ 46 w 68"/>
                  <a:gd name="T9" fmla="*/ 6 h 93"/>
                  <a:gd name="T10" fmla="*/ 53 w 68"/>
                  <a:gd name="T11" fmla="*/ 12 h 93"/>
                  <a:gd name="T12" fmla="*/ 62 w 68"/>
                  <a:gd name="T13" fmla="*/ 5 h 93"/>
                  <a:gd name="T14" fmla="*/ 68 w 68"/>
                  <a:gd name="T15" fmla="*/ 10 h 93"/>
                  <a:gd name="T16" fmla="*/ 53 w 68"/>
                  <a:gd name="T17" fmla="*/ 25 h 93"/>
                  <a:gd name="T18" fmla="*/ 27 w 68"/>
                  <a:gd name="T19" fmla="*/ 71 h 93"/>
                  <a:gd name="T20" fmla="*/ 0 w 68"/>
                  <a:gd name="T21" fmla="*/ 92 h 93"/>
                  <a:gd name="T22" fmla="*/ 0 w 68"/>
                  <a:gd name="T23" fmla="*/ 89 h 93"/>
                  <a:gd name="T24" fmla="*/ 31 w 68"/>
                  <a:gd name="T25" fmla="*/ 42 h 93"/>
                  <a:gd name="T26" fmla="*/ 21 w 68"/>
                  <a:gd name="T27" fmla="*/ 23 h 93"/>
                  <a:gd name="T28" fmla="*/ 26 w 68"/>
                  <a:gd name="T29" fmla="*/ 2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68" h="93">
                    <a:moveTo>
                      <a:pt x="26" y="21"/>
                    </a:moveTo>
                    <a:cubicBezTo>
                      <a:pt x="26" y="21"/>
                      <a:pt x="21" y="36"/>
                      <a:pt x="30" y="28"/>
                    </a:cubicBezTo>
                    <a:cubicBezTo>
                      <a:pt x="42" y="18"/>
                      <a:pt x="42" y="18"/>
                      <a:pt x="42" y="18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37" y="9"/>
                      <a:pt x="38" y="0"/>
                      <a:pt x="46" y="6"/>
                    </a:cubicBezTo>
                    <a:cubicBezTo>
                      <a:pt x="53" y="12"/>
                      <a:pt x="53" y="12"/>
                      <a:pt x="53" y="12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8" y="10"/>
                      <a:pt x="68" y="10"/>
                      <a:pt x="68" y="10"/>
                    </a:cubicBezTo>
                    <a:cubicBezTo>
                      <a:pt x="53" y="25"/>
                      <a:pt x="53" y="25"/>
                      <a:pt x="53" y="25"/>
                    </a:cubicBezTo>
                    <a:cubicBezTo>
                      <a:pt x="53" y="25"/>
                      <a:pt x="54" y="39"/>
                      <a:pt x="27" y="71"/>
                    </a:cubicBezTo>
                    <a:cubicBezTo>
                      <a:pt x="27" y="71"/>
                      <a:pt x="12" y="93"/>
                      <a:pt x="0" y="92"/>
                    </a:cubicBezTo>
                    <a:cubicBezTo>
                      <a:pt x="0" y="89"/>
                      <a:pt x="0" y="89"/>
                      <a:pt x="0" y="89"/>
                    </a:cubicBezTo>
                    <a:cubicBezTo>
                      <a:pt x="0" y="89"/>
                      <a:pt x="17" y="83"/>
                      <a:pt x="31" y="42"/>
                    </a:cubicBezTo>
                    <a:cubicBezTo>
                      <a:pt x="31" y="42"/>
                      <a:pt x="13" y="49"/>
                      <a:pt x="21" y="23"/>
                    </a:cubicBezTo>
                    <a:cubicBezTo>
                      <a:pt x="21" y="23"/>
                      <a:pt x="22" y="16"/>
                      <a:pt x="26" y="2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iSlidé">
                <a:extLst>
                  <a:ext uri="{FF2B5EF4-FFF2-40B4-BE49-F238E27FC236}">
                    <a16:creationId xmlns:a16="http://schemas.microsoft.com/office/drawing/2014/main" id="{8C2EF347-4586-4DCE-BA4E-21E22F7139B9}"/>
                  </a:ext>
                </a:extLst>
              </p:cNvPr>
              <p:cNvSpPr/>
              <p:nvPr/>
            </p:nvSpPr>
            <p:spPr bwMode="auto">
              <a:xfrm>
                <a:off x="6334125" y="3495676"/>
                <a:ext cx="79375" cy="76200"/>
              </a:xfrm>
              <a:custGeom>
                <a:avLst/>
                <a:gdLst>
                  <a:gd name="T0" fmla="*/ 0 w 24"/>
                  <a:gd name="T1" fmla="*/ 4 h 23"/>
                  <a:gd name="T2" fmla="*/ 21 w 24"/>
                  <a:gd name="T3" fmla="*/ 19 h 23"/>
                  <a:gd name="T4" fmla="*/ 18 w 24"/>
                  <a:gd name="T5" fmla="*/ 23 h 23"/>
                  <a:gd name="T6" fmla="*/ 0 w 24"/>
                  <a:gd name="T7" fmla="*/ 4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4" h="23">
                    <a:moveTo>
                      <a:pt x="0" y="4"/>
                    </a:moveTo>
                    <a:cubicBezTo>
                      <a:pt x="0" y="4"/>
                      <a:pt x="24" y="0"/>
                      <a:pt x="21" y="19"/>
                    </a:cubicBezTo>
                    <a:cubicBezTo>
                      <a:pt x="18" y="23"/>
                      <a:pt x="18" y="23"/>
                      <a:pt x="18" y="23"/>
                    </a:cubicBezTo>
                    <a:lnTo>
                      <a:pt x="0" y="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2" name="ïśľïdê">
                <a:extLst>
                  <a:ext uri="{FF2B5EF4-FFF2-40B4-BE49-F238E27FC236}">
                    <a16:creationId xmlns:a16="http://schemas.microsoft.com/office/drawing/2014/main" id="{7779A4E8-87D8-4496-A494-674B35972478}"/>
                  </a:ext>
                </a:extLst>
              </p:cNvPr>
              <p:cNvSpPr/>
              <p:nvPr/>
            </p:nvSpPr>
            <p:spPr bwMode="auto">
              <a:xfrm>
                <a:off x="6194425" y="3171826"/>
                <a:ext cx="225425" cy="460375"/>
              </a:xfrm>
              <a:custGeom>
                <a:avLst/>
                <a:gdLst>
                  <a:gd name="T0" fmla="*/ 3 w 68"/>
                  <a:gd name="T1" fmla="*/ 55 h 138"/>
                  <a:gd name="T2" fmla="*/ 24 w 68"/>
                  <a:gd name="T3" fmla="*/ 42 h 138"/>
                  <a:gd name="T4" fmla="*/ 38 w 68"/>
                  <a:gd name="T5" fmla="*/ 1 h 138"/>
                  <a:gd name="T6" fmla="*/ 44 w 68"/>
                  <a:gd name="T7" fmla="*/ 16 h 138"/>
                  <a:gd name="T8" fmla="*/ 37 w 68"/>
                  <a:gd name="T9" fmla="*/ 34 h 138"/>
                  <a:gd name="T10" fmla="*/ 55 w 68"/>
                  <a:gd name="T11" fmla="*/ 12 h 138"/>
                  <a:gd name="T12" fmla="*/ 58 w 68"/>
                  <a:gd name="T13" fmla="*/ 32 h 138"/>
                  <a:gd name="T14" fmla="*/ 24 w 68"/>
                  <a:gd name="T15" fmla="*/ 62 h 138"/>
                  <a:gd name="T16" fmla="*/ 18 w 68"/>
                  <a:gd name="T17" fmla="*/ 92 h 138"/>
                  <a:gd name="T18" fmla="*/ 27 w 68"/>
                  <a:gd name="T19" fmla="*/ 83 h 138"/>
                  <a:gd name="T20" fmla="*/ 34 w 68"/>
                  <a:gd name="T21" fmla="*/ 56 h 138"/>
                  <a:gd name="T22" fmla="*/ 47 w 68"/>
                  <a:gd name="T23" fmla="*/ 76 h 138"/>
                  <a:gd name="T24" fmla="*/ 39 w 68"/>
                  <a:gd name="T25" fmla="*/ 87 h 138"/>
                  <a:gd name="T26" fmla="*/ 40 w 68"/>
                  <a:gd name="T27" fmla="*/ 132 h 138"/>
                  <a:gd name="T28" fmla="*/ 22 w 68"/>
                  <a:gd name="T29" fmla="*/ 120 h 138"/>
                  <a:gd name="T30" fmla="*/ 12 w 68"/>
                  <a:gd name="T31" fmla="*/ 138 h 138"/>
                  <a:gd name="T32" fmla="*/ 2 w 68"/>
                  <a:gd name="T33" fmla="*/ 127 h 138"/>
                  <a:gd name="T34" fmla="*/ 27 w 68"/>
                  <a:gd name="T35" fmla="*/ 102 h 138"/>
                  <a:gd name="T36" fmla="*/ 26 w 68"/>
                  <a:gd name="T37" fmla="*/ 95 h 138"/>
                  <a:gd name="T38" fmla="*/ 15 w 68"/>
                  <a:gd name="T39" fmla="*/ 106 h 138"/>
                  <a:gd name="T40" fmla="*/ 5 w 68"/>
                  <a:gd name="T41" fmla="*/ 98 h 138"/>
                  <a:gd name="T42" fmla="*/ 16 w 68"/>
                  <a:gd name="T43" fmla="*/ 67 h 138"/>
                  <a:gd name="T44" fmla="*/ 3 w 68"/>
                  <a:gd name="T45" fmla="*/ 55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68" h="138">
                    <a:moveTo>
                      <a:pt x="3" y="55"/>
                    </a:moveTo>
                    <a:cubicBezTo>
                      <a:pt x="3" y="55"/>
                      <a:pt x="17" y="58"/>
                      <a:pt x="24" y="42"/>
                    </a:cubicBezTo>
                    <a:cubicBezTo>
                      <a:pt x="24" y="42"/>
                      <a:pt x="38" y="9"/>
                      <a:pt x="38" y="1"/>
                    </a:cubicBezTo>
                    <a:cubicBezTo>
                      <a:pt x="38" y="1"/>
                      <a:pt x="46" y="0"/>
                      <a:pt x="44" y="16"/>
                    </a:cubicBezTo>
                    <a:cubicBezTo>
                      <a:pt x="37" y="34"/>
                      <a:pt x="37" y="34"/>
                      <a:pt x="37" y="34"/>
                    </a:cubicBezTo>
                    <a:cubicBezTo>
                      <a:pt x="37" y="34"/>
                      <a:pt x="55" y="23"/>
                      <a:pt x="55" y="12"/>
                    </a:cubicBezTo>
                    <a:cubicBezTo>
                      <a:pt x="55" y="12"/>
                      <a:pt x="68" y="10"/>
                      <a:pt x="58" y="32"/>
                    </a:cubicBezTo>
                    <a:cubicBezTo>
                      <a:pt x="24" y="62"/>
                      <a:pt x="24" y="62"/>
                      <a:pt x="24" y="62"/>
                    </a:cubicBezTo>
                    <a:cubicBezTo>
                      <a:pt x="18" y="92"/>
                      <a:pt x="18" y="92"/>
                      <a:pt x="18" y="92"/>
                    </a:cubicBezTo>
                    <a:cubicBezTo>
                      <a:pt x="27" y="83"/>
                      <a:pt x="27" y="83"/>
                      <a:pt x="27" y="83"/>
                    </a:cubicBezTo>
                    <a:cubicBezTo>
                      <a:pt x="27" y="83"/>
                      <a:pt x="27" y="61"/>
                      <a:pt x="34" y="56"/>
                    </a:cubicBezTo>
                    <a:cubicBezTo>
                      <a:pt x="34" y="56"/>
                      <a:pt x="50" y="55"/>
                      <a:pt x="47" y="76"/>
                    </a:cubicBezTo>
                    <a:cubicBezTo>
                      <a:pt x="47" y="76"/>
                      <a:pt x="42" y="83"/>
                      <a:pt x="39" y="87"/>
                    </a:cubicBezTo>
                    <a:cubicBezTo>
                      <a:pt x="40" y="132"/>
                      <a:pt x="40" y="132"/>
                      <a:pt x="40" y="132"/>
                    </a:cubicBezTo>
                    <a:cubicBezTo>
                      <a:pt x="22" y="120"/>
                      <a:pt x="22" y="120"/>
                      <a:pt x="22" y="120"/>
                    </a:cubicBezTo>
                    <a:cubicBezTo>
                      <a:pt x="12" y="138"/>
                      <a:pt x="12" y="138"/>
                      <a:pt x="12" y="138"/>
                    </a:cubicBezTo>
                    <a:cubicBezTo>
                      <a:pt x="2" y="127"/>
                      <a:pt x="2" y="127"/>
                      <a:pt x="2" y="127"/>
                    </a:cubicBezTo>
                    <a:cubicBezTo>
                      <a:pt x="2" y="127"/>
                      <a:pt x="25" y="114"/>
                      <a:pt x="27" y="102"/>
                    </a:cubicBezTo>
                    <a:cubicBezTo>
                      <a:pt x="26" y="95"/>
                      <a:pt x="26" y="95"/>
                      <a:pt x="26" y="95"/>
                    </a:cubicBezTo>
                    <a:cubicBezTo>
                      <a:pt x="15" y="106"/>
                      <a:pt x="15" y="106"/>
                      <a:pt x="15" y="106"/>
                    </a:cubicBezTo>
                    <a:cubicBezTo>
                      <a:pt x="5" y="98"/>
                      <a:pt x="5" y="98"/>
                      <a:pt x="5" y="98"/>
                    </a:cubicBezTo>
                    <a:cubicBezTo>
                      <a:pt x="16" y="67"/>
                      <a:pt x="16" y="67"/>
                      <a:pt x="16" y="67"/>
                    </a:cubicBezTo>
                    <a:cubicBezTo>
                      <a:pt x="16" y="67"/>
                      <a:pt x="0" y="60"/>
                      <a:pt x="3" y="5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3" name="išḷíḍe">
                <a:extLst>
                  <a:ext uri="{FF2B5EF4-FFF2-40B4-BE49-F238E27FC236}">
                    <a16:creationId xmlns:a16="http://schemas.microsoft.com/office/drawing/2014/main" id="{7F476276-FE05-4EBA-9554-25580868476D}"/>
                  </a:ext>
                </a:extLst>
              </p:cNvPr>
              <p:cNvSpPr/>
              <p:nvPr/>
            </p:nvSpPr>
            <p:spPr bwMode="auto">
              <a:xfrm>
                <a:off x="5946775" y="3398838"/>
                <a:ext cx="96838" cy="100013"/>
              </a:xfrm>
              <a:custGeom>
                <a:avLst/>
                <a:gdLst>
                  <a:gd name="T0" fmla="*/ 0 w 29"/>
                  <a:gd name="T1" fmla="*/ 30 h 30"/>
                  <a:gd name="T2" fmla="*/ 14 w 29"/>
                  <a:gd name="T3" fmla="*/ 0 h 30"/>
                  <a:gd name="T4" fmla="*/ 29 w 29"/>
                  <a:gd name="T5" fmla="*/ 14 h 30"/>
                  <a:gd name="T6" fmla="*/ 0 w 29"/>
                  <a:gd name="T7" fmla="*/ 3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" h="30">
                    <a:moveTo>
                      <a:pt x="0" y="30"/>
                    </a:moveTo>
                    <a:cubicBezTo>
                      <a:pt x="14" y="0"/>
                      <a:pt x="14" y="0"/>
                      <a:pt x="14" y="0"/>
                    </a:cubicBezTo>
                    <a:cubicBezTo>
                      <a:pt x="29" y="14"/>
                      <a:pt x="29" y="14"/>
                      <a:pt x="29" y="14"/>
                    </a:cubicBezTo>
                    <a:cubicBezTo>
                      <a:pt x="29" y="14"/>
                      <a:pt x="9" y="29"/>
                      <a:pt x="0" y="3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4" name="îṣḻîḓè">
                <a:extLst>
                  <a:ext uri="{FF2B5EF4-FFF2-40B4-BE49-F238E27FC236}">
                    <a16:creationId xmlns:a16="http://schemas.microsoft.com/office/drawing/2014/main" id="{ACC74B45-02FF-4F34-8E7E-F082B340D77C}"/>
                  </a:ext>
                </a:extLst>
              </p:cNvPr>
              <p:cNvSpPr/>
              <p:nvPr/>
            </p:nvSpPr>
            <p:spPr bwMode="auto">
              <a:xfrm>
                <a:off x="5722938" y="3419476"/>
                <a:ext cx="201613" cy="176213"/>
              </a:xfrm>
              <a:custGeom>
                <a:avLst/>
                <a:gdLst>
                  <a:gd name="T0" fmla="*/ 16 w 61"/>
                  <a:gd name="T1" fmla="*/ 38 h 53"/>
                  <a:gd name="T2" fmla="*/ 59 w 61"/>
                  <a:gd name="T3" fmla="*/ 0 h 53"/>
                  <a:gd name="T4" fmla="*/ 61 w 61"/>
                  <a:gd name="T5" fmla="*/ 4 h 53"/>
                  <a:gd name="T6" fmla="*/ 10 w 61"/>
                  <a:gd name="T7" fmla="*/ 53 h 53"/>
                  <a:gd name="T8" fmla="*/ 0 w 61"/>
                  <a:gd name="T9" fmla="*/ 41 h 53"/>
                  <a:gd name="T10" fmla="*/ 11 w 61"/>
                  <a:gd name="T11" fmla="*/ 8 h 53"/>
                  <a:gd name="T12" fmla="*/ 16 w 61"/>
                  <a:gd name="T13" fmla="*/ 38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61" h="53">
                    <a:moveTo>
                      <a:pt x="16" y="38"/>
                    </a:moveTo>
                    <a:cubicBezTo>
                      <a:pt x="59" y="0"/>
                      <a:pt x="59" y="0"/>
                      <a:pt x="59" y="0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4"/>
                      <a:pt x="40" y="40"/>
                      <a:pt x="10" y="53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0" y="41"/>
                      <a:pt x="11" y="18"/>
                      <a:pt x="11" y="8"/>
                    </a:cubicBezTo>
                    <a:cubicBezTo>
                      <a:pt x="11" y="8"/>
                      <a:pt x="27" y="6"/>
                      <a:pt x="16" y="3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iṣḷîḓé">
                <a:extLst>
                  <a:ext uri="{FF2B5EF4-FFF2-40B4-BE49-F238E27FC236}">
                    <a16:creationId xmlns:a16="http://schemas.microsoft.com/office/drawing/2014/main" id="{53C94A61-654E-4C9F-B270-BEE5DAF51C27}"/>
                  </a:ext>
                </a:extLst>
              </p:cNvPr>
              <p:cNvSpPr/>
              <p:nvPr/>
            </p:nvSpPr>
            <p:spPr bwMode="auto">
              <a:xfrm>
                <a:off x="5870575" y="3235326"/>
                <a:ext cx="60325" cy="177800"/>
              </a:xfrm>
              <a:custGeom>
                <a:avLst/>
                <a:gdLst>
                  <a:gd name="T0" fmla="*/ 0 w 18"/>
                  <a:gd name="T1" fmla="*/ 51 h 53"/>
                  <a:gd name="T2" fmla="*/ 1 w 18"/>
                  <a:gd name="T3" fmla="*/ 0 h 53"/>
                  <a:gd name="T4" fmla="*/ 15 w 18"/>
                  <a:gd name="T5" fmla="*/ 21 h 53"/>
                  <a:gd name="T6" fmla="*/ 0 w 18"/>
                  <a:gd name="T7" fmla="*/ 51 h 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8" h="53">
                    <a:moveTo>
                      <a:pt x="0" y="51"/>
                    </a:moveTo>
                    <a:cubicBezTo>
                      <a:pt x="0" y="51"/>
                      <a:pt x="8" y="16"/>
                      <a:pt x="1" y="0"/>
                    </a:cubicBezTo>
                    <a:cubicBezTo>
                      <a:pt x="1" y="0"/>
                      <a:pt x="18" y="4"/>
                      <a:pt x="15" y="21"/>
                    </a:cubicBezTo>
                    <a:cubicBezTo>
                      <a:pt x="11" y="39"/>
                      <a:pt x="11" y="53"/>
                      <a:pt x="0" y="5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18" name="ïṩ1îḑé">
              <a:extLst>
                <a:ext uri="{FF2B5EF4-FFF2-40B4-BE49-F238E27FC236}">
                  <a16:creationId xmlns:a16="http://schemas.microsoft.com/office/drawing/2014/main" id="{4CF24D40-3498-4DA2-8E14-09580AC415B4}"/>
                </a:ext>
              </a:extLst>
            </p:cNvPr>
            <p:cNvGrpSpPr/>
            <p:nvPr/>
          </p:nvGrpSpPr>
          <p:grpSpPr>
            <a:xfrm>
              <a:off x="5112548" y="4078070"/>
              <a:ext cx="4180976" cy="274494"/>
              <a:chOff x="5705475" y="3682999"/>
              <a:chExt cx="1666875" cy="109436"/>
            </a:xfrm>
            <a:grpFill/>
          </p:grpSpPr>
          <p:sp>
            <p:nvSpPr>
              <p:cNvPr id="19" name="îṣḷidê">
                <a:extLst>
                  <a:ext uri="{FF2B5EF4-FFF2-40B4-BE49-F238E27FC236}">
                    <a16:creationId xmlns:a16="http://schemas.microsoft.com/office/drawing/2014/main" id="{E6464D9B-1147-40C6-99A2-5C95750CB15A}"/>
                  </a:ext>
                </a:extLst>
              </p:cNvPr>
              <p:cNvSpPr/>
              <p:nvPr/>
            </p:nvSpPr>
            <p:spPr bwMode="auto">
              <a:xfrm>
                <a:off x="5705475" y="3683001"/>
                <a:ext cx="63500" cy="92075"/>
              </a:xfrm>
              <a:custGeom>
                <a:avLst/>
                <a:gdLst>
                  <a:gd name="T0" fmla="*/ 19 w 19"/>
                  <a:gd name="T1" fmla="*/ 20 h 28"/>
                  <a:gd name="T2" fmla="*/ 16 w 19"/>
                  <a:gd name="T3" fmla="*/ 25 h 28"/>
                  <a:gd name="T4" fmla="*/ 9 w 19"/>
                  <a:gd name="T5" fmla="*/ 28 h 28"/>
                  <a:gd name="T6" fmla="*/ 2 w 19"/>
                  <a:gd name="T7" fmla="*/ 25 h 28"/>
                  <a:gd name="T8" fmla="*/ 0 w 19"/>
                  <a:gd name="T9" fmla="*/ 20 h 28"/>
                  <a:gd name="T10" fmla="*/ 0 w 19"/>
                  <a:gd name="T11" fmla="*/ 19 h 28"/>
                  <a:gd name="T12" fmla="*/ 4 w 19"/>
                  <a:gd name="T13" fmla="*/ 19 h 28"/>
                  <a:gd name="T14" fmla="*/ 4 w 19"/>
                  <a:gd name="T15" fmla="*/ 20 h 28"/>
                  <a:gd name="T16" fmla="*/ 6 w 19"/>
                  <a:gd name="T17" fmla="*/ 23 h 28"/>
                  <a:gd name="T18" fmla="*/ 9 w 19"/>
                  <a:gd name="T19" fmla="*/ 24 h 28"/>
                  <a:gd name="T20" fmla="*/ 14 w 19"/>
                  <a:gd name="T21" fmla="*/ 23 h 28"/>
                  <a:gd name="T22" fmla="*/ 15 w 19"/>
                  <a:gd name="T23" fmla="*/ 20 h 28"/>
                  <a:gd name="T24" fmla="*/ 13 w 19"/>
                  <a:gd name="T25" fmla="*/ 17 h 28"/>
                  <a:gd name="T26" fmla="*/ 9 w 19"/>
                  <a:gd name="T27" fmla="*/ 14 h 28"/>
                  <a:gd name="T28" fmla="*/ 3 w 19"/>
                  <a:gd name="T29" fmla="*/ 11 h 28"/>
                  <a:gd name="T30" fmla="*/ 1 w 19"/>
                  <a:gd name="T31" fmla="*/ 7 h 28"/>
                  <a:gd name="T32" fmla="*/ 3 w 19"/>
                  <a:gd name="T33" fmla="*/ 2 h 28"/>
                  <a:gd name="T34" fmla="*/ 9 w 19"/>
                  <a:gd name="T35" fmla="*/ 0 h 28"/>
                  <a:gd name="T36" fmla="*/ 16 w 19"/>
                  <a:gd name="T37" fmla="*/ 2 h 28"/>
                  <a:gd name="T38" fmla="*/ 18 w 19"/>
                  <a:gd name="T39" fmla="*/ 7 h 28"/>
                  <a:gd name="T40" fmla="*/ 14 w 19"/>
                  <a:gd name="T41" fmla="*/ 7 h 28"/>
                  <a:gd name="T42" fmla="*/ 13 w 19"/>
                  <a:gd name="T43" fmla="*/ 4 h 28"/>
                  <a:gd name="T44" fmla="*/ 9 w 19"/>
                  <a:gd name="T45" fmla="*/ 3 h 28"/>
                  <a:gd name="T46" fmla="*/ 6 w 19"/>
                  <a:gd name="T47" fmla="*/ 4 h 28"/>
                  <a:gd name="T48" fmla="*/ 5 w 19"/>
                  <a:gd name="T49" fmla="*/ 7 h 28"/>
                  <a:gd name="T50" fmla="*/ 6 w 19"/>
                  <a:gd name="T51" fmla="*/ 9 h 28"/>
                  <a:gd name="T52" fmla="*/ 11 w 19"/>
                  <a:gd name="T53" fmla="*/ 12 h 28"/>
                  <a:gd name="T54" fmla="*/ 17 w 19"/>
                  <a:gd name="T55" fmla="*/ 15 h 28"/>
                  <a:gd name="T56" fmla="*/ 19 w 19"/>
                  <a:gd name="T57" fmla="*/ 2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9" h="28">
                    <a:moveTo>
                      <a:pt x="19" y="20"/>
                    </a:moveTo>
                    <a:cubicBezTo>
                      <a:pt x="19" y="22"/>
                      <a:pt x="18" y="24"/>
                      <a:pt x="16" y="25"/>
                    </a:cubicBezTo>
                    <a:cubicBezTo>
                      <a:pt x="15" y="27"/>
                      <a:pt x="12" y="28"/>
                      <a:pt x="9" y="28"/>
                    </a:cubicBezTo>
                    <a:cubicBezTo>
                      <a:pt x="6" y="28"/>
                      <a:pt x="4" y="27"/>
                      <a:pt x="2" y="25"/>
                    </a:cubicBezTo>
                    <a:cubicBezTo>
                      <a:pt x="1" y="24"/>
                      <a:pt x="0" y="22"/>
                      <a:pt x="0" y="20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4" y="21"/>
                      <a:pt x="5" y="22"/>
                      <a:pt x="6" y="23"/>
                    </a:cubicBezTo>
                    <a:cubicBezTo>
                      <a:pt x="7" y="24"/>
                      <a:pt x="8" y="24"/>
                      <a:pt x="9" y="24"/>
                    </a:cubicBezTo>
                    <a:cubicBezTo>
                      <a:pt x="11" y="24"/>
                      <a:pt x="13" y="24"/>
                      <a:pt x="14" y="23"/>
                    </a:cubicBezTo>
                    <a:cubicBezTo>
                      <a:pt x="15" y="22"/>
                      <a:pt x="15" y="21"/>
                      <a:pt x="15" y="20"/>
                    </a:cubicBezTo>
                    <a:cubicBezTo>
                      <a:pt x="15" y="19"/>
                      <a:pt x="14" y="18"/>
                      <a:pt x="13" y="17"/>
                    </a:cubicBezTo>
                    <a:cubicBezTo>
                      <a:pt x="12" y="16"/>
                      <a:pt x="11" y="15"/>
                      <a:pt x="9" y="14"/>
                    </a:cubicBezTo>
                    <a:cubicBezTo>
                      <a:pt x="6" y="13"/>
                      <a:pt x="4" y="12"/>
                      <a:pt x="3" y="11"/>
                    </a:cubicBezTo>
                    <a:cubicBezTo>
                      <a:pt x="1" y="10"/>
                      <a:pt x="1" y="9"/>
                      <a:pt x="1" y="7"/>
                    </a:cubicBezTo>
                    <a:cubicBezTo>
                      <a:pt x="1" y="5"/>
                      <a:pt x="2" y="3"/>
                      <a:pt x="3" y="2"/>
                    </a:cubicBezTo>
                    <a:cubicBezTo>
                      <a:pt x="5" y="0"/>
                      <a:pt x="7" y="0"/>
                      <a:pt x="9" y="0"/>
                    </a:cubicBezTo>
                    <a:cubicBezTo>
                      <a:pt x="13" y="0"/>
                      <a:pt x="15" y="0"/>
                      <a:pt x="16" y="2"/>
                    </a:cubicBezTo>
                    <a:cubicBezTo>
                      <a:pt x="17" y="4"/>
                      <a:pt x="18" y="5"/>
                      <a:pt x="18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6"/>
                      <a:pt x="14" y="5"/>
                      <a:pt x="13" y="4"/>
                    </a:cubicBezTo>
                    <a:cubicBezTo>
                      <a:pt x="12" y="3"/>
                      <a:pt x="11" y="3"/>
                      <a:pt x="9" y="3"/>
                    </a:cubicBezTo>
                    <a:cubicBezTo>
                      <a:pt x="8" y="3"/>
                      <a:pt x="7" y="3"/>
                      <a:pt x="6" y="4"/>
                    </a:cubicBezTo>
                    <a:cubicBezTo>
                      <a:pt x="5" y="5"/>
                      <a:pt x="5" y="5"/>
                      <a:pt x="5" y="7"/>
                    </a:cubicBezTo>
                    <a:cubicBezTo>
                      <a:pt x="5" y="8"/>
                      <a:pt x="5" y="8"/>
                      <a:pt x="6" y="9"/>
                    </a:cubicBezTo>
                    <a:cubicBezTo>
                      <a:pt x="6" y="10"/>
                      <a:pt x="8" y="11"/>
                      <a:pt x="11" y="12"/>
                    </a:cubicBezTo>
                    <a:cubicBezTo>
                      <a:pt x="13" y="13"/>
                      <a:pt x="15" y="14"/>
                      <a:pt x="17" y="15"/>
                    </a:cubicBezTo>
                    <a:cubicBezTo>
                      <a:pt x="18" y="16"/>
                      <a:pt x="19" y="18"/>
                      <a:pt x="19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0" name="íṣḻïḑè">
                <a:extLst>
                  <a:ext uri="{FF2B5EF4-FFF2-40B4-BE49-F238E27FC236}">
                    <a16:creationId xmlns:a16="http://schemas.microsoft.com/office/drawing/2014/main" id="{E44D0FD8-BA9E-49AA-AB64-A773F84B6898}"/>
                  </a:ext>
                </a:extLst>
              </p:cNvPr>
              <p:cNvSpPr/>
              <p:nvPr/>
            </p:nvSpPr>
            <p:spPr bwMode="auto">
              <a:xfrm>
                <a:off x="5799138" y="3683001"/>
                <a:ext cx="58738" cy="88900"/>
              </a:xfrm>
              <a:custGeom>
                <a:avLst/>
                <a:gdLst>
                  <a:gd name="T0" fmla="*/ 37 w 37"/>
                  <a:gd name="T1" fmla="*/ 56 h 56"/>
                  <a:gd name="T2" fmla="*/ 29 w 37"/>
                  <a:gd name="T3" fmla="*/ 56 h 56"/>
                  <a:gd name="T4" fmla="*/ 29 w 37"/>
                  <a:gd name="T5" fmla="*/ 29 h 56"/>
                  <a:gd name="T6" fmla="*/ 8 w 37"/>
                  <a:gd name="T7" fmla="*/ 29 h 56"/>
                  <a:gd name="T8" fmla="*/ 8 w 37"/>
                  <a:gd name="T9" fmla="*/ 56 h 56"/>
                  <a:gd name="T10" fmla="*/ 0 w 37"/>
                  <a:gd name="T11" fmla="*/ 56 h 56"/>
                  <a:gd name="T12" fmla="*/ 0 w 37"/>
                  <a:gd name="T13" fmla="*/ 0 h 56"/>
                  <a:gd name="T14" fmla="*/ 8 w 37"/>
                  <a:gd name="T15" fmla="*/ 0 h 56"/>
                  <a:gd name="T16" fmla="*/ 8 w 37"/>
                  <a:gd name="T17" fmla="*/ 23 h 56"/>
                  <a:gd name="T18" fmla="*/ 29 w 37"/>
                  <a:gd name="T19" fmla="*/ 23 h 56"/>
                  <a:gd name="T20" fmla="*/ 29 w 37"/>
                  <a:gd name="T21" fmla="*/ 0 h 56"/>
                  <a:gd name="T22" fmla="*/ 37 w 37"/>
                  <a:gd name="T23" fmla="*/ 0 h 56"/>
                  <a:gd name="T24" fmla="*/ 37 w 37"/>
                  <a:gd name="T25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7" h="56">
                    <a:moveTo>
                      <a:pt x="37" y="56"/>
                    </a:moveTo>
                    <a:lnTo>
                      <a:pt x="29" y="56"/>
                    </a:lnTo>
                    <a:lnTo>
                      <a:pt x="29" y="29"/>
                    </a:lnTo>
                    <a:lnTo>
                      <a:pt x="8" y="29"/>
                    </a:lnTo>
                    <a:lnTo>
                      <a:pt x="8" y="56"/>
                    </a:lnTo>
                    <a:lnTo>
                      <a:pt x="0" y="56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8" y="23"/>
                    </a:lnTo>
                    <a:lnTo>
                      <a:pt x="29" y="23"/>
                    </a:lnTo>
                    <a:lnTo>
                      <a:pt x="29" y="0"/>
                    </a:lnTo>
                    <a:lnTo>
                      <a:pt x="37" y="0"/>
                    </a:lnTo>
                    <a:lnTo>
                      <a:pt x="37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1" name="iṧľiḍe">
                <a:extLst>
                  <a:ext uri="{FF2B5EF4-FFF2-40B4-BE49-F238E27FC236}">
                    <a16:creationId xmlns:a16="http://schemas.microsoft.com/office/drawing/2014/main" id="{49DDBFDB-335B-4325-AF48-5124B9B83624}"/>
                  </a:ext>
                </a:extLst>
              </p:cNvPr>
              <p:cNvSpPr/>
              <p:nvPr/>
            </p:nvSpPr>
            <p:spPr bwMode="auto">
              <a:xfrm>
                <a:off x="5884863" y="3683001"/>
                <a:ext cx="68263" cy="88900"/>
              </a:xfrm>
              <a:custGeom>
                <a:avLst/>
                <a:gdLst>
                  <a:gd name="T0" fmla="*/ 43 w 43"/>
                  <a:gd name="T1" fmla="*/ 56 h 56"/>
                  <a:gd name="T2" fmla="*/ 35 w 43"/>
                  <a:gd name="T3" fmla="*/ 56 h 56"/>
                  <a:gd name="T4" fmla="*/ 29 w 43"/>
                  <a:gd name="T5" fmla="*/ 40 h 56"/>
                  <a:gd name="T6" fmla="*/ 14 w 43"/>
                  <a:gd name="T7" fmla="*/ 40 h 56"/>
                  <a:gd name="T8" fmla="*/ 8 w 43"/>
                  <a:gd name="T9" fmla="*/ 56 h 56"/>
                  <a:gd name="T10" fmla="*/ 0 w 43"/>
                  <a:gd name="T11" fmla="*/ 56 h 56"/>
                  <a:gd name="T12" fmla="*/ 18 w 43"/>
                  <a:gd name="T13" fmla="*/ 0 h 56"/>
                  <a:gd name="T14" fmla="*/ 25 w 43"/>
                  <a:gd name="T15" fmla="*/ 0 h 56"/>
                  <a:gd name="T16" fmla="*/ 43 w 43"/>
                  <a:gd name="T17" fmla="*/ 56 h 56"/>
                  <a:gd name="T18" fmla="*/ 43 w 43"/>
                  <a:gd name="T19" fmla="*/ 56 h 56"/>
                  <a:gd name="T20" fmla="*/ 27 w 43"/>
                  <a:gd name="T21" fmla="*/ 33 h 56"/>
                  <a:gd name="T22" fmla="*/ 23 w 43"/>
                  <a:gd name="T23" fmla="*/ 12 h 56"/>
                  <a:gd name="T24" fmla="*/ 21 w 43"/>
                  <a:gd name="T25" fmla="*/ 12 h 56"/>
                  <a:gd name="T26" fmla="*/ 14 w 43"/>
                  <a:gd name="T27" fmla="*/ 33 h 56"/>
                  <a:gd name="T28" fmla="*/ 27 w 43"/>
                  <a:gd name="T29" fmla="*/ 33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43" h="56">
                    <a:moveTo>
                      <a:pt x="43" y="56"/>
                    </a:moveTo>
                    <a:lnTo>
                      <a:pt x="35" y="56"/>
                    </a:lnTo>
                    <a:lnTo>
                      <a:pt x="29" y="40"/>
                    </a:lnTo>
                    <a:lnTo>
                      <a:pt x="14" y="40"/>
                    </a:lnTo>
                    <a:lnTo>
                      <a:pt x="8" y="56"/>
                    </a:lnTo>
                    <a:lnTo>
                      <a:pt x="0" y="56"/>
                    </a:lnTo>
                    <a:lnTo>
                      <a:pt x="18" y="0"/>
                    </a:lnTo>
                    <a:lnTo>
                      <a:pt x="25" y="0"/>
                    </a:lnTo>
                    <a:lnTo>
                      <a:pt x="43" y="56"/>
                    </a:lnTo>
                    <a:lnTo>
                      <a:pt x="43" y="56"/>
                    </a:lnTo>
                    <a:close/>
                    <a:moveTo>
                      <a:pt x="27" y="33"/>
                    </a:moveTo>
                    <a:lnTo>
                      <a:pt x="23" y="12"/>
                    </a:lnTo>
                    <a:lnTo>
                      <a:pt x="21" y="12"/>
                    </a:lnTo>
                    <a:lnTo>
                      <a:pt x="14" y="33"/>
                    </a:lnTo>
                    <a:lnTo>
                      <a:pt x="27" y="3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ïšliḓê">
                <a:extLst>
                  <a:ext uri="{FF2B5EF4-FFF2-40B4-BE49-F238E27FC236}">
                    <a16:creationId xmlns:a16="http://schemas.microsoft.com/office/drawing/2014/main" id="{5AFF4B30-CA81-40C2-8373-09C2BF4F3143}"/>
                  </a:ext>
                </a:extLst>
              </p:cNvPr>
              <p:cNvSpPr/>
              <p:nvPr/>
            </p:nvSpPr>
            <p:spPr bwMode="auto">
              <a:xfrm>
                <a:off x="5976938" y="3683001"/>
                <a:ext cx="63500" cy="88900"/>
              </a:xfrm>
              <a:custGeom>
                <a:avLst/>
                <a:gdLst>
                  <a:gd name="T0" fmla="*/ 40 w 40"/>
                  <a:gd name="T1" fmla="*/ 56 h 56"/>
                  <a:gd name="T2" fmla="*/ 29 w 40"/>
                  <a:gd name="T3" fmla="*/ 56 h 56"/>
                  <a:gd name="T4" fmla="*/ 10 w 40"/>
                  <a:gd name="T5" fmla="*/ 14 h 56"/>
                  <a:gd name="T6" fmla="*/ 8 w 40"/>
                  <a:gd name="T7" fmla="*/ 14 h 56"/>
                  <a:gd name="T8" fmla="*/ 8 w 40"/>
                  <a:gd name="T9" fmla="*/ 56 h 56"/>
                  <a:gd name="T10" fmla="*/ 0 w 40"/>
                  <a:gd name="T11" fmla="*/ 56 h 56"/>
                  <a:gd name="T12" fmla="*/ 0 w 40"/>
                  <a:gd name="T13" fmla="*/ 0 h 56"/>
                  <a:gd name="T14" fmla="*/ 10 w 40"/>
                  <a:gd name="T15" fmla="*/ 0 h 56"/>
                  <a:gd name="T16" fmla="*/ 31 w 40"/>
                  <a:gd name="T17" fmla="*/ 42 h 56"/>
                  <a:gd name="T18" fmla="*/ 31 w 40"/>
                  <a:gd name="T19" fmla="*/ 42 h 56"/>
                  <a:gd name="T20" fmla="*/ 31 w 40"/>
                  <a:gd name="T21" fmla="*/ 0 h 56"/>
                  <a:gd name="T22" fmla="*/ 40 w 40"/>
                  <a:gd name="T23" fmla="*/ 0 h 56"/>
                  <a:gd name="T24" fmla="*/ 40 w 40"/>
                  <a:gd name="T25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0" h="56">
                    <a:moveTo>
                      <a:pt x="40" y="56"/>
                    </a:moveTo>
                    <a:lnTo>
                      <a:pt x="29" y="56"/>
                    </a:lnTo>
                    <a:lnTo>
                      <a:pt x="10" y="14"/>
                    </a:lnTo>
                    <a:lnTo>
                      <a:pt x="8" y="14"/>
                    </a:lnTo>
                    <a:lnTo>
                      <a:pt x="8" y="56"/>
                    </a:lnTo>
                    <a:lnTo>
                      <a:pt x="0" y="56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31" y="42"/>
                    </a:lnTo>
                    <a:lnTo>
                      <a:pt x="31" y="42"/>
                    </a:lnTo>
                    <a:lnTo>
                      <a:pt x="31" y="0"/>
                    </a:lnTo>
                    <a:lnTo>
                      <a:pt x="40" y="0"/>
                    </a:lnTo>
                    <a:lnTo>
                      <a:pt x="40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3" name="îṥlïďé">
                <a:extLst>
                  <a:ext uri="{FF2B5EF4-FFF2-40B4-BE49-F238E27FC236}">
                    <a16:creationId xmlns:a16="http://schemas.microsoft.com/office/drawing/2014/main" id="{D7F513DE-5227-4385-913C-FD94A6A110D4}"/>
                  </a:ext>
                </a:extLst>
              </p:cNvPr>
              <p:cNvSpPr/>
              <p:nvPr/>
            </p:nvSpPr>
            <p:spPr bwMode="auto">
              <a:xfrm>
                <a:off x="6069014" y="3682999"/>
                <a:ext cx="95855" cy="109436"/>
              </a:xfrm>
              <a:custGeom>
                <a:avLst/>
                <a:gdLst>
                  <a:gd name="T0" fmla="*/ 19 w 19"/>
                  <a:gd name="T1" fmla="*/ 14 h 27"/>
                  <a:gd name="T2" fmla="*/ 15 w 19"/>
                  <a:gd name="T3" fmla="*/ 24 h 27"/>
                  <a:gd name="T4" fmla="*/ 6 w 19"/>
                  <a:gd name="T5" fmla="*/ 27 h 27"/>
                  <a:gd name="T6" fmla="*/ 0 w 19"/>
                  <a:gd name="T7" fmla="*/ 27 h 27"/>
                  <a:gd name="T8" fmla="*/ 0 w 19"/>
                  <a:gd name="T9" fmla="*/ 0 h 27"/>
                  <a:gd name="T10" fmla="*/ 6 w 19"/>
                  <a:gd name="T11" fmla="*/ 0 h 27"/>
                  <a:gd name="T12" fmla="*/ 16 w 19"/>
                  <a:gd name="T13" fmla="*/ 3 h 27"/>
                  <a:gd name="T14" fmla="*/ 19 w 19"/>
                  <a:gd name="T15" fmla="*/ 14 h 27"/>
                  <a:gd name="T16" fmla="*/ 15 w 19"/>
                  <a:gd name="T17" fmla="*/ 14 h 27"/>
                  <a:gd name="T18" fmla="*/ 12 w 19"/>
                  <a:gd name="T19" fmla="*/ 5 h 27"/>
                  <a:gd name="T20" fmla="*/ 6 w 19"/>
                  <a:gd name="T21" fmla="*/ 3 h 27"/>
                  <a:gd name="T22" fmla="*/ 4 w 19"/>
                  <a:gd name="T23" fmla="*/ 3 h 27"/>
                  <a:gd name="T24" fmla="*/ 4 w 19"/>
                  <a:gd name="T25" fmla="*/ 24 h 27"/>
                  <a:gd name="T26" fmla="*/ 6 w 19"/>
                  <a:gd name="T27" fmla="*/ 24 h 27"/>
                  <a:gd name="T28" fmla="*/ 12 w 19"/>
                  <a:gd name="T29" fmla="*/ 22 h 27"/>
                  <a:gd name="T30" fmla="*/ 15 w 19"/>
                  <a:gd name="T31" fmla="*/ 14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9" h="27">
                    <a:moveTo>
                      <a:pt x="19" y="14"/>
                    </a:moveTo>
                    <a:cubicBezTo>
                      <a:pt x="19" y="19"/>
                      <a:pt x="18" y="22"/>
                      <a:pt x="15" y="24"/>
                    </a:cubicBezTo>
                    <a:cubicBezTo>
                      <a:pt x="13" y="26"/>
                      <a:pt x="10" y="27"/>
                      <a:pt x="6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10" y="0"/>
                      <a:pt x="14" y="1"/>
                      <a:pt x="16" y="3"/>
                    </a:cubicBezTo>
                    <a:cubicBezTo>
                      <a:pt x="18" y="5"/>
                      <a:pt x="19" y="9"/>
                      <a:pt x="19" y="14"/>
                    </a:cubicBezTo>
                    <a:close/>
                    <a:moveTo>
                      <a:pt x="15" y="14"/>
                    </a:moveTo>
                    <a:cubicBezTo>
                      <a:pt x="15" y="10"/>
                      <a:pt x="14" y="7"/>
                      <a:pt x="12" y="5"/>
                    </a:cubicBezTo>
                    <a:cubicBezTo>
                      <a:pt x="11" y="4"/>
                      <a:pt x="9" y="3"/>
                      <a:pt x="6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24"/>
                      <a:pt x="4" y="24"/>
                      <a:pt x="4" y="24"/>
                    </a:cubicBezTo>
                    <a:cubicBezTo>
                      <a:pt x="6" y="24"/>
                      <a:pt x="6" y="24"/>
                      <a:pt x="6" y="24"/>
                    </a:cubicBezTo>
                    <a:cubicBezTo>
                      <a:pt x="9" y="24"/>
                      <a:pt x="11" y="23"/>
                      <a:pt x="12" y="22"/>
                    </a:cubicBezTo>
                    <a:cubicBezTo>
                      <a:pt x="14" y="20"/>
                      <a:pt x="15" y="18"/>
                      <a:pt x="15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ï$ľîḋè">
                <a:extLst>
                  <a:ext uri="{FF2B5EF4-FFF2-40B4-BE49-F238E27FC236}">
                    <a16:creationId xmlns:a16="http://schemas.microsoft.com/office/drawing/2014/main" id="{2E2CDD4D-8BA3-4E03-AC3E-820CD74F1660}"/>
                  </a:ext>
                </a:extLst>
              </p:cNvPr>
              <p:cNvSpPr/>
              <p:nvPr/>
            </p:nvSpPr>
            <p:spPr bwMode="auto">
              <a:xfrm>
                <a:off x="6157913" y="3683001"/>
                <a:ext cx="66675" cy="92075"/>
              </a:xfrm>
              <a:custGeom>
                <a:avLst/>
                <a:gdLst>
                  <a:gd name="T0" fmla="*/ 20 w 20"/>
                  <a:gd name="T1" fmla="*/ 13 h 28"/>
                  <a:gd name="T2" fmla="*/ 17 w 20"/>
                  <a:gd name="T3" fmla="*/ 24 h 28"/>
                  <a:gd name="T4" fmla="*/ 10 w 20"/>
                  <a:gd name="T5" fmla="*/ 28 h 28"/>
                  <a:gd name="T6" fmla="*/ 2 w 20"/>
                  <a:gd name="T7" fmla="*/ 24 h 28"/>
                  <a:gd name="T8" fmla="*/ 0 w 20"/>
                  <a:gd name="T9" fmla="*/ 13 h 28"/>
                  <a:gd name="T10" fmla="*/ 2 w 20"/>
                  <a:gd name="T11" fmla="*/ 3 h 28"/>
                  <a:gd name="T12" fmla="*/ 10 w 20"/>
                  <a:gd name="T13" fmla="*/ 0 h 28"/>
                  <a:gd name="T14" fmla="*/ 17 w 20"/>
                  <a:gd name="T15" fmla="*/ 3 h 28"/>
                  <a:gd name="T16" fmla="*/ 20 w 20"/>
                  <a:gd name="T17" fmla="*/ 13 h 28"/>
                  <a:gd name="T18" fmla="*/ 15 w 20"/>
                  <a:gd name="T19" fmla="*/ 13 h 28"/>
                  <a:gd name="T20" fmla="*/ 14 w 20"/>
                  <a:gd name="T21" fmla="*/ 5 h 28"/>
                  <a:gd name="T22" fmla="*/ 10 w 20"/>
                  <a:gd name="T23" fmla="*/ 3 h 28"/>
                  <a:gd name="T24" fmla="*/ 6 w 20"/>
                  <a:gd name="T25" fmla="*/ 5 h 28"/>
                  <a:gd name="T26" fmla="*/ 4 w 20"/>
                  <a:gd name="T27" fmla="*/ 13 h 28"/>
                  <a:gd name="T28" fmla="*/ 6 w 20"/>
                  <a:gd name="T29" fmla="*/ 22 h 28"/>
                  <a:gd name="T30" fmla="*/ 10 w 20"/>
                  <a:gd name="T31" fmla="*/ 24 h 28"/>
                  <a:gd name="T32" fmla="*/ 14 w 20"/>
                  <a:gd name="T33" fmla="*/ 22 h 28"/>
                  <a:gd name="T34" fmla="*/ 15 w 20"/>
                  <a:gd name="T35" fmla="*/ 13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0" h="28">
                    <a:moveTo>
                      <a:pt x="20" y="13"/>
                    </a:moveTo>
                    <a:cubicBezTo>
                      <a:pt x="20" y="18"/>
                      <a:pt x="19" y="22"/>
                      <a:pt x="17" y="24"/>
                    </a:cubicBezTo>
                    <a:cubicBezTo>
                      <a:pt x="15" y="26"/>
                      <a:pt x="13" y="28"/>
                      <a:pt x="10" y="28"/>
                    </a:cubicBezTo>
                    <a:cubicBezTo>
                      <a:pt x="7" y="28"/>
                      <a:pt x="4" y="26"/>
                      <a:pt x="2" y="24"/>
                    </a:cubicBezTo>
                    <a:cubicBezTo>
                      <a:pt x="1" y="22"/>
                      <a:pt x="0" y="18"/>
                      <a:pt x="0" y="13"/>
                    </a:cubicBezTo>
                    <a:cubicBezTo>
                      <a:pt x="0" y="8"/>
                      <a:pt x="1" y="5"/>
                      <a:pt x="2" y="3"/>
                    </a:cubicBezTo>
                    <a:cubicBezTo>
                      <a:pt x="4" y="1"/>
                      <a:pt x="7" y="0"/>
                      <a:pt x="10" y="0"/>
                    </a:cubicBezTo>
                    <a:cubicBezTo>
                      <a:pt x="13" y="0"/>
                      <a:pt x="15" y="1"/>
                      <a:pt x="17" y="3"/>
                    </a:cubicBezTo>
                    <a:cubicBezTo>
                      <a:pt x="19" y="5"/>
                      <a:pt x="20" y="8"/>
                      <a:pt x="20" y="13"/>
                    </a:cubicBezTo>
                    <a:close/>
                    <a:moveTo>
                      <a:pt x="15" y="13"/>
                    </a:moveTo>
                    <a:cubicBezTo>
                      <a:pt x="15" y="9"/>
                      <a:pt x="15" y="6"/>
                      <a:pt x="14" y="5"/>
                    </a:cubicBezTo>
                    <a:cubicBezTo>
                      <a:pt x="13" y="3"/>
                      <a:pt x="11" y="3"/>
                      <a:pt x="10" y="3"/>
                    </a:cubicBezTo>
                    <a:cubicBezTo>
                      <a:pt x="8" y="3"/>
                      <a:pt x="7" y="3"/>
                      <a:pt x="6" y="5"/>
                    </a:cubicBezTo>
                    <a:cubicBezTo>
                      <a:pt x="5" y="6"/>
                      <a:pt x="4" y="9"/>
                      <a:pt x="4" y="13"/>
                    </a:cubicBezTo>
                    <a:cubicBezTo>
                      <a:pt x="4" y="18"/>
                      <a:pt x="5" y="21"/>
                      <a:pt x="6" y="22"/>
                    </a:cubicBezTo>
                    <a:cubicBezTo>
                      <a:pt x="7" y="24"/>
                      <a:pt x="8" y="24"/>
                      <a:pt x="10" y="24"/>
                    </a:cubicBezTo>
                    <a:cubicBezTo>
                      <a:pt x="11" y="24"/>
                      <a:pt x="13" y="24"/>
                      <a:pt x="14" y="22"/>
                    </a:cubicBezTo>
                    <a:cubicBezTo>
                      <a:pt x="15" y="21"/>
                      <a:pt x="15" y="18"/>
                      <a:pt x="15" y="1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išḷîďê">
                <a:extLst>
                  <a:ext uri="{FF2B5EF4-FFF2-40B4-BE49-F238E27FC236}">
                    <a16:creationId xmlns:a16="http://schemas.microsoft.com/office/drawing/2014/main" id="{8A1CCE4A-15DD-4C42-8513-D9535FDDF03C}"/>
                  </a:ext>
                </a:extLst>
              </p:cNvPr>
              <p:cNvSpPr/>
              <p:nvPr/>
            </p:nvSpPr>
            <p:spPr bwMode="auto">
              <a:xfrm>
                <a:off x="6251575" y="3683001"/>
                <a:ext cx="58738" cy="88900"/>
              </a:xfrm>
              <a:custGeom>
                <a:avLst/>
                <a:gdLst>
                  <a:gd name="T0" fmla="*/ 37 w 37"/>
                  <a:gd name="T1" fmla="*/ 56 h 56"/>
                  <a:gd name="T2" fmla="*/ 29 w 37"/>
                  <a:gd name="T3" fmla="*/ 56 h 56"/>
                  <a:gd name="T4" fmla="*/ 8 w 37"/>
                  <a:gd name="T5" fmla="*/ 14 h 56"/>
                  <a:gd name="T6" fmla="*/ 8 w 37"/>
                  <a:gd name="T7" fmla="*/ 14 h 56"/>
                  <a:gd name="T8" fmla="*/ 8 w 37"/>
                  <a:gd name="T9" fmla="*/ 56 h 56"/>
                  <a:gd name="T10" fmla="*/ 0 w 37"/>
                  <a:gd name="T11" fmla="*/ 56 h 56"/>
                  <a:gd name="T12" fmla="*/ 0 w 37"/>
                  <a:gd name="T13" fmla="*/ 0 h 56"/>
                  <a:gd name="T14" fmla="*/ 8 w 37"/>
                  <a:gd name="T15" fmla="*/ 0 h 56"/>
                  <a:gd name="T16" fmla="*/ 29 w 37"/>
                  <a:gd name="T17" fmla="*/ 42 h 56"/>
                  <a:gd name="T18" fmla="*/ 29 w 37"/>
                  <a:gd name="T19" fmla="*/ 42 h 56"/>
                  <a:gd name="T20" fmla="*/ 29 w 37"/>
                  <a:gd name="T21" fmla="*/ 0 h 56"/>
                  <a:gd name="T22" fmla="*/ 37 w 37"/>
                  <a:gd name="T23" fmla="*/ 0 h 56"/>
                  <a:gd name="T24" fmla="*/ 37 w 37"/>
                  <a:gd name="T25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7" h="56">
                    <a:moveTo>
                      <a:pt x="37" y="56"/>
                    </a:moveTo>
                    <a:lnTo>
                      <a:pt x="29" y="56"/>
                    </a:lnTo>
                    <a:lnTo>
                      <a:pt x="8" y="14"/>
                    </a:lnTo>
                    <a:lnTo>
                      <a:pt x="8" y="14"/>
                    </a:lnTo>
                    <a:lnTo>
                      <a:pt x="8" y="56"/>
                    </a:lnTo>
                    <a:lnTo>
                      <a:pt x="0" y="56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29" y="42"/>
                    </a:lnTo>
                    <a:lnTo>
                      <a:pt x="29" y="42"/>
                    </a:lnTo>
                    <a:lnTo>
                      <a:pt x="29" y="0"/>
                    </a:lnTo>
                    <a:lnTo>
                      <a:pt x="37" y="0"/>
                    </a:lnTo>
                    <a:lnTo>
                      <a:pt x="37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íŝḻîḑê">
                <a:extLst>
                  <a:ext uri="{FF2B5EF4-FFF2-40B4-BE49-F238E27FC236}">
                    <a16:creationId xmlns:a16="http://schemas.microsoft.com/office/drawing/2014/main" id="{971CEEAB-A34D-47A0-AD83-73613FE91380}"/>
                  </a:ext>
                </a:extLst>
              </p:cNvPr>
              <p:cNvSpPr/>
              <p:nvPr/>
            </p:nvSpPr>
            <p:spPr bwMode="auto">
              <a:xfrm>
                <a:off x="6340475" y="3683001"/>
                <a:ext cx="63500" cy="92075"/>
              </a:xfrm>
              <a:custGeom>
                <a:avLst/>
                <a:gdLst>
                  <a:gd name="T0" fmla="*/ 19 w 19"/>
                  <a:gd name="T1" fmla="*/ 28 h 28"/>
                  <a:gd name="T2" fmla="*/ 16 w 19"/>
                  <a:gd name="T3" fmla="*/ 28 h 28"/>
                  <a:gd name="T4" fmla="*/ 15 w 19"/>
                  <a:gd name="T5" fmla="*/ 25 h 28"/>
                  <a:gd name="T6" fmla="*/ 13 w 19"/>
                  <a:gd name="T7" fmla="*/ 27 h 28"/>
                  <a:gd name="T8" fmla="*/ 10 w 19"/>
                  <a:gd name="T9" fmla="*/ 28 h 28"/>
                  <a:gd name="T10" fmla="*/ 3 w 19"/>
                  <a:gd name="T11" fmla="*/ 24 h 28"/>
                  <a:gd name="T12" fmla="*/ 0 w 19"/>
                  <a:gd name="T13" fmla="*/ 14 h 28"/>
                  <a:gd name="T14" fmla="*/ 3 w 19"/>
                  <a:gd name="T15" fmla="*/ 3 h 28"/>
                  <a:gd name="T16" fmla="*/ 10 w 19"/>
                  <a:gd name="T17" fmla="*/ 0 h 28"/>
                  <a:gd name="T18" fmla="*/ 16 w 19"/>
                  <a:gd name="T19" fmla="*/ 2 h 28"/>
                  <a:gd name="T20" fmla="*/ 19 w 19"/>
                  <a:gd name="T21" fmla="*/ 9 h 28"/>
                  <a:gd name="T22" fmla="*/ 15 w 19"/>
                  <a:gd name="T23" fmla="*/ 9 h 28"/>
                  <a:gd name="T24" fmla="*/ 13 w 19"/>
                  <a:gd name="T25" fmla="*/ 4 h 28"/>
                  <a:gd name="T26" fmla="*/ 10 w 19"/>
                  <a:gd name="T27" fmla="*/ 3 h 28"/>
                  <a:gd name="T28" fmla="*/ 6 w 19"/>
                  <a:gd name="T29" fmla="*/ 5 h 28"/>
                  <a:gd name="T30" fmla="*/ 4 w 19"/>
                  <a:gd name="T31" fmla="*/ 14 h 28"/>
                  <a:gd name="T32" fmla="*/ 6 w 19"/>
                  <a:gd name="T33" fmla="*/ 22 h 28"/>
                  <a:gd name="T34" fmla="*/ 10 w 19"/>
                  <a:gd name="T35" fmla="*/ 24 h 28"/>
                  <a:gd name="T36" fmla="*/ 14 w 19"/>
                  <a:gd name="T37" fmla="*/ 23 h 28"/>
                  <a:gd name="T38" fmla="*/ 15 w 19"/>
                  <a:gd name="T39" fmla="*/ 18 h 28"/>
                  <a:gd name="T40" fmla="*/ 15 w 19"/>
                  <a:gd name="T41" fmla="*/ 17 h 28"/>
                  <a:gd name="T42" fmla="*/ 10 w 19"/>
                  <a:gd name="T43" fmla="*/ 17 h 28"/>
                  <a:gd name="T44" fmla="*/ 10 w 19"/>
                  <a:gd name="T45" fmla="*/ 13 h 28"/>
                  <a:gd name="T46" fmla="*/ 19 w 19"/>
                  <a:gd name="T47" fmla="*/ 13 h 28"/>
                  <a:gd name="T48" fmla="*/ 19 w 19"/>
                  <a:gd name="T49" fmla="*/ 28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9" h="28">
                    <a:moveTo>
                      <a:pt x="19" y="28"/>
                    </a:moveTo>
                    <a:cubicBezTo>
                      <a:pt x="16" y="28"/>
                      <a:pt x="16" y="28"/>
                      <a:pt x="16" y="28"/>
                    </a:cubicBezTo>
                    <a:cubicBezTo>
                      <a:pt x="15" y="25"/>
                      <a:pt x="15" y="25"/>
                      <a:pt x="15" y="25"/>
                    </a:cubicBezTo>
                    <a:cubicBezTo>
                      <a:pt x="15" y="26"/>
                      <a:pt x="14" y="26"/>
                      <a:pt x="13" y="27"/>
                    </a:cubicBezTo>
                    <a:cubicBezTo>
                      <a:pt x="12" y="27"/>
                      <a:pt x="11" y="28"/>
                      <a:pt x="10" y="28"/>
                    </a:cubicBezTo>
                    <a:cubicBezTo>
                      <a:pt x="7" y="28"/>
                      <a:pt x="5" y="26"/>
                      <a:pt x="3" y="24"/>
                    </a:cubicBezTo>
                    <a:cubicBezTo>
                      <a:pt x="1" y="22"/>
                      <a:pt x="0" y="19"/>
                      <a:pt x="0" y="14"/>
                    </a:cubicBezTo>
                    <a:cubicBezTo>
                      <a:pt x="0" y="9"/>
                      <a:pt x="1" y="6"/>
                      <a:pt x="3" y="3"/>
                    </a:cubicBezTo>
                    <a:cubicBezTo>
                      <a:pt x="4" y="1"/>
                      <a:pt x="7" y="0"/>
                      <a:pt x="10" y="0"/>
                    </a:cubicBezTo>
                    <a:cubicBezTo>
                      <a:pt x="13" y="0"/>
                      <a:pt x="15" y="1"/>
                      <a:pt x="16" y="2"/>
                    </a:cubicBezTo>
                    <a:cubicBezTo>
                      <a:pt x="18" y="4"/>
                      <a:pt x="19" y="6"/>
                      <a:pt x="19" y="9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5" y="7"/>
                      <a:pt x="14" y="5"/>
                      <a:pt x="13" y="4"/>
                    </a:cubicBezTo>
                    <a:cubicBezTo>
                      <a:pt x="13" y="3"/>
                      <a:pt x="11" y="3"/>
                      <a:pt x="10" y="3"/>
                    </a:cubicBezTo>
                    <a:cubicBezTo>
                      <a:pt x="8" y="3"/>
                      <a:pt x="7" y="4"/>
                      <a:pt x="6" y="5"/>
                    </a:cubicBezTo>
                    <a:cubicBezTo>
                      <a:pt x="5" y="7"/>
                      <a:pt x="4" y="10"/>
                      <a:pt x="4" y="14"/>
                    </a:cubicBezTo>
                    <a:cubicBezTo>
                      <a:pt x="4" y="18"/>
                      <a:pt x="5" y="21"/>
                      <a:pt x="6" y="22"/>
                    </a:cubicBezTo>
                    <a:cubicBezTo>
                      <a:pt x="7" y="24"/>
                      <a:pt x="9" y="24"/>
                      <a:pt x="10" y="24"/>
                    </a:cubicBezTo>
                    <a:cubicBezTo>
                      <a:pt x="12" y="24"/>
                      <a:pt x="13" y="24"/>
                      <a:pt x="14" y="23"/>
                    </a:cubicBezTo>
                    <a:cubicBezTo>
                      <a:pt x="15" y="22"/>
                      <a:pt x="15" y="20"/>
                      <a:pt x="15" y="18"/>
                    </a:cubicBezTo>
                    <a:cubicBezTo>
                      <a:pt x="15" y="17"/>
                      <a:pt x="15" y="17"/>
                      <a:pt x="15" y="17"/>
                    </a:cubicBezTo>
                    <a:cubicBezTo>
                      <a:pt x="10" y="17"/>
                      <a:pt x="10" y="17"/>
                      <a:pt x="10" y="17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9" y="13"/>
                      <a:pt x="19" y="13"/>
                      <a:pt x="19" y="13"/>
                    </a:cubicBezTo>
                    <a:lnTo>
                      <a:pt x="19" y="2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ïs1îḓê">
                <a:extLst>
                  <a:ext uri="{FF2B5EF4-FFF2-40B4-BE49-F238E27FC236}">
                    <a16:creationId xmlns:a16="http://schemas.microsoft.com/office/drawing/2014/main" id="{E9E026E9-AC15-4251-9F53-9B3A3D2120D2}"/>
                  </a:ext>
                </a:extLst>
              </p:cNvPr>
              <p:cNvSpPr/>
              <p:nvPr/>
            </p:nvSpPr>
            <p:spPr bwMode="auto">
              <a:xfrm>
                <a:off x="6492875" y="3683001"/>
                <a:ext cx="58738" cy="92075"/>
              </a:xfrm>
              <a:custGeom>
                <a:avLst/>
                <a:gdLst>
                  <a:gd name="T0" fmla="*/ 18 w 18"/>
                  <a:gd name="T1" fmla="*/ 19 h 28"/>
                  <a:gd name="T2" fmla="*/ 16 w 18"/>
                  <a:gd name="T3" fmla="*/ 25 h 28"/>
                  <a:gd name="T4" fmla="*/ 9 w 18"/>
                  <a:gd name="T5" fmla="*/ 28 h 28"/>
                  <a:gd name="T6" fmla="*/ 2 w 18"/>
                  <a:gd name="T7" fmla="*/ 25 h 28"/>
                  <a:gd name="T8" fmla="*/ 0 w 18"/>
                  <a:gd name="T9" fmla="*/ 19 h 28"/>
                  <a:gd name="T10" fmla="*/ 0 w 18"/>
                  <a:gd name="T11" fmla="*/ 0 h 28"/>
                  <a:gd name="T12" fmla="*/ 4 w 18"/>
                  <a:gd name="T13" fmla="*/ 0 h 28"/>
                  <a:gd name="T14" fmla="*/ 4 w 18"/>
                  <a:gd name="T15" fmla="*/ 19 h 28"/>
                  <a:gd name="T16" fmla="*/ 5 w 18"/>
                  <a:gd name="T17" fmla="*/ 23 h 28"/>
                  <a:gd name="T18" fmla="*/ 9 w 18"/>
                  <a:gd name="T19" fmla="*/ 24 h 28"/>
                  <a:gd name="T20" fmla="*/ 13 w 18"/>
                  <a:gd name="T21" fmla="*/ 23 h 28"/>
                  <a:gd name="T22" fmla="*/ 14 w 18"/>
                  <a:gd name="T23" fmla="*/ 19 h 28"/>
                  <a:gd name="T24" fmla="*/ 14 w 18"/>
                  <a:gd name="T25" fmla="*/ 0 h 28"/>
                  <a:gd name="T26" fmla="*/ 18 w 18"/>
                  <a:gd name="T27" fmla="*/ 0 h 28"/>
                  <a:gd name="T28" fmla="*/ 18 w 18"/>
                  <a:gd name="T29" fmla="*/ 19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8" h="28">
                    <a:moveTo>
                      <a:pt x="18" y="19"/>
                    </a:moveTo>
                    <a:cubicBezTo>
                      <a:pt x="18" y="22"/>
                      <a:pt x="18" y="24"/>
                      <a:pt x="16" y="25"/>
                    </a:cubicBezTo>
                    <a:cubicBezTo>
                      <a:pt x="15" y="27"/>
                      <a:pt x="12" y="28"/>
                      <a:pt x="9" y="28"/>
                    </a:cubicBezTo>
                    <a:cubicBezTo>
                      <a:pt x="6" y="28"/>
                      <a:pt x="4" y="27"/>
                      <a:pt x="2" y="25"/>
                    </a:cubicBezTo>
                    <a:cubicBezTo>
                      <a:pt x="1" y="24"/>
                      <a:pt x="0" y="22"/>
                      <a:pt x="0" y="19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21"/>
                      <a:pt x="5" y="22"/>
                      <a:pt x="5" y="23"/>
                    </a:cubicBezTo>
                    <a:cubicBezTo>
                      <a:pt x="6" y="24"/>
                      <a:pt x="8" y="24"/>
                      <a:pt x="9" y="24"/>
                    </a:cubicBezTo>
                    <a:cubicBezTo>
                      <a:pt x="11" y="24"/>
                      <a:pt x="12" y="24"/>
                      <a:pt x="13" y="23"/>
                    </a:cubicBezTo>
                    <a:cubicBezTo>
                      <a:pt x="14" y="22"/>
                      <a:pt x="14" y="21"/>
                      <a:pt x="14" y="19"/>
                    </a:cubicBezTo>
                    <a:cubicBezTo>
                      <a:pt x="14" y="0"/>
                      <a:pt x="14" y="0"/>
                      <a:pt x="14" y="0"/>
                    </a:cubicBezTo>
                    <a:cubicBezTo>
                      <a:pt x="18" y="0"/>
                      <a:pt x="18" y="0"/>
                      <a:pt x="18" y="0"/>
                    </a:cubicBezTo>
                    <a:lnTo>
                      <a:pt x="18" y="1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îṩḷídè">
                <a:extLst>
                  <a:ext uri="{FF2B5EF4-FFF2-40B4-BE49-F238E27FC236}">
                    <a16:creationId xmlns:a16="http://schemas.microsoft.com/office/drawing/2014/main" id="{8D719820-5EE2-44CB-ADE7-FBF794D06C97}"/>
                  </a:ext>
                </a:extLst>
              </p:cNvPr>
              <p:cNvSpPr/>
              <p:nvPr/>
            </p:nvSpPr>
            <p:spPr bwMode="auto">
              <a:xfrm>
                <a:off x="6697663" y="3683001"/>
                <a:ext cx="12700" cy="889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0" name="ïśľiďé">
                <a:extLst>
                  <a:ext uri="{FF2B5EF4-FFF2-40B4-BE49-F238E27FC236}">
                    <a16:creationId xmlns:a16="http://schemas.microsoft.com/office/drawing/2014/main" id="{F1A537BC-8CE6-4592-B04D-5C3F51F74AAA}"/>
                  </a:ext>
                </a:extLst>
              </p:cNvPr>
              <p:cNvSpPr/>
              <p:nvPr/>
            </p:nvSpPr>
            <p:spPr bwMode="auto">
              <a:xfrm>
                <a:off x="6759575" y="3683001"/>
                <a:ext cx="69850" cy="92075"/>
              </a:xfrm>
              <a:custGeom>
                <a:avLst/>
                <a:gdLst>
                  <a:gd name="T0" fmla="*/ 44 w 44"/>
                  <a:gd name="T1" fmla="*/ 0 h 58"/>
                  <a:gd name="T2" fmla="*/ 25 w 44"/>
                  <a:gd name="T3" fmla="*/ 58 h 58"/>
                  <a:gd name="T4" fmla="*/ 19 w 44"/>
                  <a:gd name="T5" fmla="*/ 58 h 58"/>
                  <a:gd name="T6" fmla="*/ 0 w 44"/>
                  <a:gd name="T7" fmla="*/ 0 h 58"/>
                  <a:gd name="T8" fmla="*/ 9 w 44"/>
                  <a:gd name="T9" fmla="*/ 0 h 58"/>
                  <a:gd name="T10" fmla="*/ 21 w 44"/>
                  <a:gd name="T11" fmla="*/ 44 h 58"/>
                  <a:gd name="T12" fmla="*/ 21 w 44"/>
                  <a:gd name="T13" fmla="*/ 44 h 58"/>
                  <a:gd name="T14" fmla="*/ 36 w 44"/>
                  <a:gd name="T15" fmla="*/ 0 h 58"/>
                  <a:gd name="T16" fmla="*/ 44 w 44"/>
                  <a:gd name="T17" fmla="*/ 0 h 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4" h="58">
                    <a:moveTo>
                      <a:pt x="44" y="0"/>
                    </a:moveTo>
                    <a:lnTo>
                      <a:pt x="25" y="58"/>
                    </a:lnTo>
                    <a:lnTo>
                      <a:pt x="19" y="58"/>
                    </a:lnTo>
                    <a:lnTo>
                      <a:pt x="0" y="0"/>
                    </a:lnTo>
                    <a:lnTo>
                      <a:pt x="9" y="0"/>
                    </a:lnTo>
                    <a:lnTo>
                      <a:pt x="21" y="44"/>
                    </a:lnTo>
                    <a:lnTo>
                      <a:pt x="21" y="44"/>
                    </a:lnTo>
                    <a:lnTo>
                      <a:pt x="36" y="0"/>
                    </a:lnTo>
                    <a:lnTo>
                      <a:pt x="4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í$ḻíďe">
                <a:extLst>
                  <a:ext uri="{FF2B5EF4-FFF2-40B4-BE49-F238E27FC236}">
                    <a16:creationId xmlns:a16="http://schemas.microsoft.com/office/drawing/2014/main" id="{1F055E10-2CFA-402D-B4BE-6C484B6F726F}"/>
                  </a:ext>
                </a:extLst>
              </p:cNvPr>
              <p:cNvSpPr/>
              <p:nvPr/>
            </p:nvSpPr>
            <p:spPr bwMode="auto">
              <a:xfrm>
                <a:off x="6856413" y="3683001"/>
                <a:ext cx="58738" cy="88900"/>
              </a:xfrm>
              <a:custGeom>
                <a:avLst/>
                <a:gdLst>
                  <a:gd name="T0" fmla="*/ 37 w 37"/>
                  <a:gd name="T1" fmla="*/ 56 h 56"/>
                  <a:gd name="T2" fmla="*/ 0 w 37"/>
                  <a:gd name="T3" fmla="*/ 56 h 56"/>
                  <a:gd name="T4" fmla="*/ 0 w 37"/>
                  <a:gd name="T5" fmla="*/ 0 h 56"/>
                  <a:gd name="T6" fmla="*/ 35 w 37"/>
                  <a:gd name="T7" fmla="*/ 0 h 56"/>
                  <a:gd name="T8" fmla="*/ 35 w 37"/>
                  <a:gd name="T9" fmla="*/ 6 h 56"/>
                  <a:gd name="T10" fmla="*/ 8 w 37"/>
                  <a:gd name="T11" fmla="*/ 6 h 56"/>
                  <a:gd name="T12" fmla="*/ 8 w 37"/>
                  <a:gd name="T13" fmla="*/ 23 h 56"/>
                  <a:gd name="T14" fmla="*/ 33 w 37"/>
                  <a:gd name="T15" fmla="*/ 23 h 56"/>
                  <a:gd name="T16" fmla="*/ 33 w 37"/>
                  <a:gd name="T17" fmla="*/ 29 h 56"/>
                  <a:gd name="T18" fmla="*/ 8 w 37"/>
                  <a:gd name="T19" fmla="*/ 29 h 56"/>
                  <a:gd name="T20" fmla="*/ 8 w 37"/>
                  <a:gd name="T21" fmla="*/ 50 h 56"/>
                  <a:gd name="T22" fmla="*/ 37 w 37"/>
                  <a:gd name="T23" fmla="*/ 50 h 56"/>
                  <a:gd name="T24" fmla="*/ 37 w 37"/>
                  <a:gd name="T25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7" h="56">
                    <a:moveTo>
                      <a:pt x="37" y="56"/>
                    </a:moveTo>
                    <a:lnTo>
                      <a:pt x="0" y="56"/>
                    </a:lnTo>
                    <a:lnTo>
                      <a:pt x="0" y="0"/>
                    </a:lnTo>
                    <a:lnTo>
                      <a:pt x="35" y="0"/>
                    </a:lnTo>
                    <a:lnTo>
                      <a:pt x="35" y="6"/>
                    </a:lnTo>
                    <a:lnTo>
                      <a:pt x="8" y="6"/>
                    </a:lnTo>
                    <a:lnTo>
                      <a:pt x="8" y="23"/>
                    </a:lnTo>
                    <a:lnTo>
                      <a:pt x="33" y="23"/>
                    </a:lnTo>
                    <a:lnTo>
                      <a:pt x="33" y="29"/>
                    </a:lnTo>
                    <a:lnTo>
                      <a:pt x="8" y="29"/>
                    </a:lnTo>
                    <a:lnTo>
                      <a:pt x="8" y="50"/>
                    </a:lnTo>
                    <a:lnTo>
                      <a:pt x="37" y="50"/>
                    </a:lnTo>
                    <a:lnTo>
                      <a:pt x="37" y="5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ïs1ídê">
                <a:extLst>
                  <a:ext uri="{FF2B5EF4-FFF2-40B4-BE49-F238E27FC236}">
                    <a16:creationId xmlns:a16="http://schemas.microsoft.com/office/drawing/2014/main" id="{C087F13B-04DA-4831-9592-B08E3C555064}"/>
                  </a:ext>
                </a:extLst>
              </p:cNvPr>
              <p:cNvSpPr/>
              <p:nvPr/>
            </p:nvSpPr>
            <p:spPr bwMode="auto">
              <a:xfrm>
                <a:off x="6945313" y="3683001"/>
                <a:ext cx="63500" cy="88900"/>
              </a:xfrm>
              <a:custGeom>
                <a:avLst/>
                <a:gdLst>
                  <a:gd name="T0" fmla="*/ 19 w 19"/>
                  <a:gd name="T1" fmla="*/ 27 h 27"/>
                  <a:gd name="T2" fmla="*/ 15 w 19"/>
                  <a:gd name="T3" fmla="*/ 27 h 27"/>
                  <a:gd name="T4" fmla="*/ 9 w 19"/>
                  <a:gd name="T5" fmla="*/ 15 h 27"/>
                  <a:gd name="T6" fmla="*/ 4 w 19"/>
                  <a:gd name="T7" fmla="*/ 15 h 27"/>
                  <a:gd name="T8" fmla="*/ 4 w 19"/>
                  <a:gd name="T9" fmla="*/ 27 h 27"/>
                  <a:gd name="T10" fmla="*/ 0 w 19"/>
                  <a:gd name="T11" fmla="*/ 27 h 27"/>
                  <a:gd name="T12" fmla="*/ 0 w 19"/>
                  <a:gd name="T13" fmla="*/ 0 h 27"/>
                  <a:gd name="T14" fmla="*/ 9 w 19"/>
                  <a:gd name="T15" fmla="*/ 0 h 27"/>
                  <a:gd name="T16" fmla="*/ 16 w 19"/>
                  <a:gd name="T17" fmla="*/ 2 h 27"/>
                  <a:gd name="T18" fmla="*/ 19 w 19"/>
                  <a:gd name="T19" fmla="*/ 8 h 27"/>
                  <a:gd name="T20" fmla="*/ 17 w 19"/>
                  <a:gd name="T21" fmla="*/ 13 h 27"/>
                  <a:gd name="T22" fmla="*/ 13 w 19"/>
                  <a:gd name="T23" fmla="*/ 15 h 27"/>
                  <a:gd name="T24" fmla="*/ 19 w 19"/>
                  <a:gd name="T25" fmla="*/ 27 h 27"/>
                  <a:gd name="T26" fmla="*/ 14 w 19"/>
                  <a:gd name="T27" fmla="*/ 8 h 27"/>
                  <a:gd name="T28" fmla="*/ 13 w 19"/>
                  <a:gd name="T29" fmla="*/ 4 h 27"/>
                  <a:gd name="T30" fmla="*/ 8 w 19"/>
                  <a:gd name="T31" fmla="*/ 3 h 27"/>
                  <a:gd name="T32" fmla="*/ 4 w 19"/>
                  <a:gd name="T33" fmla="*/ 3 h 27"/>
                  <a:gd name="T34" fmla="*/ 4 w 19"/>
                  <a:gd name="T35" fmla="*/ 12 h 27"/>
                  <a:gd name="T36" fmla="*/ 9 w 19"/>
                  <a:gd name="T37" fmla="*/ 12 h 27"/>
                  <a:gd name="T38" fmla="*/ 13 w 19"/>
                  <a:gd name="T39" fmla="*/ 11 h 27"/>
                  <a:gd name="T40" fmla="*/ 14 w 19"/>
                  <a:gd name="T41" fmla="*/ 8 h 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9" h="27">
                    <a:moveTo>
                      <a:pt x="19" y="27"/>
                    </a:moveTo>
                    <a:cubicBezTo>
                      <a:pt x="15" y="27"/>
                      <a:pt x="15" y="27"/>
                      <a:pt x="15" y="27"/>
                    </a:cubicBezTo>
                    <a:cubicBezTo>
                      <a:pt x="9" y="15"/>
                      <a:pt x="9" y="15"/>
                      <a:pt x="9" y="15"/>
                    </a:cubicBezTo>
                    <a:cubicBezTo>
                      <a:pt x="4" y="15"/>
                      <a:pt x="4" y="15"/>
                      <a:pt x="4" y="15"/>
                    </a:cubicBezTo>
                    <a:cubicBezTo>
                      <a:pt x="4" y="27"/>
                      <a:pt x="4" y="27"/>
                      <a:pt x="4" y="27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12" y="0"/>
                      <a:pt x="14" y="1"/>
                      <a:pt x="16" y="2"/>
                    </a:cubicBezTo>
                    <a:cubicBezTo>
                      <a:pt x="18" y="3"/>
                      <a:pt x="19" y="5"/>
                      <a:pt x="19" y="8"/>
                    </a:cubicBezTo>
                    <a:cubicBezTo>
                      <a:pt x="19" y="10"/>
                      <a:pt x="18" y="12"/>
                      <a:pt x="17" y="13"/>
                    </a:cubicBezTo>
                    <a:cubicBezTo>
                      <a:pt x="16" y="14"/>
                      <a:pt x="14" y="15"/>
                      <a:pt x="13" y="15"/>
                    </a:cubicBezTo>
                    <a:cubicBezTo>
                      <a:pt x="19" y="27"/>
                      <a:pt x="19" y="27"/>
                      <a:pt x="19" y="27"/>
                    </a:cubicBezTo>
                    <a:close/>
                    <a:moveTo>
                      <a:pt x="14" y="8"/>
                    </a:moveTo>
                    <a:cubicBezTo>
                      <a:pt x="14" y="6"/>
                      <a:pt x="14" y="5"/>
                      <a:pt x="13" y="4"/>
                    </a:cubicBezTo>
                    <a:cubicBezTo>
                      <a:pt x="12" y="3"/>
                      <a:pt x="10" y="3"/>
                      <a:pt x="8" y="3"/>
                    </a:cubicBezTo>
                    <a:cubicBezTo>
                      <a:pt x="4" y="3"/>
                      <a:pt x="4" y="3"/>
                      <a:pt x="4" y="3"/>
                    </a:cubicBezTo>
                    <a:cubicBezTo>
                      <a:pt x="4" y="12"/>
                      <a:pt x="4" y="12"/>
                      <a:pt x="4" y="12"/>
                    </a:cubicBezTo>
                    <a:cubicBezTo>
                      <a:pt x="9" y="12"/>
                      <a:pt x="9" y="12"/>
                      <a:pt x="9" y="12"/>
                    </a:cubicBezTo>
                    <a:cubicBezTo>
                      <a:pt x="11" y="12"/>
                      <a:pt x="12" y="12"/>
                      <a:pt x="13" y="11"/>
                    </a:cubicBezTo>
                    <a:cubicBezTo>
                      <a:pt x="14" y="11"/>
                      <a:pt x="14" y="9"/>
                      <a:pt x="14" y="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í$ļíḋê">
                <a:extLst>
                  <a:ext uri="{FF2B5EF4-FFF2-40B4-BE49-F238E27FC236}">
                    <a16:creationId xmlns:a16="http://schemas.microsoft.com/office/drawing/2014/main" id="{898E2424-A94E-4BE8-B296-4E14EF6AAAEF}"/>
                  </a:ext>
                </a:extLst>
              </p:cNvPr>
              <p:cNvSpPr/>
              <p:nvPr/>
            </p:nvSpPr>
            <p:spPr bwMode="auto">
              <a:xfrm>
                <a:off x="7034213" y="3683001"/>
                <a:ext cx="63500" cy="92075"/>
              </a:xfrm>
              <a:custGeom>
                <a:avLst/>
                <a:gdLst>
                  <a:gd name="T0" fmla="*/ 19 w 19"/>
                  <a:gd name="T1" fmla="*/ 20 h 28"/>
                  <a:gd name="T2" fmla="*/ 17 w 19"/>
                  <a:gd name="T3" fmla="*/ 25 h 28"/>
                  <a:gd name="T4" fmla="*/ 10 w 19"/>
                  <a:gd name="T5" fmla="*/ 28 h 28"/>
                  <a:gd name="T6" fmla="*/ 3 w 19"/>
                  <a:gd name="T7" fmla="*/ 25 h 28"/>
                  <a:gd name="T8" fmla="*/ 0 w 19"/>
                  <a:gd name="T9" fmla="*/ 20 h 28"/>
                  <a:gd name="T10" fmla="*/ 0 w 19"/>
                  <a:gd name="T11" fmla="*/ 19 h 28"/>
                  <a:gd name="T12" fmla="*/ 4 w 19"/>
                  <a:gd name="T13" fmla="*/ 19 h 28"/>
                  <a:gd name="T14" fmla="*/ 4 w 19"/>
                  <a:gd name="T15" fmla="*/ 20 h 28"/>
                  <a:gd name="T16" fmla="*/ 6 w 19"/>
                  <a:gd name="T17" fmla="*/ 23 h 28"/>
                  <a:gd name="T18" fmla="*/ 10 w 19"/>
                  <a:gd name="T19" fmla="*/ 24 h 28"/>
                  <a:gd name="T20" fmla="*/ 14 w 19"/>
                  <a:gd name="T21" fmla="*/ 23 h 28"/>
                  <a:gd name="T22" fmla="*/ 15 w 19"/>
                  <a:gd name="T23" fmla="*/ 20 h 28"/>
                  <a:gd name="T24" fmla="*/ 13 w 19"/>
                  <a:gd name="T25" fmla="*/ 17 h 28"/>
                  <a:gd name="T26" fmla="*/ 9 w 19"/>
                  <a:gd name="T27" fmla="*/ 14 h 28"/>
                  <a:gd name="T28" fmla="*/ 3 w 19"/>
                  <a:gd name="T29" fmla="*/ 11 h 28"/>
                  <a:gd name="T30" fmla="*/ 1 w 19"/>
                  <a:gd name="T31" fmla="*/ 7 h 28"/>
                  <a:gd name="T32" fmla="*/ 3 w 19"/>
                  <a:gd name="T33" fmla="*/ 2 h 28"/>
                  <a:gd name="T34" fmla="*/ 10 w 19"/>
                  <a:gd name="T35" fmla="*/ 0 h 28"/>
                  <a:gd name="T36" fmla="*/ 16 w 19"/>
                  <a:gd name="T37" fmla="*/ 2 h 28"/>
                  <a:gd name="T38" fmla="*/ 18 w 19"/>
                  <a:gd name="T39" fmla="*/ 7 h 28"/>
                  <a:gd name="T40" fmla="*/ 14 w 19"/>
                  <a:gd name="T41" fmla="*/ 7 h 28"/>
                  <a:gd name="T42" fmla="*/ 13 w 19"/>
                  <a:gd name="T43" fmla="*/ 4 h 28"/>
                  <a:gd name="T44" fmla="*/ 10 w 19"/>
                  <a:gd name="T45" fmla="*/ 3 h 28"/>
                  <a:gd name="T46" fmla="*/ 6 w 19"/>
                  <a:gd name="T47" fmla="*/ 4 h 28"/>
                  <a:gd name="T48" fmla="*/ 5 w 19"/>
                  <a:gd name="T49" fmla="*/ 7 h 28"/>
                  <a:gd name="T50" fmla="*/ 6 w 19"/>
                  <a:gd name="T51" fmla="*/ 9 h 28"/>
                  <a:gd name="T52" fmla="*/ 11 w 19"/>
                  <a:gd name="T53" fmla="*/ 12 h 28"/>
                  <a:gd name="T54" fmla="*/ 17 w 19"/>
                  <a:gd name="T55" fmla="*/ 15 h 28"/>
                  <a:gd name="T56" fmla="*/ 19 w 19"/>
                  <a:gd name="T57" fmla="*/ 2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9" h="28">
                    <a:moveTo>
                      <a:pt x="19" y="20"/>
                    </a:moveTo>
                    <a:cubicBezTo>
                      <a:pt x="19" y="22"/>
                      <a:pt x="18" y="24"/>
                      <a:pt x="17" y="25"/>
                    </a:cubicBezTo>
                    <a:cubicBezTo>
                      <a:pt x="15" y="27"/>
                      <a:pt x="13" y="28"/>
                      <a:pt x="10" y="28"/>
                    </a:cubicBezTo>
                    <a:cubicBezTo>
                      <a:pt x="7" y="28"/>
                      <a:pt x="4" y="27"/>
                      <a:pt x="3" y="25"/>
                    </a:cubicBezTo>
                    <a:cubicBezTo>
                      <a:pt x="1" y="24"/>
                      <a:pt x="0" y="22"/>
                      <a:pt x="0" y="20"/>
                    </a:cubicBezTo>
                    <a:cubicBezTo>
                      <a:pt x="0" y="19"/>
                      <a:pt x="0" y="19"/>
                      <a:pt x="0" y="19"/>
                    </a:cubicBezTo>
                    <a:cubicBezTo>
                      <a:pt x="4" y="19"/>
                      <a:pt x="4" y="19"/>
                      <a:pt x="4" y="19"/>
                    </a:cubicBezTo>
                    <a:cubicBezTo>
                      <a:pt x="4" y="20"/>
                      <a:pt x="4" y="20"/>
                      <a:pt x="4" y="20"/>
                    </a:cubicBezTo>
                    <a:cubicBezTo>
                      <a:pt x="4" y="21"/>
                      <a:pt x="5" y="22"/>
                      <a:pt x="6" y="23"/>
                    </a:cubicBezTo>
                    <a:cubicBezTo>
                      <a:pt x="7" y="24"/>
                      <a:pt x="8" y="24"/>
                      <a:pt x="10" y="24"/>
                    </a:cubicBezTo>
                    <a:cubicBezTo>
                      <a:pt x="11" y="24"/>
                      <a:pt x="13" y="24"/>
                      <a:pt x="14" y="23"/>
                    </a:cubicBezTo>
                    <a:cubicBezTo>
                      <a:pt x="15" y="22"/>
                      <a:pt x="15" y="21"/>
                      <a:pt x="15" y="20"/>
                    </a:cubicBezTo>
                    <a:cubicBezTo>
                      <a:pt x="15" y="19"/>
                      <a:pt x="15" y="18"/>
                      <a:pt x="13" y="17"/>
                    </a:cubicBezTo>
                    <a:cubicBezTo>
                      <a:pt x="12" y="16"/>
                      <a:pt x="11" y="15"/>
                      <a:pt x="9" y="14"/>
                    </a:cubicBezTo>
                    <a:cubicBezTo>
                      <a:pt x="6" y="13"/>
                      <a:pt x="4" y="12"/>
                      <a:pt x="3" y="11"/>
                    </a:cubicBezTo>
                    <a:cubicBezTo>
                      <a:pt x="1" y="10"/>
                      <a:pt x="1" y="9"/>
                      <a:pt x="1" y="7"/>
                    </a:cubicBezTo>
                    <a:cubicBezTo>
                      <a:pt x="1" y="5"/>
                      <a:pt x="2" y="3"/>
                      <a:pt x="3" y="2"/>
                    </a:cubicBezTo>
                    <a:cubicBezTo>
                      <a:pt x="5" y="0"/>
                      <a:pt x="7" y="0"/>
                      <a:pt x="10" y="0"/>
                    </a:cubicBezTo>
                    <a:cubicBezTo>
                      <a:pt x="13" y="0"/>
                      <a:pt x="15" y="0"/>
                      <a:pt x="16" y="2"/>
                    </a:cubicBezTo>
                    <a:cubicBezTo>
                      <a:pt x="18" y="4"/>
                      <a:pt x="18" y="5"/>
                      <a:pt x="18" y="7"/>
                    </a:cubicBezTo>
                    <a:cubicBezTo>
                      <a:pt x="14" y="7"/>
                      <a:pt x="14" y="7"/>
                      <a:pt x="14" y="7"/>
                    </a:cubicBezTo>
                    <a:cubicBezTo>
                      <a:pt x="14" y="6"/>
                      <a:pt x="14" y="5"/>
                      <a:pt x="13" y="4"/>
                    </a:cubicBezTo>
                    <a:cubicBezTo>
                      <a:pt x="12" y="3"/>
                      <a:pt x="11" y="3"/>
                      <a:pt x="10" y="3"/>
                    </a:cubicBezTo>
                    <a:cubicBezTo>
                      <a:pt x="8" y="3"/>
                      <a:pt x="7" y="3"/>
                      <a:pt x="6" y="4"/>
                    </a:cubicBezTo>
                    <a:cubicBezTo>
                      <a:pt x="5" y="5"/>
                      <a:pt x="5" y="5"/>
                      <a:pt x="5" y="7"/>
                    </a:cubicBezTo>
                    <a:cubicBezTo>
                      <a:pt x="5" y="8"/>
                      <a:pt x="5" y="8"/>
                      <a:pt x="6" y="9"/>
                    </a:cubicBezTo>
                    <a:cubicBezTo>
                      <a:pt x="7" y="10"/>
                      <a:pt x="8" y="11"/>
                      <a:pt x="11" y="12"/>
                    </a:cubicBezTo>
                    <a:cubicBezTo>
                      <a:pt x="14" y="13"/>
                      <a:pt x="16" y="14"/>
                      <a:pt x="17" y="15"/>
                    </a:cubicBezTo>
                    <a:cubicBezTo>
                      <a:pt x="18" y="16"/>
                      <a:pt x="19" y="18"/>
                      <a:pt x="19" y="2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îśľídè">
                <a:extLst>
                  <a:ext uri="{FF2B5EF4-FFF2-40B4-BE49-F238E27FC236}">
                    <a16:creationId xmlns:a16="http://schemas.microsoft.com/office/drawing/2014/main" id="{31B755ED-55A4-45AC-9B0C-70B67F6A3BDD}"/>
                  </a:ext>
                </a:extLst>
              </p:cNvPr>
              <p:cNvSpPr/>
              <p:nvPr/>
            </p:nvSpPr>
            <p:spPr bwMode="auto">
              <a:xfrm>
                <a:off x="7150100" y="3683001"/>
                <a:ext cx="12700" cy="88900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işḷîḑe">
                <a:extLst>
                  <a:ext uri="{FF2B5EF4-FFF2-40B4-BE49-F238E27FC236}">
                    <a16:creationId xmlns:a16="http://schemas.microsoft.com/office/drawing/2014/main" id="{3DCBB421-CBF5-4685-84E4-AEBDF3B265CC}"/>
                  </a:ext>
                </a:extLst>
              </p:cNvPr>
              <p:cNvSpPr/>
              <p:nvPr/>
            </p:nvSpPr>
            <p:spPr bwMode="auto">
              <a:xfrm>
                <a:off x="7216775" y="3683001"/>
                <a:ext cx="61913" cy="88900"/>
              </a:xfrm>
              <a:custGeom>
                <a:avLst/>
                <a:gdLst>
                  <a:gd name="T0" fmla="*/ 39 w 39"/>
                  <a:gd name="T1" fmla="*/ 6 h 56"/>
                  <a:gd name="T2" fmla="*/ 25 w 39"/>
                  <a:gd name="T3" fmla="*/ 6 h 56"/>
                  <a:gd name="T4" fmla="*/ 25 w 39"/>
                  <a:gd name="T5" fmla="*/ 56 h 56"/>
                  <a:gd name="T6" fmla="*/ 14 w 39"/>
                  <a:gd name="T7" fmla="*/ 56 h 56"/>
                  <a:gd name="T8" fmla="*/ 14 w 39"/>
                  <a:gd name="T9" fmla="*/ 6 h 56"/>
                  <a:gd name="T10" fmla="*/ 0 w 39"/>
                  <a:gd name="T11" fmla="*/ 6 h 56"/>
                  <a:gd name="T12" fmla="*/ 0 w 39"/>
                  <a:gd name="T13" fmla="*/ 0 h 56"/>
                  <a:gd name="T14" fmla="*/ 39 w 39"/>
                  <a:gd name="T15" fmla="*/ 0 h 56"/>
                  <a:gd name="T16" fmla="*/ 39 w 39"/>
                  <a:gd name="T17" fmla="*/ 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9" h="56">
                    <a:moveTo>
                      <a:pt x="39" y="6"/>
                    </a:moveTo>
                    <a:lnTo>
                      <a:pt x="25" y="6"/>
                    </a:lnTo>
                    <a:lnTo>
                      <a:pt x="25" y="56"/>
                    </a:lnTo>
                    <a:lnTo>
                      <a:pt x="14" y="56"/>
                    </a:lnTo>
                    <a:lnTo>
                      <a:pt x="14" y="6"/>
                    </a:lnTo>
                    <a:lnTo>
                      <a:pt x="0" y="6"/>
                    </a:lnTo>
                    <a:lnTo>
                      <a:pt x="0" y="0"/>
                    </a:lnTo>
                    <a:lnTo>
                      <a:pt x="39" y="0"/>
                    </a:lnTo>
                    <a:lnTo>
                      <a:pt x="39" y="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íṧlîḍé">
                <a:extLst>
                  <a:ext uri="{FF2B5EF4-FFF2-40B4-BE49-F238E27FC236}">
                    <a16:creationId xmlns:a16="http://schemas.microsoft.com/office/drawing/2014/main" id="{63B6AFD3-88CC-4304-B96B-B18132DD2423}"/>
                  </a:ext>
                </a:extLst>
              </p:cNvPr>
              <p:cNvSpPr/>
              <p:nvPr/>
            </p:nvSpPr>
            <p:spPr bwMode="auto">
              <a:xfrm>
                <a:off x="7302500" y="3683001"/>
                <a:ext cx="69850" cy="88900"/>
              </a:xfrm>
              <a:custGeom>
                <a:avLst/>
                <a:gdLst>
                  <a:gd name="T0" fmla="*/ 44 w 44"/>
                  <a:gd name="T1" fmla="*/ 0 h 56"/>
                  <a:gd name="T2" fmla="*/ 27 w 44"/>
                  <a:gd name="T3" fmla="*/ 31 h 56"/>
                  <a:gd name="T4" fmla="*/ 27 w 44"/>
                  <a:gd name="T5" fmla="*/ 56 h 56"/>
                  <a:gd name="T6" fmla="*/ 19 w 44"/>
                  <a:gd name="T7" fmla="*/ 56 h 56"/>
                  <a:gd name="T8" fmla="*/ 19 w 44"/>
                  <a:gd name="T9" fmla="*/ 31 h 56"/>
                  <a:gd name="T10" fmla="*/ 0 w 44"/>
                  <a:gd name="T11" fmla="*/ 0 h 56"/>
                  <a:gd name="T12" fmla="*/ 10 w 44"/>
                  <a:gd name="T13" fmla="*/ 0 h 56"/>
                  <a:gd name="T14" fmla="*/ 23 w 44"/>
                  <a:gd name="T15" fmla="*/ 25 h 56"/>
                  <a:gd name="T16" fmla="*/ 23 w 44"/>
                  <a:gd name="T17" fmla="*/ 25 h 56"/>
                  <a:gd name="T18" fmla="*/ 35 w 44"/>
                  <a:gd name="T19" fmla="*/ 0 h 56"/>
                  <a:gd name="T20" fmla="*/ 44 w 44"/>
                  <a:gd name="T21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44" h="56">
                    <a:moveTo>
                      <a:pt x="44" y="0"/>
                    </a:moveTo>
                    <a:lnTo>
                      <a:pt x="27" y="31"/>
                    </a:lnTo>
                    <a:lnTo>
                      <a:pt x="27" y="56"/>
                    </a:lnTo>
                    <a:lnTo>
                      <a:pt x="19" y="56"/>
                    </a:lnTo>
                    <a:lnTo>
                      <a:pt x="19" y="31"/>
                    </a:lnTo>
                    <a:lnTo>
                      <a:pt x="0" y="0"/>
                    </a:lnTo>
                    <a:lnTo>
                      <a:pt x="10" y="0"/>
                    </a:lnTo>
                    <a:lnTo>
                      <a:pt x="23" y="25"/>
                    </a:lnTo>
                    <a:lnTo>
                      <a:pt x="23" y="25"/>
                    </a:lnTo>
                    <a:lnTo>
                      <a:pt x="35" y="0"/>
                    </a:lnTo>
                    <a:lnTo>
                      <a:pt x="44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>
                  <a:lnSpc>
                    <a:spcPct val="120000"/>
                  </a:lnSpc>
                </a:pPr>
                <a:endParaRPr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79" name="椭圆 78">
            <a:extLst>
              <a:ext uri="{FF2B5EF4-FFF2-40B4-BE49-F238E27FC236}">
                <a16:creationId xmlns:a16="http://schemas.microsoft.com/office/drawing/2014/main" id="{17A0839A-F82F-4AF3-BE0C-B059F11A609F}"/>
              </a:ext>
            </a:extLst>
          </p:cNvPr>
          <p:cNvSpPr/>
          <p:nvPr/>
        </p:nvSpPr>
        <p:spPr>
          <a:xfrm>
            <a:off x="1977651" y="4001128"/>
            <a:ext cx="915754" cy="927974"/>
          </a:xfrm>
          <a:prstGeom prst="ellipse">
            <a:avLst/>
          </a:prstGeom>
          <a:solidFill>
            <a:srgbClr val="F04049"/>
          </a:solidFill>
          <a:ln>
            <a:noFill/>
          </a:ln>
          <a:effectLst>
            <a:outerShdw blurRad="101600" dist="38100" dir="5400000" algn="t" rotWithShape="0">
              <a:schemeClr val="bg2">
                <a:lumMod val="50000"/>
                <a:alpha val="40000"/>
              </a:scheme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zh-CN" sz="5400" b="1" dirty="0">
                <a:solidFill>
                  <a:schemeClr val="bg1"/>
                </a:solidFill>
                <a:effectLst>
                  <a:innerShdw blurRad="127000">
                    <a:schemeClr val="bg1">
                      <a:lumMod val="50000"/>
                      <a:alpha val="85000"/>
                    </a:schemeClr>
                  </a:innerShdw>
                </a:effectLst>
                <a:cs typeface="+mn-ea"/>
                <a:sym typeface="+mn-lt"/>
              </a:rPr>
              <a:t>8</a:t>
            </a:r>
            <a:endParaRPr lang="zh-CN" altLang="en-US" sz="5400" b="1" dirty="0">
              <a:solidFill>
                <a:schemeClr val="bg1"/>
              </a:solidFill>
              <a:effectLst>
                <a:innerShdw blurRad="127000">
                  <a:schemeClr val="bg1">
                    <a:lumMod val="50000"/>
                    <a:alpha val="85000"/>
                  </a:schemeClr>
                </a:innerShdw>
              </a:effectLst>
              <a:cs typeface="+mn-ea"/>
              <a:sym typeface="+mn-lt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AD6D6B3-BCF0-4E7E-9E0F-696945C0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15290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AAB6BC10-45DD-4477-83AF-883480AFB742}"/>
              </a:ext>
            </a:extLst>
          </p:cNvPr>
          <p:cNvGrpSpPr/>
          <p:nvPr/>
        </p:nvGrpSpPr>
        <p:grpSpPr>
          <a:xfrm>
            <a:off x="182880" y="480847"/>
            <a:ext cx="7410450" cy="523220"/>
            <a:chOff x="190500" y="383560"/>
            <a:chExt cx="7410450" cy="523220"/>
          </a:xfrm>
        </p:grpSpPr>
        <p:sp>
          <p:nvSpPr>
            <p:cNvPr id="36" name="平行四边形 35">
              <a:extLst>
                <a:ext uri="{FF2B5EF4-FFF2-40B4-BE49-F238E27FC236}">
                  <a16:creationId xmlns:a16="http://schemas.microsoft.com/office/drawing/2014/main" id="{F40A7694-6484-44E1-99C7-EDE95D900592}"/>
                </a:ext>
              </a:extLst>
            </p:cNvPr>
            <p:cNvSpPr/>
            <p:nvPr/>
          </p:nvSpPr>
          <p:spPr>
            <a:xfrm>
              <a:off x="190500" y="533400"/>
              <a:ext cx="845820" cy="373380"/>
            </a:xfrm>
            <a:prstGeom prst="parallelogram">
              <a:avLst/>
            </a:prstGeom>
            <a:solidFill>
              <a:srgbClr val="F04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FDB29133-41AD-4B3B-906E-5DEE9B7FE047}"/>
                </a:ext>
              </a:extLst>
            </p:cNvPr>
            <p:cNvSpPr txBox="1"/>
            <p:nvPr/>
          </p:nvSpPr>
          <p:spPr>
            <a:xfrm>
              <a:off x="506730" y="383560"/>
              <a:ext cx="70942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</a:t>
              </a:r>
              <a:r>
                <a:rPr lang="en-US" altLang="zh-CN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讲解</a:t>
              </a:r>
              <a:endPara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E5B60183-BC48-4A9B-803F-FE5CBF31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34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占位符 2">
                <a:extLst>
                  <a:ext uri="{FF2B5EF4-FFF2-40B4-BE49-F238E27FC236}">
                    <a16:creationId xmlns:a16="http://schemas.microsoft.com/office/drawing/2014/main" id="{59C70B2F-93BC-924C-853C-4D759827F989}"/>
                  </a:ext>
                </a:extLst>
              </p:cNvPr>
              <p:cNvSpPr/>
              <p:nvPr/>
            </p:nvSpPr>
            <p:spPr>
              <a:xfrm>
                <a:off x="628650" y="1232602"/>
                <a:ext cx="7702480" cy="54888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101600" tIns="0" rIns="82550" bIns="0" numCol="1" anchor="t" anchorCtr="0" compatLnSpc="1">
                <a:normAutofit/>
              </a:bodyPr>
              <a:lstStyle>
                <a:lvl1pPr marL="2286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1pPr>
                <a:lvl2pPr marL="6858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2pPr>
                <a:lvl3pPr marL="11430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3pPr>
                <a:lvl4pPr marL="16002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4pPr>
                <a:lvl5pPr marL="20574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题意</a:t>
                </a: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ZJM </a:t>
                </a: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有 </a:t>
                </a:r>
                <a:r>
                  <a:rPr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M</a:t>
                </a: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 件衬衫，现一共有 </a:t>
                </a:r>
                <a:r>
                  <a:rPr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N</a:t>
                </a: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 天</a:t>
                </a: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如果 </a:t>
                </a:r>
                <a:r>
                  <a:rPr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ZJM</a:t>
                </a: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 昨天穿衬衫 </a:t>
                </a:r>
                <a:r>
                  <a:rPr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A</a:t>
                </a: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，今天穿衬衫 </a:t>
                </a:r>
                <a:r>
                  <a:rPr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B</a:t>
                </a: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，则他今天可以获得 </a:t>
                </a:r>
                <a:r>
                  <a:rPr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H[A][B] </a:t>
                </a: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快乐值</a:t>
                </a: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询问 </a:t>
                </a:r>
                <a:r>
                  <a:rPr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N</a:t>
                </a: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 天过后，</a:t>
                </a:r>
                <a:r>
                  <a:rPr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ZJM</a:t>
                </a: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 最多可以获得多少快乐值？</a:t>
                </a: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（</a:t>
                </a:r>
                <a:r>
                  <a:rPr lang="en-US" altLang="zh-CN" dirty="0">
                    <a:ea typeface="Microsoft YaHei" panose="020B0503020204020204" pitchFamily="34" charset="-122"/>
                    <a:sym typeface="+mn-ea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2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≤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N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≤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+mn-ea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+mn-ea"/>
                          </a:rPr>
                          <m:t>10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sym typeface="+mn-ea"/>
                          </a:rPr>
                          <m:t>5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,1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𝑀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100</m:t>
                    </m:r>
                  </m:oMath>
                </a14:m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）</a:t>
                </a: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举例</a:t>
                </a: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Input</a:t>
                </a: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：</a:t>
                </a:r>
                <a:r>
                  <a:rPr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N = 3, M = 2, f </a:t>
                </a: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矩阵如下：</a:t>
                </a: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 lvl="2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0 1</a:t>
                </a:r>
              </a:p>
              <a:p>
                <a:pPr lvl="2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1 0</a:t>
                </a: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Output</a:t>
                </a: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：</a:t>
                </a:r>
                <a:r>
                  <a:rPr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2</a:t>
                </a:r>
              </a:p>
            </p:txBody>
          </p:sp>
        </mc:Choice>
        <mc:Fallback xmlns="">
          <p:sp>
            <p:nvSpPr>
              <p:cNvPr id="9" name="文本占位符 2">
                <a:extLst>
                  <a:ext uri="{FF2B5EF4-FFF2-40B4-BE49-F238E27FC236}">
                    <a16:creationId xmlns:a16="http://schemas.microsoft.com/office/drawing/2014/main" id="{59C70B2F-93BC-924C-853C-4D759827F9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232602"/>
                <a:ext cx="7702480" cy="5488873"/>
              </a:xfrm>
              <a:prstGeom prst="rect">
                <a:avLst/>
              </a:prstGeom>
              <a:blipFill>
                <a:blip r:embed="rId3"/>
                <a:stretch>
                  <a:fillRect l="-554" t="-444" r="-396" b="-244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矩形 29">
            <a:extLst>
              <a:ext uri="{FF2B5EF4-FFF2-40B4-BE49-F238E27FC236}">
                <a16:creationId xmlns:a16="http://schemas.microsoft.com/office/drawing/2014/main" id="{B84FC6DA-8100-724D-BAFE-9FDAB4C80832}"/>
              </a:ext>
            </a:extLst>
          </p:cNvPr>
          <p:cNvSpPr/>
          <p:nvPr/>
        </p:nvSpPr>
        <p:spPr>
          <a:xfrm>
            <a:off x="0" y="0"/>
            <a:ext cx="9144000" cy="243840"/>
          </a:xfrm>
          <a:prstGeom prst="rect">
            <a:avLst/>
          </a:prstGeom>
          <a:solidFill>
            <a:srgbClr val="F040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课程脉络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矩阵乘法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求解线性递推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矩阵快速幂优化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520315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AAB6BC10-45DD-4477-83AF-883480AFB742}"/>
              </a:ext>
            </a:extLst>
          </p:cNvPr>
          <p:cNvGrpSpPr/>
          <p:nvPr/>
        </p:nvGrpSpPr>
        <p:grpSpPr>
          <a:xfrm>
            <a:off x="182880" y="480847"/>
            <a:ext cx="7410450" cy="523220"/>
            <a:chOff x="190500" y="383560"/>
            <a:chExt cx="7410450" cy="523220"/>
          </a:xfrm>
        </p:grpSpPr>
        <p:sp>
          <p:nvSpPr>
            <p:cNvPr id="36" name="平行四边形 35">
              <a:extLst>
                <a:ext uri="{FF2B5EF4-FFF2-40B4-BE49-F238E27FC236}">
                  <a16:creationId xmlns:a16="http://schemas.microsoft.com/office/drawing/2014/main" id="{F40A7694-6484-44E1-99C7-EDE95D900592}"/>
                </a:ext>
              </a:extLst>
            </p:cNvPr>
            <p:cNvSpPr/>
            <p:nvPr/>
          </p:nvSpPr>
          <p:spPr>
            <a:xfrm>
              <a:off x="190500" y="533400"/>
              <a:ext cx="845820" cy="373380"/>
            </a:xfrm>
            <a:prstGeom prst="parallelogram">
              <a:avLst/>
            </a:prstGeom>
            <a:solidFill>
              <a:srgbClr val="F04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FDB29133-41AD-4B3B-906E-5DEE9B7FE047}"/>
                </a:ext>
              </a:extLst>
            </p:cNvPr>
            <p:cNvSpPr txBox="1"/>
            <p:nvPr/>
          </p:nvSpPr>
          <p:spPr>
            <a:xfrm>
              <a:off x="506730" y="383560"/>
              <a:ext cx="70942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</a:t>
              </a:r>
              <a:r>
                <a:rPr lang="en-US" altLang="zh-CN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讲解</a:t>
              </a:r>
              <a:endPara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E5B60183-BC48-4A9B-803F-FE5CBF31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35</a:t>
            </a:fld>
            <a:endParaRPr lang="zh-CN" altLang="en-US" dirty="0"/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59C70B2F-93BC-924C-853C-4D759827F989}"/>
              </a:ext>
            </a:extLst>
          </p:cNvPr>
          <p:cNvSpPr/>
          <p:nvPr/>
        </p:nvSpPr>
        <p:spPr>
          <a:xfrm>
            <a:off x="628650" y="1232603"/>
            <a:ext cx="7702480" cy="2009361"/>
          </a:xfrm>
          <a:prstGeom prst="rect">
            <a:avLst/>
          </a:prstGeom>
          <a:noFill/>
          <a:ln>
            <a:noFill/>
          </a:ln>
        </p:spPr>
        <p:txBody>
          <a:bodyPr vert="horz" wrap="square" lIns="101600" tIns="0" rIns="82550" bIns="0" numCol="1" anchor="t" anchorCtr="0" compatLnSpc="1">
            <a:normAutofit/>
          </a:bodyPr>
          <a:lstStyle>
            <a:lvl1pPr marL="228600" indent="-228600" algn="l" rtl="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sz="2000" kern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marL="685800" indent="-228600" algn="l" rtl="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2000" kern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2pPr>
            <a:lvl3pPr marL="1143000" indent="-228600" algn="l" rtl="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2000" kern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3pPr>
            <a:lvl4pPr marL="1600200" indent="-228600" algn="l" rtl="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2000" kern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4pPr>
            <a:lvl5pPr marL="2057400" indent="-228600" algn="l" rtl="0" fontAlgn="base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sz="2000" kern="1200" spc="15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算法判断？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 lvl="1"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天数连续，很明显有子结构的性质，可以考虑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DP</a:t>
            </a:r>
          </a:p>
          <a:p>
            <a:pPr lvl="1"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n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 不是很大，因此不一定是矩阵快速幂优化，先列出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DP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 状态和 </a:t>
            </a:r>
            <a:r>
              <a:rPr lang="en-US" altLang="zh-CN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DP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 转移方程再进行判断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 lvl="1">
              <a:defRPr>
                <a:latin typeface="Helvetica"/>
                <a:ea typeface="Helvetica"/>
                <a:cs typeface="Helvetica"/>
                <a:sym typeface="Helvetica"/>
              </a:defRPr>
            </a:pP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84FC6DA-8100-724D-BAFE-9FDAB4C80832}"/>
              </a:ext>
            </a:extLst>
          </p:cNvPr>
          <p:cNvSpPr/>
          <p:nvPr/>
        </p:nvSpPr>
        <p:spPr>
          <a:xfrm>
            <a:off x="0" y="0"/>
            <a:ext cx="9144000" cy="243840"/>
          </a:xfrm>
          <a:prstGeom prst="rect">
            <a:avLst/>
          </a:prstGeom>
          <a:solidFill>
            <a:srgbClr val="F040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课程脉络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矩阵乘法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求解线性递推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矩阵快速幂优化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占位符 2">
                <a:extLst>
                  <a:ext uri="{FF2B5EF4-FFF2-40B4-BE49-F238E27FC236}">
                    <a16:creationId xmlns:a16="http://schemas.microsoft.com/office/drawing/2014/main" id="{103F783B-E77E-E14A-8765-565725B4EA80}"/>
                  </a:ext>
                </a:extLst>
              </p:cNvPr>
              <p:cNvSpPr/>
              <p:nvPr/>
            </p:nvSpPr>
            <p:spPr>
              <a:xfrm>
                <a:off x="605790" y="3470499"/>
                <a:ext cx="7702480" cy="27568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101600" tIns="0" rIns="82550" bIns="0" numCol="1" anchor="t" anchorCtr="0" compatLnSpc="1">
                <a:normAutofit/>
              </a:bodyPr>
              <a:lstStyle>
                <a:lvl1pPr marL="2286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1pPr>
                <a:lvl2pPr marL="6858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2pPr>
                <a:lvl3pPr marL="11430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3pPr>
                <a:lvl4pPr marL="16002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4pPr>
                <a:lvl5pPr marL="20574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DP</a:t>
                </a: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 状态思考？</a:t>
                </a: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题目问 </a:t>
                </a:r>
                <a:r>
                  <a:rPr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n </a:t>
                </a: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天后，最多快乐值，且每天的快乐值由今日与昨日两天的衣服决定</a:t>
                </a: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因此令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𝑖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[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]</m:t>
                    </m:r>
                  </m:oMath>
                </a14:m>
                <a:r>
                  <a:rPr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 </a:t>
                </a: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表示第 </a:t>
                </a:r>
                <a:r>
                  <a:rPr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i</a:t>
                </a: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 天，穿的衣服为 </a:t>
                </a:r>
                <a:r>
                  <a:rPr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j</a:t>
                </a: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 所获得的快乐值总和</a:t>
                </a: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</p:txBody>
          </p:sp>
        </mc:Choice>
        <mc:Fallback xmlns="">
          <p:sp>
            <p:nvSpPr>
              <p:cNvPr id="8" name="文本占位符 2">
                <a:extLst>
                  <a:ext uri="{FF2B5EF4-FFF2-40B4-BE49-F238E27FC236}">
                    <a16:creationId xmlns:a16="http://schemas.microsoft.com/office/drawing/2014/main" id="{103F783B-E77E-E14A-8765-565725B4EA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790" y="3470499"/>
                <a:ext cx="7702480" cy="2756813"/>
              </a:xfrm>
              <a:prstGeom prst="rect">
                <a:avLst/>
              </a:prstGeom>
              <a:blipFill>
                <a:blip r:embed="rId3"/>
                <a:stretch>
                  <a:fillRect l="-660" t="-45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7519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AAB6BC10-45DD-4477-83AF-883480AFB742}"/>
              </a:ext>
            </a:extLst>
          </p:cNvPr>
          <p:cNvGrpSpPr/>
          <p:nvPr/>
        </p:nvGrpSpPr>
        <p:grpSpPr>
          <a:xfrm>
            <a:off x="182880" y="480847"/>
            <a:ext cx="7410450" cy="523220"/>
            <a:chOff x="190500" y="383560"/>
            <a:chExt cx="7410450" cy="523220"/>
          </a:xfrm>
        </p:grpSpPr>
        <p:sp>
          <p:nvSpPr>
            <p:cNvPr id="36" name="平行四边形 35">
              <a:extLst>
                <a:ext uri="{FF2B5EF4-FFF2-40B4-BE49-F238E27FC236}">
                  <a16:creationId xmlns:a16="http://schemas.microsoft.com/office/drawing/2014/main" id="{F40A7694-6484-44E1-99C7-EDE95D900592}"/>
                </a:ext>
              </a:extLst>
            </p:cNvPr>
            <p:cNvSpPr/>
            <p:nvPr/>
          </p:nvSpPr>
          <p:spPr>
            <a:xfrm>
              <a:off x="190500" y="533400"/>
              <a:ext cx="845820" cy="373380"/>
            </a:xfrm>
            <a:prstGeom prst="parallelogram">
              <a:avLst/>
            </a:prstGeom>
            <a:solidFill>
              <a:srgbClr val="F04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FDB29133-41AD-4B3B-906E-5DEE9B7FE047}"/>
                </a:ext>
              </a:extLst>
            </p:cNvPr>
            <p:cNvSpPr txBox="1"/>
            <p:nvPr/>
          </p:nvSpPr>
          <p:spPr>
            <a:xfrm>
              <a:off x="506730" y="383560"/>
              <a:ext cx="70942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</a:t>
              </a:r>
              <a:r>
                <a:rPr lang="en-US" altLang="zh-CN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讲解</a:t>
              </a:r>
              <a:endPara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E5B60183-BC48-4A9B-803F-FE5CBF31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36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占位符 2">
                <a:extLst>
                  <a:ext uri="{FF2B5EF4-FFF2-40B4-BE49-F238E27FC236}">
                    <a16:creationId xmlns:a16="http://schemas.microsoft.com/office/drawing/2014/main" id="{59C70B2F-93BC-924C-853C-4D759827F989}"/>
                  </a:ext>
                </a:extLst>
              </p:cNvPr>
              <p:cNvSpPr/>
              <p:nvPr/>
            </p:nvSpPr>
            <p:spPr>
              <a:xfrm>
                <a:off x="628650" y="1232603"/>
                <a:ext cx="7702480" cy="21963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101600" tIns="0" rIns="82550" bIns="0" numCol="1" anchor="t" anchorCtr="0" compatLnSpc="1">
                <a:normAutofit/>
              </a:bodyPr>
              <a:lstStyle>
                <a:lvl1pPr marL="2286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1pPr>
                <a:lvl2pPr marL="6858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2pPr>
                <a:lvl3pPr marL="11430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3pPr>
                <a:lvl4pPr marL="16002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4pPr>
                <a:lvl5pPr marL="20574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DP</a:t>
                </a: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 转移方程</a:t>
                </a: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根据 </a:t>
                </a:r>
                <a:r>
                  <a:rPr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DP</a:t>
                </a: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 状态，不难得到如下的转移方程</a:t>
                </a: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枚举前一天穿的衣服为 </a:t>
                </a:r>
                <a:r>
                  <a:rPr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k</a:t>
                </a: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，即</a:t>
                </a: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𝑖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𝑗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=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  <m:t>𝑓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+mn-ea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+mn-ea"/>
                                  </a:rPr>
                                  <m:t>𝑖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+mn-ea"/>
                                  </a:rPr>
                                  <m:t>−1</m:t>
                                </m:r>
                              </m:e>
                            </m:d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+mn-ea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+mn-ea"/>
                                  </a:rPr>
                                  <m:t>𝑘</m:t>
                                </m:r>
                              </m:e>
                            </m:d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  <m:t>𝐻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+mn-ea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+mn-ea"/>
                                  </a:rPr>
                                  <m:t>𝑘</m:t>
                                </m:r>
                              </m:e>
                            </m:d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+mn-ea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+mn-ea"/>
                                  </a:rPr>
                                  <m:t>𝑗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,1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𝑘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𝑀</m:t>
                    </m:r>
                  </m:oMath>
                </a14:m>
                <a:endParaRPr lang="en-US" altLang="zh-CN" b="0" dirty="0">
                  <a:latin typeface="Microsoft YaHei" panose="020B0503020204020204" pitchFamily="34" charset="-122"/>
                  <a:ea typeface="Cambria Math" panose="02040503050406030204" pitchFamily="18" charset="0"/>
                  <a:sym typeface="+mn-ea"/>
                </a:endParaRPr>
              </a:p>
            </p:txBody>
          </p:sp>
        </mc:Choice>
        <mc:Fallback xmlns="">
          <p:sp>
            <p:nvSpPr>
              <p:cNvPr id="9" name="文本占位符 2">
                <a:extLst>
                  <a:ext uri="{FF2B5EF4-FFF2-40B4-BE49-F238E27FC236}">
                    <a16:creationId xmlns:a16="http://schemas.microsoft.com/office/drawing/2014/main" id="{59C70B2F-93BC-924C-853C-4D759827F9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232603"/>
                <a:ext cx="7702480" cy="2196397"/>
              </a:xfrm>
              <a:prstGeom prst="rect">
                <a:avLst/>
              </a:prstGeom>
              <a:blipFill>
                <a:blip r:embed="rId3"/>
                <a:stretch>
                  <a:fillRect l="-494" t="-57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C122ABAF-85A2-1745-B369-D5748B09B4D0}"/>
              </a:ext>
            </a:extLst>
          </p:cNvPr>
          <p:cNvSpPr/>
          <p:nvPr/>
        </p:nvSpPr>
        <p:spPr>
          <a:xfrm>
            <a:off x="0" y="0"/>
            <a:ext cx="9144000" cy="243840"/>
          </a:xfrm>
          <a:prstGeom prst="rect">
            <a:avLst/>
          </a:prstGeom>
          <a:solidFill>
            <a:srgbClr val="F040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课程脉络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矩阵乘法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求解线性递推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矩阵快速幂优化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占位符 2">
                <a:extLst>
                  <a:ext uri="{FF2B5EF4-FFF2-40B4-BE49-F238E27FC236}">
                    <a16:creationId xmlns:a16="http://schemas.microsoft.com/office/drawing/2014/main" id="{E82CC81E-382A-354B-9AA8-3077E1FE7F53}"/>
                  </a:ext>
                </a:extLst>
              </p:cNvPr>
              <p:cNvSpPr/>
              <p:nvPr/>
            </p:nvSpPr>
            <p:spPr>
              <a:xfrm>
                <a:off x="628650" y="3497283"/>
                <a:ext cx="7909560" cy="222281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101600" tIns="0" rIns="82550" bIns="0" numCol="1" anchor="t" anchorCtr="0" compatLnSpc="1">
                <a:normAutofit/>
              </a:bodyPr>
              <a:lstStyle>
                <a:lvl1pPr marL="2286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1pPr>
                <a:lvl2pPr marL="6858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2pPr>
                <a:lvl3pPr marL="11430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3pPr>
                <a:lvl4pPr marL="16002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4pPr>
                <a:lvl5pPr marL="20574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是否可行？</a:t>
                </a: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直接求解复杂度：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𝑂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𝑁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𝑀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𝑀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𝑂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  <m:t>10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  <m:t>9</m:t>
                            </m:r>
                          </m:sup>
                        </m:s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(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梦</m:t>
                    </m:r>
                    <m:r>
                      <a:rPr lang="zh-CN" altLang="en-US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里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有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)</m:t>
                    </m:r>
                  </m:oMath>
                </a14:m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如何优化？</a:t>
                </a: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矩阵快速幂</a:t>
                </a: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</p:txBody>
          </p:sp>
        </mc:Choice>
        <mc:Fallback xmlns="">
          <p:sp>
            <p:nvSpPr>
              <p:cNvPr id="13" name="文本占位符 2">
                <a:extLst>
                  <a:ext uri="{FF2B5EF4-FFF2-40B4-BE49-F238E27FC236}">
                    <a16:creationId xmlns:a16="http://schemas.microsoft.com/office/drawing/2014/main" id="{E82CC81E-382A-354B-9AA8-3077E1FE7F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497283"/>
                <a:ext cx="7909560" cy="2222816"/>
              </a:xfrm>
              <a:prstGeom prst="rect">
                <a:avLst/>
              </a:prstGeom>
              <a:blipFill>
                <a:blip r:embed="rId4"/>
                <a:stretch>
                  <a:fillRect l="-482" t="-56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5693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AAB6BC10-45DD-4477-83AF-883480AFB742}"/>
              </a:ext>
            </a:extLst>
          </p:cNvPr>
          <p:cNvGrpSpPr/>
          <p:nvPr/>
        </p:nvGrpSpPr>
        <p:grpSpPr>
          <a:xfrm>
            <a:off x="182880" y="480847"/>
            <a:ext cx="7410450" cy="523220"/>
            <a:chOff x="190500" y="383560"/>
            <a:chExt cx="7410450" cy="523220"/>
          </a:xfrm>
        </p:grpSpPr>
        <p:sp>
          <p:nvSpPr>
            <p:cNvPr id="36" name="平行四边形 35">
              <a:extLst>
                <a:ext uri="{FF2B5EF4-FFF2-40B4-BE49-F238E27FC236}">
                  <a16:creationId xmlns:a16="http://schemas.microsoft.com/office/drawing/2014/main" id="{F40A7694-6484-44E1-99C7-EDE95D900592}"/>
                </a:ext>
              </a:extLst>
            </p:cNvPr>
            <p:cNvSpPr/>
            <p:nvPr/>
          </p:nvSpPr>
          <p:spPr>
            <a:xfrm>
              <a:off x="190500" y="533400"/>
              <a:ext cx="845820" cy="373380"/>
            </a:xfrm>
            <a:prstGeom prst="parallelogram">
              <a:avLst/>
            </a:prstGeom>
            <a:solidFill>
              <a:srgbClr val="F04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FDB29133-41AD-4B3B-906E-5DEE9B7FE047}"/>
                </a:ext>
              </a:extLst>
            </p:cNvPr>
            <p:cNvSpPr txBox="1"/>
            <p:nvPr/>
          </p:nvSpPr>
          <p:spPr>
            <a:xfrm>
              <a:off x="506730" y="383560"/>
              <a:ext cx="70942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</a:t>
              </a:r>
              <a:r>
                <a:rPr lang="en-US" altLang="zh-CN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讲解</a:t>
              </a:r>
              <a:endPara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E5B60183-BC48-4A9B-803F-FE5CBF31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37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占位符 2">
                <a:extLst>
                  <a:ext uri="{FF2B5EF4-FFF2-40B4-BE49-F238E27FC236}">
                    <a16:creationId xmlns:a16="http://schemas.microsoft.com/office/drawing/2014/main" id="{59C70B2F-93BC-924C-853C-4D759827F989}"/>
                  </a:ext>
                </a:extLst>
              </p:cNvPr>
              <p:cNvSpPr/>
              <p:nvPr/>
            </p:nvSpPr>
            <p:spPr>
              <a:xfrm>
                <a:off x="628649" y="1232603"/>
                <a:ext cx="8075963" cy="48475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101600" tIns="0" rIns="82550" bIns="0" numCol="1" anchor="t" anchorCtr="0" compatLnSpc="1">
                <a:normAutofit/>
              </a:bodyPr>
              <a:lstStyle>
                <a:lvl1pPr marL="2286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1pPr>
                <a:lvl2pPr marL="6858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2pPr>
                <a:lvl3pPr marL="11430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3pPr>
                <a:lvl4pPr marL="16002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4pPr>
                <a:lvl5pPr marL="20574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矩阵快速幂转化方法</a:t>
                </a: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𝑖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𝑗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=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  <m:t>𝑓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+mn-ea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+mn-ea"/>
                                  </a:rPr>
                                  <m:t>𝑖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+mn-ea"/>
                                  </a:rPr>
                                  <m:t>−1</m:t>
                                </m:r>
                              </m:e>
                            </m:d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+mn-ea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+mn-ea"/>
                                  </a:rPr>
                                  <m:t>𝑘</m:t>
                                </m:r>
                              </m:e>
                            </m:d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  <m:t>𝐻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+mn-ea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+mn-ea"/>
                                  </a:rPr>
                                  <m:t>𝑘</m:t>
                                </m:r>
                              </m:e>
                            </m:d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+mn-ea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+mn-ea"/>
                                  </a:rPr>
                                  <m:t>𝑗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,1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𝑘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sym typeface="+mn-ea"/>
                      </a:rPr>
                      <m:t>𝑀</m:t>
                    </m:r>
                  </m:oMath>
                </a14:m>
                <a:endParaRPr lang="en-US" altLang="zh-CN" b="0" dirty="0">
                  <a:latin typeface="Microsoft YaHei" panose="020B0503020204020204" pitchFamily="34" charset="-122"/>
                  <a:ea typeface="Cambria Math" panose="02040503050406030204" pitchFamily="18" charset="0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lang="en-US" altLang="zh-CN" b="0" dirty="0">
                  <a:latin typeface="Microsoft YaHei" panose="020B0503020204020204" pitchFamily="34" charset="-122"/>
                  <a:ea typeface="Cambria Math" panose="02040503050406030204" pitchFamily="18" charset="0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lang="en-US" altLang="zh-CN" dirty="0">
                  <a:latin typeface="Microsoft YaHei" panose="020B0503020204020204" pitchFamily="34" charset="-122"/>
                  <a:ea typeface="Cambria Math" panose="02040503050406030204" pitchFamily="18" charset="0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lang="en-US" altLang="zh-CN" b="0" dirty="0">
                  <a:latin typeface="Microsoft YaHei" panose="020B0503020204020204" pitchFamily="34" charset="-122"/>
                  <a:ea typeface="Cambria Math" panose="02040503050406030204" pitchFamily="18" charset="0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转换过程</a:t>
                </a: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 lvl="2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𝑖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𝑗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zh-CN" altLang="en-US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  <m:t>𝐴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+mn-ea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+mn-ea"/>
                                  </a:rPr>
                                  <m:t>𝑖</m:t>
                                </m:r>
                              </m:e>
                            </m:d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+mn-ea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+mn-ea"/>
                                  </a:rPr>
                                  <m:t>𝑘</m:t>
                                </m:r>
                              </m:e>
                            </m:d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  <m:t>∗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  <m:t>𝐵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+mn-ea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+mn-ea"/>
                                  </a:rPr>
                                  <m:t>𝑘</m:t>
                                </m:r>
                              </m:e>
                            </m:d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+mn-ea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+mn-ea"/>
                                  </a:rPr>
                                  <m:t>𝑗</m:t>
                                </m:r>
                              </m:e>
                            </m:d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⇒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max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⁡(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  <m:t>𝑖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  <m:t>𝑘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𝐵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[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][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])</m:t>
                        </m:r>
                      </m:e>
                    </m:nary>
                  </m:oMath>
                </a14:m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 lvl="2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将累加换成了</a:t>
                </a:r>
                <a:r>
                  <a:rPr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max</a:t>
                </a: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，乘法换成了加法</a:t>
                </a: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lang="en-US" altLang="zh-CN" dirty="0">
                  <a:latin typeface="Microsoft YaHei" panose="020B0503020204020204" pitchFamily="34" charset="-122"/>
                  <a:ea typeface="Cambria Math" panose="02040503050406030204" pitchFamily="18" charset="0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lang="en-US" altLang="zh-CN" b="0" dirty="0">
                  <a:latin typeface="Microsoft YaHei" panose="020B0503020204020204" pitchFamily="34" charset="-122"/>
                  <a:ea typeface="Cambria Math" panose="02040503050406030204" pitchFamily="18" charset="0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lang="en-US" altLang="zh-CN" b="0" dirty="0">
                  <a:latin typeface="Microsoft YaHei" panose="020B0503020204020204" pitchFamily="34" charset="-122"/>
                  <a:ea typeface="Cambria Math" panose="02040503050406030204" pitchFamily="18" charset="0"/>
                  <a:sym typeface="+mn-ea"/>
                </a:endParaRPr>
              </a:p>
            </p:txBody>
          </p:sp>
        </mc:Choice>
        <mc:Fallback xmlns="">
          <p:sp>
            <p:nvSpPr>
              <p:cNvPr id="9" name="文本占位符 2">
                <a:extLst>
                  <a:ext uri="{FF2B5EF4-FFF2-40B4-BE49-F238E27FC236}">
                    <a16:creationId xmlns:a16="http://schemas.microsoft.com/office/drawing/2014/main" id="{59C70B2F-93BC-924C-853C-4D759827F9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49" y="1232603"/>
                <a:ext cx="8075963" cy="4847563"/>
              </a:xfrm>
              <a:prstGeom prst="rect">
                <a:avLst/>
              </a:prstGeom>
              <a:blipFill>
                <a:blip r:embed="rId3"/>
                <a:stretch>
                  <a:fillRect l="-314" t="-2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C122ABAF-85A2-1745-B369-D5748B09B4D0}"/>
              </a:ext>
            </a:extLst>
          </p:cNvPr>
          <p:cNvSpPr/>
          <p:nvPr/>
        </p:nvSpPr>
        <p:spPr>
          <a:xfrm>
            <a:off x="0" y="0"/>
            <a:ext cx="9144000" cy="243840"/>
          </a:xfrm>
          <a:prstGeom prst="rect">
            <a:avLst/>
          </a:prstGeom>
          <a:solidFill>
            <a:srgbClr val="F040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课程脉络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矩阵乘法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求解线性递推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矩阵快速幂优化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BA8A7F1-7DC5-914A-9CF4-84D0FA04A4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268" y="2302431"/>
            <a:ext cx="7115463" cy="1343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2935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AAB6BC10-45DD-4477-83AF-883480AFB742}"/>
              </a:ext>
            </a:extLst>
          </p:cNvPr>
          <p:cNvGrpSpPr/>
          <p:nvPr/>
        </p:nvGrpSpPr>
        <p:grpSpPr>
          <a:xfrm>
            <a:off x="182880" y="480847"/>
            <a:ext cx="7410450" cy="523220"/>
            <a:chOff x="190500" y="383560"/>
            <a:chExt cx="7410450" cy="523220"/>
          </a:xfrm>
        </p:grpSpPr>
        <p:sp>
          <p:nvSpPr>
            <p:cNvPr id="36" name="平行四边形 35">
              <a:extLst>
                <a:ext uri="{FF2B5EF4-FFF2-40B4-BE49-F238E27FC236}">
                  <a16:creationId xmlns:a16="http://schemas.microsoft.com/office/drawing/2014/main" id="{F40A7694-6484-44E1-99C7-EDE95D900592}"/>
                </a:ext>
              </a:extLst>
            </p:cNvPr>
            <p:cNvSpPr/>
            <p:nvPr/>
          </p:nvSpPr>
          <p:spPr>
            <a:xfrm>
              <a:off x="190500" y="533400"/>
              <a:ext cx="845820" cy="373380"/>
            </a:xfrm>
            <a:prstGeom prst="parallelogram">
              <a:avLst/>
            </a:prstGeom>
            <a:solidFill>
              <a:srgbClr val="F04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FDB29133-41AD-4B3B-906E-5DEE9B7FE047}"/>
                </a:ext>
              </a:extLst>
            </p:cNvPr>
            <p:cNvSpPr txBox="1"/>
            <p:nvPr/>
          </p:nvSpPr>
          <p:spPr>
            <a:xfrm>
              <a:off x="506730" y="383560"/>
              <a:ext cx="70942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</a:t>
              </a:r>
              <a:r>
                <a:rPr lang="en-US" altLang="zh-CN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讲解</a:t>
              </a:r>
              <a:endPara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E5B60183-BC48-4A9B-803F-FE5CBF31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38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占位符 2">
                <a:extLst>
                  <a:ext uri="{FF2B5EF4-FFF2-40B4-BE49-F238E27FC236}">
                    <a16:creationId xmlns:a16="http://schemas.microsoft.com/office/drawing/2014/main" id="{59C70B2F-93BC-924C-853C-4D759827F989}"/>
                  </a:ext>
                </a:extLst>
              </p:cNvPr>
              <p:cNvSpPr/>
              <p:nvPr/>
            </p:nvSpPr>
            <p:spPr>
              <a:xfrm>
                <a:off x="628650" y="1232604"/>
                <a:ext cx="8408472" cy="21963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101600" tIns="0" rIns="82550" bIns="0" numCol="1" anchor="t" anchorCtr="0" compatLnSpc="1">
                <a:normAutofit/>
              </a:bodyPr>
              <a:lstStyle>
                <a:lvl1pPr marL="2286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1pPr>
                <a:lvl2pPr marL="6858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2pPr>
                <a:lvl3pPr marL="11430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3pPr>
                <a:lvl4pPr marL="16002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4pPr>
                <a:lvl5pPr marL="20574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为什么可行？</a:t>
                </a: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矩阵快速幂要求矩阵乘法运算具有结合律</a:t>
                </a: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因此新定义的矩阵乘法只要满足结合律，即正确</a:t>
                </a: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 lvl="2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𝑖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𝑗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zh-CN" altLang="en-US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  <m:t>𝐴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+mn-ea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+mn-ea"/>
                                  </a:rPr>
                                  <m:t>𝑖</m:t>
                                </m:r>
                              </m:e>
                            </m:d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+mn-ea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+mn-ea"/>
                                  </a:rPr>
                                  <m:t>𝑘</m:t>
                                </m:r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  <m:t>∗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  <m:t>𝐵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+mn-ea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+mn-ea"/>
                                  </a:rPr>
                                  <m:t>𝑘</m:t>
                                </m:r>
                              </m:e>
                            </m:d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+mn-ea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+mn-ea"/>
                                  </a:rPr>
                                  <m:t>𝑗</m:t>
                                </m:r>
                              </m:e>
                            </m:d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⇒</m:t>
                        </m:r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max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⁡(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  <m:t>𝑖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  <m:t>𝑘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𝐵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[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𝑘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][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𝑗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])</m:t>
                        </m:r>
                      </m:e>
                    </m:nary>
                  </m:oMath>
                </a14:m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 lvl="2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lang="en-US" altLang="zh-CN" b="0" dirty="0">
                  <a:latin typeface="Microsoft YaHei" panose="020B0503020204020204" pitchFamily="34" charset="-122"/>
                  <a:ea typeface="Cambria Math" panose="02040503050406030204" pitchFamily="18" charset="0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lang="en-US" altLang="zh-CN" b="0" dirty="0">
                  <a:latin typeface="Microsoft YaHei" panose="020B0503020204020204" pitchFamily="34" charset="-122"/>
                  <a:ea typeface="Cambria Math" panose="02040503050406030204" pitchFamily="18" charset="0"/>
                  <a:sym typeface="+mn-ea"/>
                </a:endParaRPr>
              </a:p>
            </p:txBody>
          </p:sp>
        </mc:Choice>
        <mc:Fallback xmlns="">
          <p:sp>
            <p:nvSpPr>
              <p:cNvPr id="9" name="文本占位符 2">
                <a:extLst>
                  <a:ext uri="{FF2B5EF4-FFF2-40B4-BE49-F238E27FC236}">
                    <a16:creationId xmlns:a16="http://schemas.microsoft.com/office/drawing/2014/main" id="{59C70B2F-93BC-924C-853C-4D759827F9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232604"/>
                <a:ext cx="8408472" cy="2196396"/>
              </a:xfrm>
              <a:prstGeom prst="rect">
                <a:avLst/>
              </a:prstGeom>
              <a:blipFill>
                <a:blip r:embed="rId3"/>
                <a:stretch>
                  <a:fillRect l="-452" t="-575" b="-2298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C122ABAF-85A2-1745-B369-D5748B09B4D0}"/>
              </a:ext>
            </a:extLst>
          </p:cNvPr>
          <p:cNvSpPr/>
          <p:nvPr/>
        </p:nvSpPr>
        <p:spPr>
          <a:xfrm>
            <a:off x="0" y="0"/>
            <a:ext cx="9144000" cy="243840"/>
          </a:xfrm>
          <a:prstGeom prst="rect">
            <a:avLst/>
          </a:prstGeom>
          <a:solidFill>
            <a:srgbClr val="F040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课程脉络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矩阵乘法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求解线性递推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矩阵快速幂优化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占位符 2">
                <a:extLst>
                  <a:ext uri="{FF2B5EF4-FFF2-40B4-BE49-F238E27FC236}">
                    <a16:creationId xmlns:a16="http://schemas.microsoft.com/office/drawing/2014/main" id="{9426EAD5-81E7-6D4B-AB90-CB2BCF753CC1}"/>
                  </a:ext>
                </a:extLst>
              </p:cNvPr>
              <p:cNvSpPr/>
              <p:nvPr/>
            </p:nvSpPr>
            <p:spPr>
              <a:xfrm>
                <a:off x="605790" y="3435927"/>
                <a:ext cx="8408472" cy="21963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101600" tIns="0" rIns="82550" bIns="0" numCol="1" anchor="t" anchorCtr="0" compatLnSpc="1">
                <a:normAutofit/>
              </a:bodyPr>
              <a:lstStyle>
                <a:lvl1pPr marL="2286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1pPr>
                <a:lvl2pPr marL="6858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2pPr>
                <a:lvl3pPr marL="11430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3pPr>
                <a:lvl4pPr marL="16002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4pPr>
                <a:lvl5pPr marL="20574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如何证明？</a:t>
                </a: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𝐴𝐵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)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𝐶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𝑗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=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𝐴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𝐵𝐶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)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𝑖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,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𝑗</m:t>
                        </m:r>
                      </m:e>
                    </m:d>
                  </m:oMath>
                </a14:m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，具体数学证明在后一页</a:t>
                </a: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写题时，可以用小例子验证</a:t>
                </a: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 lvl="2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三个 </a:t>
                </a:r>
                <a:r>
                  <a:rPr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2x2 </a:t>
                </a: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的矩阵，手动计算是否符合结合律</a:t>
                </a: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 lvl="2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lang="en-US" altLang="zh-CN" b="0" dirty="0">
                  <a:latin typeface="Microsoft YaHei" panose="020B0503020204020204" pitchFamily="34" charset="-122"/>
                  <a:ea typeface="Cambria Math" panose="02040503050406030204" pitchFamily="18" charset="0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lang="en-US" altLang="zh-CN" b="0" dirty="0">
                  <a:latin typeface="Microsoft YaHei" panose="020B0503020204020204" pitchFamily="34" charset="-122"/>
                  <a:ea typeface="Cambria Math" panose="02040503050406030204" pitchFamily="18" charset="0"/>
                  <a:sym typeface="+mn-ea"/>
                </a:endParaRPr>
              </a:p>
            </p:txBody>
          </p:sp>
        </mc:Choice>
        <mc:Fallback xmlns="">
          <p:sp>
            <p:nvSpPr>
              <p:cNvPr id="11" name="文本占位符 2">
                <a:extLst>
                  <a:ext uri="{FF2B5EF4-FFF2-40B4-BE49-F238E27FC236}">
                    <a16:creationId xmlns:a16="http://schemas.microsoft.com/office/drawing/2014/main" id="{9426EAD5-81E7-6D4B-AB90-CB2BCF753C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790" y="3435927"/>
                <a:ext cx="8408472" cy="2196396"/>
              </a:xfrm>
              <a:prstGeom prst="rect">
                <a:avLst/>
              </a:prstGeom>
              <a:blipFill>
                <a:blip r:embed="rId4"/>
                <a:stretch>
                  <a:fillRect l="-604" t="-115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992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AAB6BC10-45DD-4477-83AF-883480AFB742}"/>
              </a:ext>
            </a:extLst>
          </p:cNvPr>
          <p:cNvGrpSpPr/>
          <p:nvPr/>
        </p:nvGrpSpPr>
        <p:grpSpPr>
          <a:xfrm>
            <a:off x="182880" y="480847"/>
            <a:ext cx="7410450" cy="523220"/>
            <a:chOff x="190500" y="383560"/>
            <a:chExt cx="7410450" cy="523220"/>
          </a:xfrm>
        </p:grpSpPr>
        <p:sp>
          <p:nvSpPr>
            <p:cNvPr id="36" name="平行四边形 35">
              <a:extLst>
                <a:ext uri="{FF2B5EF4-FFF2-40B4-BE49-F238E27FC236}">
                  <a16:creationId xmlns:a16="http://schemas.microsoft.com/office/drawing/2014/main" id="{F40A7694-6484-44E1-99C7-EDE95D900592}"/>
                </a:ext>
              </a:extLst>
            </p:cNvPr>
            <p:cNvSpPr/>
            <p:nvPr/>
          </p:nvSpPr>
          <p:spPr>
            <a:xfrm>
              <a:off x="190500" y="533400"/>
              <a:ext cx="845820" cy="373380"/>
            </a:xfrm>
            <a:prstGeom prst="parallelogram">
              <a:avLst/>
            </a:prstGeom>
            <a:solidFill>
              <a:srgbClr val="F04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FDB29133-41AD-4B3B-906E-5DEE9B7FE047}"/>
                </a:ext>
              </a:extLst>
            </p:cNvPr>
            <p:cNvSpPr txBox="1"/>
            <p:nvPr/>
          </p:nvSpPr>
          <p:spPr>
            <a:xfrm>
              <a:off x="506730" y="383560"/>
              <a:ext cx="70942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</a:t>
              </a:r>
              <a:r>
                <a:rPr lang="en-US" altLang="zh-CN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讲解</a:t>
              </a:r>
              <a:endPara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E5B60183-BC48-4A9B-803F-FE5CBF31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39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占位符 2">
                <a:extLst>
                  <a:ext uri="{FF2B5EF4-FFF2-40B4-BE49-F238E27FC236}">
                    <a16:creationId xmlns:a16="http://schemas.microsoft.com/office/drawing/2014/main" id="{59C70B2F-93BC-924C-853C-4D759827F989}"/>
                  </a:ext>
                </a:extLst>
              </p:cNvPr>
              <p:cNvSpPr/>
              <p:nvPr/>
            </p:nvSpPr>
            <p:spPr>
              <a:xfrm>
                <a:off x="605790" y="1024326"/>
                <a:ext cx="8408472" cy="48475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101600" tIns="0" rIns="82550" bIns="0" numCol="1" anchor="t" anchorCtr="0" compatLnSpc="1">
                <a:normAutofit/>
              </a:bodyPr>
              <a:lstStyle>
                <a:lvl1pPr marL="2286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1pPr>
                <a:lvl2pPr marL="6858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2pPr>
                <a:lvl3pPr marL="11430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3pPr>
                <a:lvl4pPr marL="16002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4pPr>
                <a:lvl5pPr marL="20574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数学证明（选听）</a:t>
                </a: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𝐶</m:t>
                    </m:r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𝑖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𝑗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=</m:t>
                    </m:r>
                    <m:nary>
                      <m:naryPr>
                        <m:chr m:val="∑"/>
                        <m:subHide m:val="on"/>
                        <m:supHide m:val="on"/>
                        <m:ctrlPr>
                          <a:rPr lang="zh-CN" altLang="en-US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  <m:t>𝐴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+mn-ea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+mn-ea"/>
                                  </a:rPr>
                                  <m:t>𝑖</m:t>
                                </m:r>
                              </m:e>
                            </m:d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+mn-ea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+mn-ea"/>
                                  </a:rPr>
                                  <m:t>𝑘</m:t>
                                </m:r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  <m:t>∗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  <m:t>𝐵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+mn-ea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+mn-ea"/>
                                  </a:rPr>
                                  <m:t>𝑘</m:t>
                                </m:r>
                              </m:e>
                            </m:d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+mn-ea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Microsoft YaHei" panose="020B0503020204020204" pitchFamily="34" charset="-122"/>
                                    <a:sym typeface="+mn-ea"/>
                                  </a:rPr>
                                  <m:t>𝑗</m:t>
                                </m:r>
                              </m:e>
                            </m:d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⇒</m:t>
                        </m:r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max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⁡(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𝐴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  <m:t>𝑖</m:t>
                            </m:r>
                          </m:e>
                        </m:d>
                        <m:d>
                          <m:dPr>
                            <m:begChr m:val="["/>
                            <m:endChr m:val="]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  <m:t>𝑘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𝐵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[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𝑘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][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𝑗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])</m:t>
                        </m:r>
                      </m:e>
                    </m:nary>
                  </m:oMath>
                </a14:m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A</a:t>
                </a: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、</a:t>
                </a:r>
                <a:r>
                  <a:rPr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B</a:t>
                </a: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、</a:t>
                </a:r>
                <a:r>
                  <a:rPr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C</a:t>
                </a: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 分别为 </a:t>
                </a:r>
                <a:r>
                  <a:rPr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a x b</a:t>
                </a: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、</a:t>
                </a:r>
                <a:r>
                  <a:rPr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b x c</a:t>
                </a: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、</a:t>
                </a:r>
                <a:r>
                  <a:rPr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c x d</a:t>
                </a: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 的矩阵</a:t>
                </a: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 lvl="2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lang="en-US" altLang="zh-CN" b="0" dirty="0">
                  <a:latin typeface="Microsoft YaHei" panose="020B0503020204020204" pitchFamily="34" charset="-122"/>
                  <a:ea typeface="Cambria Math" panose="02040503050406030204" pitchFamily="18" charset="0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lang="en-US" altLang="zh-CN" b="0" dirty="0">
                  <a:latin typeface="Microsoft YaHei" panose="020B0503020204020204" pitchFamily="34" charset="-122"/>
                  <a:ea typeface="Cambria Math" panose="02040503050406030204" pitchFamily="18" charset="0"/>
                  <a:sym typeface="+mn-ea"/>
                </a:endParaRPr>
              </a:p>
            </p:txBody>
          </p:sp>
        </mc:Choice>
        <mc:Fallback xmlns="">
          <p:sp>
            <p:nvSpPr>
              <p:cNvPr id="9" name="文本占位符 2">
                <a:extLst>
                  <a:ext uri="{FF2B5EF4-FFF2-40B4-BE49-F238E27FC236}">
                    <a16:creationId xmlns:a16="http://schemas.microsoft.com/office/drawing/2014/main" id="{59C70B2F-93BC-924C-853C-4D759827F9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790" y="1024326"/>
                <a:ext cx="8408472" cy="4847563"/>
              </a:xfrm>
              <a:prstGeom prst="rect">
                <a:avLst/>
              </a:prstGeom>
              <a:blipFill>
                <a:blip r:embed="rId3"/>
                <a:stretch>
                  <a:fillRect l="-507" t="-50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C122ABAF-85A2-1745-B369-D5748B09B4D0}"/>
              </a:ext>
            </a:extLst>
          </p:cNvPr>
          <p:cNvSpPr/>
          <p:nvPr/>
        </p:nvSpPr>
        <p:spPr>
          <a:xfrm>
            <a:off x="0" y="0"/>
            <a:ext cx="9144000" cy="243840"/>
          </a:xfrm>
          <a:prstGeom prst="rect">
            <a:avLst/>
          </a:prstGeom>
          <a:solidFill>
            <a:srgbClr val="F040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课程脉络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矩阵乘法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求解线性递推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矩阵快速幂优化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D5C841A-21FF-4D4C-8667-C7187671EC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549" y="2509998"/>
            <a:ext cx="7200901" cy="4348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79172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组合 37">
            <a:extLst>
              <a:ext uri="{FF2B5EF4-FFF2-40B4-BE49-F238E27FC236}">
                <a16:creationId xmlns:a16="http://schemas.microsoft.com/office/drawing/2014/main" id="{AAB6BC10-45DD-4477-83AF-883480AFB742}"/>
              </a:ext>
            </a:extLst>
          </p:cNvPr>
          <p:cNvGrpSpPr/>
          <p:nvPr/>
        </p:nvGrpSpPr>
        <p:grpSpPr>
          <a:xfrm>
            <a:off x="182880" y="480847"/>
            <a:ext cx="7410450" cy="523220"/>
            <a:chOff x="190500" y="383560"/>
            <a:chExt cx="7410450" cy="523220"/>
          </a:xfrm>
        </p:grpSpPr>
        <p:sp>
          <p:nvSpPr>
            <p:cNvPr id="36" name="平行四边形 35">
              <a:extLst>
                <a:ext uri="{FF2B5EF4-FFF2-40B4-BE49-F238E27FC236}">
                  <a16:creationId xmlns:a16="http://schemas.microsoft.com/office/drawing/2014/main" id="{F40A7694-6484-44E1-99C7-EDE95D900592}"/>
                </a:ext>
              </a:extLst>
            </p:cNvPr>
            <p:cNvSpPr/>
            <p:nvPr/>
          </p:nvSpPr>
          <p:spPr>
            <a:xfrm>
              <a:off x="190500" y="533400"/>
              <a:ext cx="845820" cy="373380"/>
            </a:xfrm>
            <a:prstGeom prst="parallelogram">
              <a:avLst/>
            </a:prstGeom>
            <a:solidFill>
              <a:srgbClr val="F0404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FDB29133-41AD-4B3B-906E-5DEE9B7FE047}"/>
                </a:ext>
              </a:extLst>
            </p:cNvPr>
            <p:cNvSpPr txBox="1"/>
            <p:nvPr/>
          </p:nvSpPr>
          <p:spPr>
            <a:xfrm>
              <a:off x="506730" y="383560"/>
              <a:ext cx="709422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例</a:t>
              </a:r>
              <a:r>
                <a:rPr lang="en-US" altLang="zh-CN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讲解</a:t>
              </a:r>
              <a:endPara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0" name="灯片编号占位符 39">
            <a:extLst>
              <a:ext uri="{FF2B5EF4-FFF2-40B4-BE49-F238E27FC236}">
                <a16:creationId xmlns:a16="http://schemas.microsoft.com/office/drawing/2014/main" id="{E5B60183-BC48-4A9B-803F-FE5CBF315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D9900A-E3A4-43F2-B7EB-E00200672F47}" type="slidenum">
              <a:rPr lang="zh-CN" altLang="en-US" smtClean="0"/>
              <a:t>40</a:t>
            </a:fld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占位符 2">
                <a:extLst>
                  <a:ext uri="{FF2B5EF4-FFF2-40B4-BE49-F238E27FC236}">
                    <a16:creationId xmlns:a16="http://schemas.microsoft.com/office/drawing/2014/main" id="{59C70B2F-93BC-924C-853C-4D759827F989}"/>
                  </a:ext>
                </a:extLst>
              </p:cNvPr>
              <p:cNvSpPr/>
              <p:nvPr/>
            </p:nvSpPr>
            <p:spPr>
              <a:xfrm>
                <a:off x="628650" y="1232603"/>
                <a:ext cx="8408472" cy="48475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vert="horz" wrap="square" lIns="101600" tIns="0" rIns="82550" bIns="0" numCol="1" anchor="t" anchorCtr="0" compatLnSpc="1">
                <a:normAutofit/>
              </a:bodyPr>
              <a:lstStyle>
                <a:lvl1pPr marL="2286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1pPr>
                <a:lvl2pPr marL="6858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2pPr>
                <a:lvl3pPr marL="11430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3pPr>
                <a:lvl4pPr marL="16002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4pPr>
                <a:lvl5pPr marL="2057400" indent="-228600" algn="l" rtl="0" fontAlgn="base">
                  <a:lnSpc>
                    <a:spcPct val="130000"/>
                  </a:lnSpc>
                  <a:spcBef>
                    <a:spcPct val="0"/>
                  </a:spcBef>
                  <a:spcAft>
                    <a:spcPts val="1000"/>
                  </a:spcAft>
                  <a:buFont typeface="Arial" panose="020B0604020202020204" pitchFamily="34" charset="0"/>
                  <a:buChar char="•"/>
                  <a:tabLst>
                    <a:tab pos="1609725" algn="l"/>
                  </a:tabLst>
                  <a:defRPr sz="2000" kern="1200" spc="150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本质原因</a:t>
                </a: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𝑚𝑎𝑥</m:t>
                    </m:r>
                  </m:oMath>
                </a14:m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 对于加法可分配，即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  <m:t>𝑎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  <m:t>𝑏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  <m:t>𝑎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  <m:t>𝑐</m:t>
                            </m:r>
                          </m:e>
                        </m:d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+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ea typeface="Microsoft YaHei" panose="020B0503020204020204" pitchFamily="34" charset="-122"/>
                            <a:sym typeface="+mn-ea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  <m:t>𝑏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Microsoft YaHei" panose="020B0503020204020204" pitchFamily="34" charset="-122"/>
                                <a:sym typeface="+mn-ea"/>
                              </a:rPr>
                              <m:t>𝑐</m:t>
                            </m:r>
                          </m:e>
                        </m:d>
                      </m:e>
                    </m:func>
                  </m:oMath>
                </a14:m>
                <a:endParaRPr lang="en-US" altLang="zh-CN" b="0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𝑚𝑎𝑥</m:t>
                    </m:r>
                    <m:r>
                      <a:rPr lang="zh-CN" altLang="en-US" b="0" i="0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、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加法</m:t>
                    </m:r>
                    <m:r>
                      <a:rPr lang="zh-CN" altLang="en-US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均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可</m:t>
                    </m:r>
                    <m:r>
                      <a:rPr lang="zh-CN" altLang="en-US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结合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，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可</m:t>
                    </m:r>
                    <m:r>
                      <a:rPr lang="zh-CN" altLang="en-US" i="1" smtClean="0"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+mn-ea"/>
                      </a:rPr>
                      <m:t>交换</m:t>
                    </m:r>
                  </m:oMath>
                </a14:m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因此对应的矩阵乘法也满足结合律</a:t>
                </a: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总结</a:t>
                </a: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矩阵快速幂可优化包含 </a:t>
                </a:r>
                <a:r>
                  <a:rPr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min</a:t>
                </a: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、</a:t>
                </a:r>
                <a:r>
                  <a:rPr lang="en-US" altLang="zh-CN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max</a:t>
                </a:r>
                <a:r>
                  <a:rPr lang="zh-CN" altLang="en-US" dirty="0">
                    <a:latin typeface="Microsoft YaHei" panose="020B0503020204020204" pitchFamily="34" charset="-122"/>
                    <a:ea typeface="Microsoft YaHei" panose="020B0503020204020204" pitchFamily="34" charset="-122"/>
                    <a:sym typeface="+mn-ea"/>
                  </a:rPr>
                  <a:t>、加减乘除的递推式</a:t>
                </a: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lang="en-US" altLang="zh-CN" dirty="0">
                  <a:latin typeface="Microsoft YaHei" panose="020B0503020204020204" pitchFamily="34" charset="-122"/>
                  <a:ea typeface="Microsoft YaHei" panose="020B0503020204020204" pitchFamily="34" charset="-122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lang="en-US" altLang="zh-CN" b="0" dirty="0">
                  <a:latin typeface="Microsoft YaHei" panose="020B0503020204020204" pitchFamily="34" charset="-122"/>
                  <a:ea typeface="Cambria Math" panose="02040503050406030204" pitchFamily="18" charset="0"/>
                  <a:sym typeface="+mn-ea"/>
                </a:endParaRPr>
              </a:p>
              <a:p>
                <a:pPr lvl="1">
                  <a:defRPr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lang="en-US" altLang="zh-CN" b="0" dirty="0">
                  <a:latin typeface="Microsoft YaHei" panose="020B0503020204020204" pitchFamily="34" charset="-122"/>
                  <a:ea typeface="Cambria Math" panose="02040503050406030204" pitchFamily="18" charset="0"/>
                  <a:sym typeface="+mn-ea"/>
                </a:endParaRPr>
              </a:p>
            </p:txBody>
          </p:sp>
        </mc:Choice>
        <mc:Fallback xmlns="">
          <p:sp>
            <p:nvSpPr>
              <p:cNvPr id="9" name="文本占位符 2">
                <a:extLst>
                  <a:ext uri="{FF2B5EF4-FFF2-40B4-BE49-F238E27FC236}">
                    <a16:creationId xmlns:a16="http://schemas.microsoft.com/office/drawing/2014/main" id="{59C70B2F-93BC-924C-853C-4D759827F9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1232603"/>
                <a:ext cx="8408472" cy="4847563"/>
              </a:xfrm>
              <a:prstGeom prst="rect">
                <a:avLst/>
              </a:prstGeom>
              <a:blipFill>
                <a:blip r:embed="rId3"/>
                <a:stretch>
                  <a:fillRect l="-452" t="-2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C122ABAF-85A2-1745-B369-D5748B09B4D0}"/>
              </a:ext>
            </a:extLst>
          </p:cNvPr>
          <p:cNvSpPr/>
          <p:nvPr/>
        </p:nvSpPr>
        <p:spPr>
          <a:xfrm>
            <a:off x="0" y="0"/>
            <a:ext cx="9144000" cy="243840"/>
          </a:xfrm>
          <a:prstGeom prst="rect">
            <a:avLst/>
          </a:prstGeom>
          <a:solidFill>
            <a:srgbClr val="F040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课程脉络</a:t>
            </a: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矩阵乘法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| 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求解线性递推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矩阵快速幂优化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DP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|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204893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矩形: 圆角 150">
            <a:extLst>
              <a:ext uri="{FF2B5EF4-FFF2-40B4-BE49-F238E27FC236}">
                <a16:creationId xmlns:a16="http://schemas.microsoft.com/office/drawing/2014/main" id="{7C97C765-7438-408F-98B1-61953A3EDA52}"/>
              </a:ext>
            </a:extLst>
          </p:cNvPr>
          <p:cNvSpPr/>
          <p:nvPr/>
        </p:nvSpPr>
        <p:spPr>
          <a:xfrm>
            <a:off x="1042747" y="1572431"/>
            <a:ext cx="7048982" cy="2380629"/>
          </a:xfrm>
          <a:prstGeom prst="roundRect">
            <a:avLst>
              <a:gd name="adj" fmla="val 3205"/>
            </a:avLst>
          </a:prstGeom>
          <a:solidFill>
            <a:srgbClr val="F0404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1350">
              <a:cs typeface="+mn-ea"/>
              <a:sym typeface="+mn-lt"/>
            </a:endParaRPr>
          </a:p>
        </p:txBody>
      </p:sp>
      <p:sp>
        <p:nvSpPr>
          <p:cNvPr id="150" name="矩形: 圆角 149">
            <a:extLst>
              <a:ext uri="{FF2B5EF4-FFF2-40B4-BE49-F238E27FC236}">
                <a16:creationId xmlns:a16="http://schemas.microsoft.com/office/drawing/2014/main" id="{9DF6BBE8-9141-4727-ABF1-AEA2D96DADC4}"/>
              </a:ext>
            </a:extLst>
          </p:cNvPr>
          <p:cNvSpPr/>
          <p:nvPr/>
        </p:nvSpPr>
        <p:spPr>
          <a:xfrm>
            <a:off x="712872" y="1658678"/>
            <a:ext cx="7708739" cy="2380629"/>
          </a:xfrm>
          <a:prstGeom prst="roundRect">
            <a:avLst>
              <a:gd name="adj" fmla="val 3205"/>
            </a:avLst>
          </a:prstGeom>
          <a:solidFill>
            <a:srgbClr val="C00000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1350">
              <a:cs typeface="+mn-ea"/>
              <a:sym typeface="+mn-lt"/>
            </a:endParaRPr>
          </a:p>
        </p:txBody>
      </p:sp>
      <p:pic>
        <p:nvPicPr>
          <p:cNvPr id="15" name="图片占位符 14">
            <a:extLst>
              <a:ext uri="{FF2B5EF4-FFF2-40B4-BE49-F238E27FC236}">
                <a16:creationId xmlns:a16="http://schemas.microsoft.com/office/drawing/2014/main" id="{411311CE-7BE2-417D-BA0D-58B9B37A455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54" b="22554"/>
          <a:stretch/>
        </p:blipFill>
        <p:spPr>
          <a:xfrm>
            <a:off x="506036" y="1780126"/>
            <a:ext cx="8143875" cy="2532252"/>
          </a:xfrm>
        </p:spPr>
      </p:pic>
      <p:sp>
        <p:nvSpPr>
          <p:cNvPr id="16" name="标题 15">
            <a:extLst>
              <a:ext uri="{FF2B5EF4-FFF2-40B4-BE49-F238E27FC236}">
                <a16:creationId xmlns:a16="http://schemas.microsoft.com/office/drawing/2014/main" id="{4273EB64-C4B1-4603-ADF3-56ADDD91D0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08527" y="4770562"/>
            <a:ext cx="1538883" cy="415498"/>
          </a:xfrm>
        </p:spPr>
        <p:txBody>
          <a:bodyPr/>
          <a:lstStyle/>
          <a:p>
            <a:r>
              <a:rPr lang="zh-CN" altLang="en-US" dirty="0">
                <a:solidFill>
                  <a:srgbClr val="F04049"/>
                </a:solidFill>
              </a:rPr>
              <a:t>感谢收听</a:t>
            </a:r>
          </a:p>
        </p:txBody>
      </p:sp>
      <p:sp>
        <p:nvSpPr>
          <p:cNvPr id="17" name="副标题 16">
            <a:extLst>
              <a:ext uri="{FF2B5EF4-FFF2-40B4-BE49-F238E27FC236}">
                <a16:creationId xmlns:a16="http://schemas.microsoft.com/office/drawing/2014/main" id="{0E25D9B1-8068-423B-B367-9A278151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67723" y="5385125"/>
            <a:ext cx="2008563" cy="186974"/>
          </a:xfrm>
        </p:spPr>
        <p:txBody>
          <a:bodyPr/>
          <a:lstStyle/>
          <a:p>
            <a:r>
              <a:rPr lang="en-US" altLang="zh-CN" dirty="0"/>
              <a:t>Thank You For Your Listening</a:t>
            </a:r>
            <a:endParaRPr lang="zh-CN" altLang="en-US" dirty="0"/>
          </a:p>
        </p:txBody>
      </p:sp>
      <p:sp>
        <p:nvSpPr>
          <p:cNvPr id="84" name="矩形: 圆角 83">
            <a:extLst>
              <a:ext uri="{FF2B5EF4-FFF2-40B4-BE49-F238E27FC236}">
                <a16:creationId xmlns:a16="http://schemas.microsoft.com/office/drawing/2014/main" id="{992B8DCA-C8B1-4058-BD60-42E1E5C9D5C6}"/>
              </a:ext>
            </a:extLst>
          </p:cNvPr>
          <p:cNvSpPr/>
          <p:nvPr/>
        </p:nvSpPr>
        <p:spPr>
          <a:xfrm>
            <a:off x="516770" y="1780126"/>
            <a:ext cx="8133141" cy="2532251"/>
          </a:xfrm>
          <a:prstGeom prst="roundRect">
            <a:avLst>
              <a:gd name="adj" fmla="val 1842"/>
            </a:avLst>
          </a:prstGeom>
          <a:solidFill>
            <a:srgbClr val="C0000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 sz="1350">
              <a:cs typeface="+mn-ea"/>
              <a:sym typeface="+mn-lt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6A7C4845-1E26-4439-A586-4FBF1ADF0F02}"/>
              </a:ext>
            </a:extLst>
          </p:cNvPr>
          <p:cNvGrpSpPr/>
          <p:nvPr/>
        </p:nvGrpSpPr>
        <p:grpSpPr>
          <a:xfrm>
            <a:off x="2571245" y="2481239"/>
            <a:ext cx="3970325" cy="1044501"/>
            <a:chOff x="3428314" y="1982436"/>
            <a:chExt cx="5293767" cy="1392668"/>
          </a:xfrm>
        </p:grpSpPr>
        <p:pic>
          <p:nvPicPr>
            <p:cNvPr id="1028" name="Picture 4" descr="https://www.qt86.com/cache/1546963581_272959.png">
              <a:extLst>
                <a:ext uri="{FF2B5EF4-FFF2-40B4-BE49-F238E27FC236}">
                  <a16:creationId xmlns:a16="http://schemas.microsoft.com/office/drawing/2014/main" id="{1C3B3EDA-22D9-4992-8A2A-C4DB1A6B143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3510" b="50000"/>
            <a:stretch/>
          </p:blipFill>
          <p:spPr bwMode="auto">
            <a:xfrm>
              <a:off x="3428314" y="1982436"/>
              <a:ext cx="3933511" cy="7815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3" name="Picture 4" descr="https://www.qt86.com/cache/1546963581_272959.png">
              <a:extLst>
                <a:ext uri="{FF2B5EF4-FFF2-40B4-BE49-F238E27FC236}">
                  <a16:creationId xmlns:a16="http://schemas.microsoft.com/office/drawing/2014/main" id="{1316FE60-AC38-4652-A7DE-00415CDF6ED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000" r="43510"/>
            <a:stretch/>
          </p:blipFill>
          <p:spPr bwMode="auto">
            <a:xfrm>
              <a:off x="4788570" y="2593516"/>
              <a:ext cx="3933511" cy="7815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椭圆 2">
            <a:extLst>
              <a:ext uri="{FF2B5EF4-FFF2-40B4-BE49-F238E27FC236}">
                <a16:creationId xmlns:a16="http://schemas.microsoft.com/office/drawing/2014/main" id="{B5365748-14FF-4AAF-81D0-FE0C28B5BFFA}"/>
              </a:ext>
            </a:extLst>
          </p:cNvPr>
          <p:cNvSpPr/>
          <p:nvPr/>
        </p:nvSpPr>
        <p:spPr>
          <a:xfrm>
            <a:off x="-106680" y="5707380"/>
            <a:ext cx="9464040" cy="1925685"/>
          </a:xfrm>
          <a:prstGeom prst="ellipse">
            <a:avLst/>
          </a:prstGeom>
          <a:solidFill>
            <a:srgbClr val="F040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934294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ba3e13bc-cc22-40db-8abb-361298693e2c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ba3e13bc-cc22-40db-8abb-361298693e2c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ba3e13bc-cc22-40db-8abb-361298693e2c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ba3e13bc-cc22-40db-8abb-361298693e2c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ba3e13bc-cc22-40db-8abb-361298693e2c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ba3e13bc-cc22-40db-8abb-361298693e2c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ba3e13bc-cc22-40db-8abb-361298693e2c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ba3e13bc-cc22-40db-8abb-361298693e2c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ba3e13bc-cc22-40db-8abb-361298693e2c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8375</TotalTime>
  <Words>2242</Words>
  <Application>Microsoft Macintosh PowerPoint</Application>
  <PresentationFormat>全屏显示(4:3)</PresentationFormat>
  <Paragraphs>333</Paragraphs>
  <Slides>41</Slides>
  <Notes>13</Notes>
  <HiddenSlides>12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1" baseType="lpstr">
      <vt:lpstr>等线</vt:lpstr>
      <vt:lpstr>Microsoft YaHei</vt:lpstr>
      <vt:lpstr>Microsoft YaHei</vt:lpstr>
      <vt:lpstr>Arial</vt:lpstr>
      <vt:lpstr>Calibri</vt:lpstr>
      <vt:lpstr>Calibri Light</vt:lpstr>
      <vt:lpstr>Cambria Math</vt:lpstr>
      <vt:lpstr>Wingdings</vt:lpstr>
      <vt:lpstr>Office 主题​​</vt:lpstr>
      <vt:lpstr>Equation.KSEE3</vt:lpstr>
      <vt:lpstr>程序设计思维与实践 Thinking and Practice in Programming</vt:lpstr>
      <vt:lpstr>课程脉络 The outline of course </vt:lpstr>
      <vt:lpstr>PowerPoint 演示文稿</vt:lpstr>
      <vt:lpstr>矩阵乘法 Matrix multiplication</vt:lpstr>
      <vt:lpstr>PowerPoint 演示文稿</vt:lpstr>
      <vt:lpstr>PowerPoint 演示文稿</vt:lpstr>
      <vt:lpstr>PowerPoint 演示文稿</vt:lpstr>
      <vt:lpstr>PowerPoint 演示文稿</vt:lpstr>
      <vt:lpstr>矩阵快速幂 Fast Power of Matrix </vt:lpstr>
      <vt:lpstr>PowerPoint 演示文稿</vt:lpstr>
      <vt:lpstr>PowerPoint 演示文稿</vt:lpstr>
      <vt:lpstr>PowerPoint 演示文稿</vt:lpstr>
      <vt:lpstr>PowerPoint 演示文稿</vt:lpstr>
      <vt:lpstr>求解线性递推 Linear recursive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自然数幂和 Sum of the power </vt:lpstr>
      <vt:lpstr>PowerPoint 演示文稿</vt:lpstr>
      <vt:lpstr>PowerPoint 演示文稿</vt:lpstr>
      <vt:lpstr>PowerPoint 演示文稿</vt:lpstr>
      <vt:lpstr>矩阵快速幂优化DP Fast Matrix Exponentiation</vt:lpstr>
      <vt:lpstr>PowerPoint 演示文稿</vt:lpstr>
      <vt:lpstr>PowerPoint 演示文稿</vt:lpstr>
      <vt:lpstr>例3讲解  Example 3</vt:lpstr>
      <vt:lpstr>PowerPoint 演示文稿</vt:lpstr>
      <vt:lpstr>PowerPoint 演示文稿</vt:lpstr>
      <vt:lpstr>PowerPoint 演示文稿</vt:lpstr>
      <vt:lpstr>PowerPoint 演示文稿</vt:lpstr>
      <vt:lpstr>例4讲解  Example 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感谢收听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尹浩飞</dc:creator>
  <cp:lastModifiedBy>e46406</cp:lastModifiedBy>
  <cp:revision>139</cp:revision>
  <dcterms:created xsi:type="dcterms:W3CDTF">2020-01-14T08:57:09Z</dcterms:created>
  <dcterms:modified xsi:type="dcterms:W3CDTF">2025-05-28T13:15:07Z</dcterms:modified>
</cp:coreProperties>
</file>